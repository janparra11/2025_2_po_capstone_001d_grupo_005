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x="18288000" cy="10287000"/>
  <p:notesSz cx="6858000" cy="9144000"/>
  <p:embeddedFontLst>
    <p:embeddedFont>
      <p:font typeface="Codec Pro Ultra-Bold" charset="1" panose="00000700000000000000"/>
      <p:regular r:id="rId45"/>
    </p:embeddedFont>
    <p:embeddedFont>
      <p:font typeface="Open Sans" charset="1" panose="020B0606030504020204"/>
      <p:regular r:id="rId46"/>
    </p:embeddedFont>
    <p:embeddedFont>
      <p:font typeface="Codec Pro Bold" charset="1" panose="00000600000000000000"/>
      <p:regular r:id="rId47"/>
    </p:embeddedFont>
    <p:embeddedFont>
      <p:font typeface="Codec Pro" charset="1" panose="00000500000000000000"/>
      <p:regular r:id="rId48"/>
    </p:embeddedFont>
    <p:embeddedFont>
      <p:font typeface="Open Sans Bold" charset="1" panose="020B0806030504020204"/>
      <p:regular r:id="rId49"/>
    </p:embeddedFont>
    <p:embeddedFont>
      <p:font typeface="Garet" charset="1" panose="00000000000000000000"/>
      <p:regular r:id="rId50"/>
    </p:embeddedFont>
    <p:embeddedFont>
      <p:font typeface="Open Sans Ultra-Bold" charset="1" panose="00000000000000000000"/>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3.png" Type="http://schemas.openxmlformats.org/officeDocument/2006/relationships/image"/><Relationship Id="rId4" Target="../media/image25.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5.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 Id="rId6" Target="../media/image32.png" Type="http://schemas.openxmlformats.org/officeDocument/2006/relationships/image"/><Relationship Id="rId7" Target="../media/image33.png" Type="http://schemas.openxmlformats.org/officeDocument/2006/relationships/image"/><Relationship Id="rId8" Target="../media/image3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 Id="rId6" Target="../media/image32.png" Type="http://schemas.openxmlformats.org/officeDocument/2006/relationships/image"/><Relationship Id="rId7" Target="../media/image33.png" Type="http://schemas.openxmlformats.org/officeDocument/2006/relationships/image"/><Relationship Id="rId8" Target="../media/image3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 Id="rId7" Target="../media/image34.png" Type="http://schemas.openxmlformats.org/officeDocument/2006/relationships/image"/><Relationship Id="rId8" Target="../media/image2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29.png" Type="http://schemas.openxmlformats.org/officeDocument/2006/relationships/image"/><Relationship Id="rId8" Target="../media/image3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media/image3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34.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 Id="rId8" Target="../media/image3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svg" Type="http://schemas.openxmlformats.org/officeDocument/2006/relationships/image"/><Relationship Id="rId4" Target="../media/image51.png" Type="http://schemas.openxmlformats.org/officeDocument/2006/relationships/image"/><Relationship Id="rId5" Target="../media/image52.svg" Type="http://schemas.openxmlformats.org/officeDocument/2006/relationships/image"/><Relationship Id="rId6" Target="../media/image53.png" Type="http://schemas.openxmlformats.org/officeDocument/2006/relationships/image"/><Relationship Id="rId7" Target="../media/image54.svg" Type="http://schemas.openxmlformats.org/officeDocument/2006/relationships/image"/><Relationship Id="rId8" Target="../media/image55.png" Type="http://schemas.openxmlformats.org/officeDocument/2006/relationships/image"/><Relationship Id="rId9" Target="../media/image5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svg" Type="http://schemas.openxmlformats.org/officeDocument/2006/relationships/image"/><Relationship Id="rId4" Target="../media/image51.png" Type="http://schemas.openxmlformats.org/officeDocument/2006/relationships/image"/><Relationship Id="rId5" Target="../media/image52.svg" Type="http://schemas.openxmlformats.org/officeDocument/2006/relationships/image"/><Relationship Id="rId6" Target="../media/image53.png" Type="http://schemas.openxmlformats.org/officeDocument/2006/relationships/image"/><Relationship Id="rId7" Target="../media/image54.svg" Type="http://schemas.openxmlformats.org/officeDocument/2006/relationships/image"/><Relationship Id="rId8" Target="../media/image55.png" Type="http://schemas.openxmlformats.org/officeDocument/2006/relationships/image"/><Relationship Id="rId9" Target="../media/image56.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sv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3.png" Type="http://schemas.openxmlformats.org/officeDocument/2006/relationships/image"/><Relationship Id="rId3" Target="../media/image64.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66.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 Id="rId3" Target="../media/image52.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1.png" Type="http://schemas.openxmlformats.org/officeDocument/2006/relationships/image"/><Relationship Id="rId3" Target="../media/image72.svg" Type="http://schemas.openxmlformats.org/officeDocument/2006/relationships/image"/><Relationship Id="rId4" Target="../media/image63.png" Type="http://schemas.openxmlformats.org/officeDocument/2006/relationships/image"/><Relationship Id="rId5" Target="../media/image64.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3.png" Type="http://schemas.openxmlformats.org/officeDocument/2006/relationships/image"/><Relationship Id="rId3" Target="../media/image74.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5.png" Type="http://schemas.openxmlformats.org/officeDocument/2006/relationships/image"/><Relationship Id="rId3" Target="../media/image76.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12" Target="../media/image83.png" Type="http://schemas.openxmlformats.org/officeDocument/2006/relationships/image"/><Relationship Id="rId13" Target="../media/image84.svg" Type="http://schemas.openxmlformats.org/officeDocument/2006/relationships/image"/><Relationship Id="rId14" Target="../media/image85.png" Type="http://schemas.openxmlformats.org/officeDocument/2006/relationships/image"/><Relationship Id="rId15" Target="../media/image8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87.png" Type="http://schemas.openxmlformats.org/officeDocument/2006/relationships/image"/><Relationship Id="rId19" Target="../media/image88.svg" Type="http://schemas.openxmlformats.org/officeDocument/2006/relationships/image"/><Relationship Id="rId2" Target="../media/image77.png" Type="http://schemas.openxmlformats.org/officeDocument/2006/relationships/image"/><Relationship Id="rId20" Target="../media/image89.png" Type="http://schemas.openxmlformats.org/officeDocument/2006/relationships/image"/><Relationship Id="rId21" Target="../media/image90.svg" Type="http://schemas.openxmlformats.org/officeDocument/2006/relationships/image"/><Relationship Id="rId22" Target="../media/image49.png" Type="http://schemas.openxmlformats.org/officeDocument/2006/relationships/image"/><Relationship Id="rId23" Target="../media/image50.svg" Type="http://schemas.openxmlformats.org/officeDocument/2006/relationships/image"/><Relationship Id="rId24" Target="../media/image91.png" Type="http://schemas.openxmlformats.org/officeDocument/2006/relationships/image"/><Relationship Id="rId25" Target="../media/image92.svg" Type="http://schemas.openxmlformats.org/officeDocument/2006/relationships/image"/><Relationship Id="rId26" Target="../media/image93.png" Type="http://schemas.openxmlformats.org/officeDocument/2006/relationships/image"/><Relationship Id="rId27" Target="../media/image94.svg" Type="http://schemas.openxmlformats.org/officeDocument/2006/relationships/image"/><Relationship Id="rId28" Target="../media/image95.png" Type="http://schemas.openxmlformats.org/officeDocument/2006/relationships/image"/><Relationship Id="rId29" Target="../media/image96.svg" Type="http://schemas.openxmlformats.org/officeDocument/2006/relationships/image"/><Relationship Id="rId3" Target="../media/image78.svg" Type="http://schemas.openxmlformats.org/officeDocument/2006/relationships/image"/><Relationship Id="rId30" Target="../media/image97.png" Type="http://schemas.openxmlformats.org/officeDocument/2006/relationships/image"/><Relationship Id="rId31" Target="../media/image98.svg" Type="http://schemas.openxmlformats.org/officeDocument/2006/relationships/image"/><Relationship Id="rId32" Target="../media/image99.png" Type="http://schemas.openxmlformats.org/officeDocument/2006/relationships/image"/><Relationship Id="rId33" Target="../media/image100.svg" Type="http://schemas.openxmlformats.org/officeDocument/2006/relationships/image"/><Relationship Id="rId34" Target="../media/image35.png" Type="http://schemas.openxmlformats.org/officeDocument/2006/relationships/image"/><Relationship Id="rId35" Target="../media/image36.svg" Type="http://schemas.openxmlformats.org/officeDocument/2006/relationships/image"/><Relationship Id="rId36" Target="../media/image101.png" Type="http://schemas.openxmlformats.org/officeDocument/2006/relationships/image"/><Relationship Id="rId37" Target="../media/image102.svg" Type="http://schemas.openxmlformats.org/officeDocument/2006/relationships/image"/><Relationship Id="rId38" Target="../media/image103.png" Type="http://schemas.openxmlformats.org/officeDocument/2006/relationships/image"/><Relationship Id="rId39" Target="../media/image104.svg" Type="http://schemas.openxmlformats.org/officeDocument/2006/relationships/image"/><Relationship Id="rId4" Target="../media/image19.png" Type="http://schemas.openxmlformats.org/officeDocument/2006/relationships/image"/><Relationship Id="rId40" Target="../media/image63.png" Type="http://schemas.openxmlformats.org/officeDocument/2006/relationships/image"/><Relationship Id="rId41" Target="../media/image64.svg" Type="http://schemas.openxmlformats.org/officeDocument/2006/relationships/image"/><Relationship Id="rId42" Target="../media/image105.png" Type="http://schemas.openxmlformats.org/officeDocument/2006/relationships/image"/><Relationship Id="rId43" Target="../media/image106.svg" Type="http://schemas.openxmlformats.org/officeDocument/2006/relationships/image"/><Relationship Id="rId44" Target="../media/image107.png" Type="http://schemas.openxmlformats.org/officeDocument/2006/relationships/image"/><Relationship Id="rId45" Target="../media/image108.svg" Type="http://schemas.openxmlformats.org/officeDocument/2006/relationships/image"/><Relationship Id="rId46" Target="../media/image109.png" Type="http://schemas.openxmlformats.org/officeDocument/2006/relationships/image"/><Relationship Id="rId47" Target="../media/image110.svg" Type="http://schemas.openxmlformats.org/officeDocument/2006/relationships/image"/><Relationship Id="rId48" Target="../media/image111.png" Type="http://schemas.openxmlformats.org/officeDocument/2006/relationships/image"/><Relationship Id="rId49" Target="../media/image112.svg" Type="http://schemas.openxmlformats.org/officeDocument/2006/relationships/image"/><Relationship Id="rId5" Target="../media/image20.svg" Type="http://schemas.openxmlformats.org/officeDocument/2006/relationships/image"/><Relationship Id="rId50" Target="../media/image113.png" Type="http://schemas.openxmlformats.org/officeDocument/2006/relationships/image"/><Relationship Id="rId51" Target="../media/image114.svg" Type="http://schemas.openxmlformats.org/officeDocument/2006/relationships/image"/><Relationship Id="rId52" Target="../media/image45.png" Type="http://schemas.openxmlformats.org/officeDocument/2006/relationships/image"/><Relationship Id="rId53" Target="../media/image46.svg" Type="http://schemas.openxmlformats.org/officeDocument/2006/relationships/image"/><Relationship Id="rId54" Target="../media/image115.png" Type="http://schemas.openxmlformats.org/officeDocument/2006/relationships/image"/><Relationship Id="rId55" Target="../media/image116.svg" Type="http://schemas.openxmlformats.org/officeDocument/2006/relationships/image"/><Relationship Id="rId56" Target="../media/image69.png" Type="http://schemas.openxmlformats.org/officeDocument/2006/relationships/image"/><Relationship Id="rId57" Target="../media/image70.svg" Type="http://schemas.openxmlformats.org/officeDocument/2006/relationships/image"/><Relationship Id="rId58" Target="../media/image65.png" Type="http://schemas.openxmlformats.org/officeDocument/2006/relationships/image"/><Relationship Id="rId59" Target="../media/image66.svg" Type="http://schemas.openxmlformats.org/officeDocument/2006/relationships/image"/><Relationship Id="rId6" Target="../media/image79.png" Type="http://schemas.openxmlformats.org/officeDocument/2006/relationships/image"/><Relationship Id="rId60" Target="../media/image117.png" Type="http://schemas.openxmlformats.org/officeDocument/2006/relationships/image"/><Relationship Id="rId61" Target="../media/image118.svg" Type="http://schemas.openxmlformats.org/officeDocument/2006/relationships/image"/><Relationship Id="rId7" Target="../media/image80.svg" Type="http://schemas.openxmlformats.org/officeDocument/2006/relationships/image"/><Relationship Id="rId8" Target="../media/image81.png" Type="http://schemas.openxmlformats.org/officeDocument/2006/relationships/image"/><Relationship Id="rId9" Target="../media/image82.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73314" y="3362833"/>
            <a:ext cx="11004028" cy="1100402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09156" y="-3873534"/>
            <a:ext cx="6992743" cy="69927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067784" y="-1310077"/>
            <a:ext cx="3572442" cy="357244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7839938" y="8754618"/>
            <a:ext cx="3572442" cy="357244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237868" y="1915025"/>
            <a:ext cx="5665973" cy="6456949"/>
          </a:xfrm>
          <a:custGeom>
            <a:avLst/>
            <a:gdLst/>
            <a:ahLst/>
            <a:cxnLst/>
            <a:rect r="r" b="b" t="t" l="l"/>
            <a:pathLst>
              <a:path h="6456949" w="5665973">
                <a:moveTo>
                  <a:pt x="0" y="0"/>
                </a:moveTo>
                <a:lnTo>
                  <a:pt x="5665973" y="0"/>
                </a:lnTo>
                <a:lnTo>
                  <a:pt x="5665973" y="6456950"/>
                </a:lnTo>
                <a:lnTo>
                  <a:pt x="0" y="64569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7347030" y="3066619"/>
            <a:ext cx="9703103" cy="3063252"/>
          </a:xfrm>
          <a:prstGeom prst="rect">
            <a:avLst/>
          </a:prstGeom>
        </p:spPr>
        <p:txBody>
          <a:bodyPr anchor="t" rtlCol="false" tIns="0" lIns="0" bIns="0" rIns="0">
            <a:spAutoFit/>
          </a:bodyPr>
          <a:lstStyle/>
          <a:p>
            <a:pPr algn="l">
              <a:lnSpc>
                <a:spcPts val="5760"/>
              </a:lnSpc>
            </a:pPr>
            <a:r>
              <a:rPr lang="en-US" sz="6400" b="true">
                <a:solidFill>
                  <a:srgbClr val="000000"/>
                </a:solidFill>
                <a:latin typeface="Codec Pro Ultra-Bold"/>
                <a:ea typeface="Codec Pro Ultra-Bold"/>
                <a:cs typeface="Codec Pro Ultra-Bold"/>
                <a:sym typeface="Codec Pro Ultra-Bold"/>
              </a:rPr>
              <a:t>Plataforma de Gestión Digital para el Ingreso de Vehículos al Taller – PepsiCo Chile</a:t>
            </a:r>
          </a:p>
        </p:txBody>
      </p:sp>
      <p:sp>
        <p:nvSpPr>
          <p:cNvPr name="TextBox 16" id="16"/>
          <p:cNvSpPr txBox="true"/>
          <p:nvPr/>
        </p:nvSpPr>
        <p:spPr>
          <a:xfrm rot="0">
            <a:off x="7347030" y="6358472"/>
            <a:ext cx="8929922" cy="1538097"/>
          </a:xfrm>
          <a:prstGeom prst="rect">
            <a:avLst/>
          </a:prstGeom>
        </p:spPr>
        <p:txBody>
          <a:bodyPr anchor="t" rtlCol="false" tIns="0" lIns="0" bIns="0" rIns="0">
            <a:spAutoFit/>
          </a:bodyPr>
          <a:lstStyle/>
          <a:p>
            <a:pPr algn="l">
              <a:lnSpc>
                <a:spcPts val="3024"/>
              </a:lnSpc>
            </a:pPr>
            <a:r>
              <a:rPr lang="en-US" sz="2800">
                <a:solidFill>
                  <a:srgbClr val="000000"/>
                </a:solidFill>
                <a:latin typeface="Open Sans"/>
                <a:ea typeface="Open Sans"/>
                <a:cs typeface="Open Sans"/>
                <a:sym typeface="Open Sans"/>
              </a:rPr>
              <a:t>Integrantes: </a:t>
            </a:r>
          </a:p>
          <a:p>
            <a:pPr algn="l" marL="604521" indent="-302261" lvl="1">
              <a:lnSpc>
                <a:spcPts val="3024"/>
              </a:lnSpc>
              <a:buFont typeface="Arial"/>
              <a:buChar char="•"/>
            </a:pPr>
            <a:r>
              <a:rPr lang="en-US" sz="2800">
                <a:solidFill>
                  <a:srgbClr val="000000"/>
                </a:solidFill>
                <a:latin typeface="Open Sans"/>
                <a:ea typeface="Open Sans"/>
                <a:cs typeface="Open Sans"/>
                <a:sym typeface="Open Sans"/>
              </a:rPr>
              <a:t>Tihare Maldonado</a:t>
            </a:r>
          </a:p>
          <a:p>
            <a:pPr algn="l" marL="604521" indent="-302261" lvl="1">
              <a:lnSpc>
                <a:spcPts val="3024"/>
              </a:lnSpc>
              <a:buFont typeface="Arial"/>
              <a:buChar char="•"/>
            </a:pPr>
            <a:r>
              <a:rPr lang="en-US" sz="2800">
                <a:solidFill>
                  <a:srgbClr val="000000"/>
                </a:solidFill>
                <a:latin typeface="Open Sans"/>
                <a:ea typeface="Open Sans"/>
                <a:cs typeface="Open Sans"/>
                <a:sym typeface="Open Sans"/>
              </a:rPr>
              <a:t>Janis Montecino</a:t>
            </a:r>
          </a:p>
          <a:p>
            <a:pPr algn="l" marL="604521" indent="-302261" lvl="1">
              <a:lnSpc>
                <a:spcPts val="3024"/>
              </a:lnSpc>
              <a:buFont typeface="Arial"/>
              <a:buChar char="•"/>
            </a:pPr>
            <a:r>
              <a:rPr lang="en-US" sz="2800">
                <a:solidFill>
                  <a:srgbClr val="000000"/>
                </a:solidFill>
                <a:latin typeface="Open Sans"/>
                <a:ea typeface="Open Sans"/>
                <a:cs typeface="Open Sans"/>
                <a:sym typeface="Open Sans"/>
              </a:rPr>
              <a:t>Matías Morales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5772023" y="1820000"/>
            <a:ext cx="11903008" cy="6647001"/>
            <a:chOff x="0" y="0"/>
            <a:chExt cx="3134949" cy="1750650"/>
          </a:xfrm>
        </p:grpSpPr>
        <p:sp>
          <p:nvSpPr>
            <p:cNvPr name="Freeform 3" id="3"/>
            <p:cNvSpPr/>
            <p:nvPr/>
          </p:nvSpPr>
          <p:spPr>
            <a:xfrm flipH="false" flipV="false" rot="0">
              <a:off x="0" y="0"/>
              <a:ext cx="3134949" cy="1750651"/>
            </a:xfrm>
            <a:custGeom>
              <a:avLst/>
              <a:gdLst/>
              <a:ahLst/>
              <a:cxnLst/>
              <a:rect r="r" b="b" t="t" l="l"/>
              <a:pathLst>
                <a:path h="1750651" w="3134949">
                  <a:moveTo>
                    <a:pt x="1567474" y="0"/>
                  </a:moveTo>
                  <a:cubicBezTo>
                    <a:pt x="701782" y="0"/>
                    <a:pt x="0" y="391896"/>
                    <a:pt x="0" y="875325"/>
                  </a:cubicBezTo>
                  <a:cubicBezTo>
                    <a:pt x="0" y="1358754"/>
                    <a:pt x="701782" y="1750651"/>
                    <a:pt x="1567474" y="1750651"/>
                  </a:cubicBezTo>
                  <a:cubicBezTo>
                    <a:pt x="2433166" y="1750651"/>
                    <a:pt x="3134949" y="1358754"/>
                    <a:pt x="3134949" y="875325"/>
                  </a:cubicBezTo>
                  <a:cubicBezTo>
                    <a:pt x="3134949" y="391896"/>
                    <a:pt x="2433166" y="0"/>
                    <a:pt x="1567474" y="0"/>
                  </a:cubicBezTo>
                  <a:close/>
                </a:path>
              </a:pathLst>
            </a:custGeom>
            <a:solidFill>
              <a:srgbClr val="FFECD0"/>
            </a:solidFill>
          </p:spPr>
        </p:sp>
        <p:sp>
          <p:nvSpPr>
            <p:cNvPr name="TextBox 4" id="4"/>
            <p:cNvSpPr txBox="true"/>
            <p:nvPr/>
          </p:nvSpPr>
          <p:spPr>
            <a:xfrm>
              <a:off x="293901" y="126023"/>
              <a:ext cx="2547146" cy="146050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700000">
            <a:off x="1029216" y="3683031"/>
            <a:ext cx="2699495" cy="2857725"/>
            <a:chOff x="0" y="0"/>
            <a:chExt cx="527860" cy="558800"/>
          </a:xfrm>
        </p:grpSpPr>
        <p:sp>
          <p:nvSpPr>
            <p:cNvPr name="Freeform 6" id="6"/>
            <p:cNvSpPr/>
            <p:nvPr/>
          </p:nvSpPr>
          <p:spPr>
            <a:xfrm flipH="false" flipV="false" rot="0">
              <a:off x="0" y="0"/>
              <a:ext cx="527860" cy="558800"/>
            </a:xfrm>
            <a:custGeom>
              <a:avLst/>
              <a:gdLst/>
              <a:ahLst/>
              <a:cxnLst/>
              <a:rect r="r" b="b" t="t" l="l"/>
              <a:pathLst>
                <a:path h="558800" w="527860">
                  <a:moveTo>
                    <a:pt x="0" y="558800"/>
                  </a:moveTo>
                  <a:cubicBezTo>
                    <a:pt x="0" y="411634"/>
                    <a:pt x="56306" y="267731"/>
                    <a:pt x="154607" y="163669"/>
                  </a:cubicBezTo>
                  <a:cubicBezTo>
                    <a:pt x="252907" y="59606"/>
                    <a:pt x="388842" y="0"/>
                    <a:pt x="527860" y="0"/>
                  </a:cubicBezTo>
                  <a:lnTo>
                    <a:pt x="527860" y="285081"/>
                  </a:lnTo>
                  <a:cubicBezTo>
                    <a:pt x="459763" y="285081"/>
                    <a:pt x="393179" y="314278"/>
                    <a:pt x="345027" y="365251"/>
                  </a:cubicBezTo>
                  <a:cubicBezTo>
                    <a:pt x="296877" y="416225"/>
                    <a:pt x="269296" y="486712"/>
                    <a:pt x="269296" y="558800"/>
                  </a:cubicBezTo>
                  <a:lnTo>
                    <a:pt x="0" y="558800"/>
                  </a:lnTo>
                  <a:close/>
                </a:path>
              </a:pathLst>
            </a:custGeom>
            <a:gradFill rotWithShape="true">
              <a:gsLst>
                <a:gs pos="0">
                  <a:srgbClr val="7CCE6B">
                    <a:alpha val="100000"/>
                  </a:srgbClr>
                </a:gs>
                <a:gs pos="100000">
                  <a:srgbClr val="D8FFD0">
                    <a:alpha val="100000"/>
                  </a:srgbClr>
                </a:gs>
              </a:gsLst>
              <a:lin ang="5400000"/>
            </a:gradFill>
          </p:spPr>
        </p:sp>
        <p:sp>
          <p:nvSpPr>
            <p:cNvPr name="TextBox 7" id="7"/>
            <p:cNvSpPr txBox="true"/>
            <p:nvPr/>
          </p:nvSpPr>
          <p:spPr>
            <a:xfrm>
              <a:off x="119968" y="88900"/>
              <a:ext cx="287923" cy="342900"/>
            </a:xfrm>
            <a:prstGeom prst="rect">
              <a:avLst/>
            </a:prstGeom>
          </p:spPr>
          <p:txBody>
            <a:bodyPr anchor="ctr" rtlCol="false" tIns="47591" lIns="47591" bIns="47591" rIns="47591"/>
            <a:lstStyle/>
            <a:p>
              <a:pPr algn="ctr">
                <a:lnSpc>
                  <a:spcPts val="2660"/>
                </a:lnSpc>
              </a:pPr>
            </a:p>
          </p:txBody>
        </p:sp>
      </p:grpSp>
      <p:grpSp>
        <p:nvGrpSpPr>
          <p:cNvPr name="Group 8" id="8"/>
          <p:cNvGrpSpPr/>
          <p:nvPr/>
        </p:nvGrpSpPr>
        <p:grpSpPr>
          <a:xfrm rot="-8100000">
            <a:off x="3878569" y="4613088"/>
            <a:ext cx="2800289" cy="2847169"/>
            <a:chOff x="0" y="0"/>
            <a:chExt cx="558800" cy="568155"/>
          </a:xfrm>
        </p:grpSpPr>
        <p:sp>
          <p:nvSpPr>
            <p:cNvPr name="Freeform 9" id="9"/>
            <p:cNvSpPr/>
            <p:nvPr/>
          </p:nvSpPr>
          <p:spPr>
            <a:xfrm flipH="false" flipV="false" rot="0">
              <a:off x="0" y="0"/>
              <a:ext cx="558800" cy="568155"/>
            </a:xfrm>
            <a:custGeom>
              <a:avLst/>
              <a:gdLst/>
              <a:ahLst/>
              <a:cxnLst/>
              <a:rect r="r" b="b" t="t" l="l"/>
              <a:pathLst>
                <a:path h="568155" w="558800">
                  <a:moveTo>
                    <a:pt x="0" y="568155"/>
                  </a:moveTo>
                  <a:cubicBezTo>
                    <a:pt x="0" y="418525"/>
                    <a:pt x="59606" y="272213"/>
                    <a:pt x="163669" y="166409"/>
                  </a:cubicBezTo>
                  <a:cubicBezTo>
                    <a:pt x="267731" y="60604"/>
                    <a:pt x="411634" y="0"/>
                    <a:pt x="558800" y="0"/>
                  </a:cubicBezTo>
                  <a:lnTo>
                    <a:pt x="558800" y="289853"/>
                  </a:lnTo>
                  <a:cubicBezTo>
                    <a:pt x="486712" y="289853"/>
                    <a:pt x="416225" y="319539"/>
                    <a:pt x="365251" y="371365"/>
                  </a:cubicBezTo>
                  <a:cubicBezTo>
                    <a:pt x="314278" y="423193"/>
                    <a:pt x="285081" y="494860"/>
                    <a:pt x="285081" y="568155"/>
                  </a:cubicBezTo>
                  <a:lnTo>
                    <a:pt x="0" y="568155"/>
                  </a:lnTo>
                  <a:close/>
                </a:path>
              </a:pathLst>
            </a:custGeom>
            <a:gradFill rotWithShape="true">
              <a:gsLst>
                <a:gs pos="0">
                  <a:srgbClr val="7CCE6B">
                    <a:alpha val="100000"/>
                  </a:srgbClr>
                </a:gs>
                <a:gs pos="100000">
                  <a:srgbClr val="D8FFD0">
                    <a:alpha val="100000"/>
                  </a:srgbClr>
                </a:gs>
              </a:gsLst>
              <a:lin ang="5400000"/>
            </a:gradFill>
          </p:spPr>
        </p:sp>
        <p:sp>
          <p:nvSpPr>
            <p:cNvPr name="TextBox 10" id="10"/>
            <p:cNvSpPr txBox="true"/>
            <p:nvPr/>
          </p:nvSpPr>
          <p:spPr>
            <a:xfrm>
              <a:off x="127000" y="91026"/>
              <a:ext cx="304800" cy="348003"/>
            </a:xfrm>
            <a:prstGeom prst="rect">
              <a:avLst/>
            </a:prstGeom>
          </p:spPr>
          <p:txBody>
            <a:bodyPr anchor="ctr" rtlCol="false" tIns="47591" lIns="47591" bIns="47591" rIns="47591"/>
            <a:lstStyle/>
            <a:p>
              <a:pPr algn="ctr">
                <a:lnSpc>
                  <a:spcPts val="2660"/>
                </a:lnSpc>
              </a:pPr>
            </a:p>
          </p:txBody>
        </p:sp>
      </p:grpSp>
      <p:grpSp>
        <p:nvGrpSpPr>
          <p:cNvPr name="Group 11" id="11"/>
          <p:cNvGrpSpPr/>
          <p:nvPr/>
        </p:nvGrpSpPr>
        <p:grpSpPr>
          <a:xfrm rot="-8100000">
            <a:off x="9748708" y="4544101"/>
            <a:ext cx="2800289" cy="2864745"/>
            <a:chOff x="0" y="0"/>
            <a:chExt cx="558800" cy="571662"/>
          </a:xfrm>
        </p:grpSpPr>
        <p:sp>
          <p:nvSpPr>
            <p:cNvPr name="Freeform 12" id="12"/>
            <p:cNvSpPr/>
            <p:nvPr/>
          </p:nvSpPr>
          <p:spPr>
            <a:xfrm flipH="false" flipV="false" rot="0">
              <a:off x="0" y="0"/>
              <a:ext cx="558800" cy="571662"/>
            </a:xfrm>
            <a:custGeom>
              <a:avLst/>
              <a:gdLst/>
              <a:ahLst/>
              <a:cxnLst/>
              <a:rect r="r" b="b" t="t" l="l"/>
              <a:pathLst>
                <a:path h="571662" w="558800">
                  <a:moveTo>
                    <a:pt x="0" y="571662"/>
                  </a:moveTo>
                  <a:cubicBezTo>
                    <a:pt x="0" y="421109"/>
                    <a:pt x="59606" y="273894"/>
                    <a:pt x="163669" y="167436"/>
                  </a:cubicBezTo>
                  <a:cubicBezTo>
                    <a:pt x="267731" y="60978"/>
                    <a:pt x="411634" y="0"/>
                    <a:pt x="558800" y="0"/>
                  </a:cubicBezTo>
                  <a:lnTo>
                    <a:pt x="558800" y="291643"/>
                  </a:lnTo>
                  <a:cubicBezTo>
                    <a:pt x="486712" y="291643"/>
                    <a:pt x="416225" y="321512"/>
                    <a:pt x="365251" y="373658"/>
                  </a:cubicBezTo>
                  <a:cubicBezTo>
                    <a:pt x="314278" y="425805"/>
                    <a:pt x="285081" y="497915"/>
                    <a:pt x="285081" y="571662"/>
                  </a:cubicBezTo>
                  <a:lnTo>
                    <a:pt x="0" y="571662"/>
                  </a:lnTo>
                  <a:close/>
                </a:path>
              </a:pathLst>
            </a:custGeom>
            <a:gradFill rotWithShape="true">
              <a:gsLst>
                <a:gs pos="0">
                  <a:srgbClr val="FF6767">
                    <a:alpha val="100000"/>
                  </a:srgbClr>
                </a:gs>
                <a:gs pos="100000">
                  <a:srgbClr val="FFD1D1">
                    <a:alpha val="100000"/>
                  </a:srgbClr>
                </a:gs>
              </a:gsLst>
              <a:lin ang="5400000"/>
            </a:gradFill>
          </p:spPr>
        </p:sp>
        <p:sp>
          <p:nvSpPr>
            <p:cNvPr name="TextBox 13" id="13"/>
            <p:cNvSpPr txBox="true"/>
            <p:nvPr/>
          </p:nvSpPr>
          <p:spPr>
            <a:xfrm>
              <a:off x="127000" y="91823"/>
              <a:ext cx="304800" cy="349916"/>
            </a:xfrm>
            <a:prstGeom prst="rect">
              <a:avLst/>
            </a:prstGeom>
          </p:spPr>
          <p:txBody>
            <a:bodyPr anchor="ctr" rtlCol="false" tIns="47591" lIns="47591" bIns="47591" rIns="47591"/>
            <a:lstStyle/>
            <a:p>
              <a:pPr algn="ctr">
                <a:lnSpc>
                  <a:spcPts val="2660"/>
                </a:lnSpc>
              </a:pPr>
            </a:p>
          </p:txBody>
        </p:sp>
      </p:grpSp>
      <p:grpSp>
        <p:nvGrpSpPr>
          <p:cNvPr name="Group 14" id="14"/>
          <p:cNvGrpSpPr/>
          <p:nvPr/>
        </p:nvGrpSpPr>
        <p:grpSpPr>
          <a:xfrm rot="2700000">
            <a:off x="6825756" y="3597302"/>
            <a:ext cx="2791813" cy="2863893"/>
            <a:chOff x="0" y="0"/>
            <a:chExt cx="544736" cy="558800"/>
          </a:xfrm>
        </p:grpSpPr>
        <p:sp>
          <p:nvSpPr>
            <p:cNvPr name="Freeform 15" id="15"/>
            <p:cNvSpPr/>
            <p:nvPr/>
          </p:nvSpPr>
          <p:spPr>
            <a:xfrm flipH="false" flipV="false" rot="0">
              <a:off x="0" y="0"/>
              <a:ext cx="544736" cy="558800"/>
            </a:xfrm>
            <a:custGeom>
              <a:avLst/>
              <a:gdLst/>
              <a:ahLst/>
              <a:cxnLst/>
              <a:rect r="r" b="b" t="t" l="l"/>
              <a:pathLst>
                <a:path h="558800" w="544736">
                  <a:moveTo>
                    <a:pt x="0" y="558800"/>
                  </a:moveTo>
                  <a:cubicBezTo>
                    <a:pt x="0" y="411634"/>
                    <a:pt x="58106" y="267731"/>
                    <a:pt x="159549" y="163669"/>
                  </a:cubicBezTo>
                  <a:cubicBezTo>
                    <a:pt x="260993" y="59606"/>
                    <a:pt x="401273" y="0"/>
                    <a:pt x="544736" y="0"/>
                  </a:cubicBezTo>
                  <a:lnTo>
                    <a:pt x="544736" y="285081"/>
                  </a:lnTo>
                  <a:cubicBezTo>
                    <a:pt x="474462" y="285081"/>
                    <a:pt x="405749" y="314278"/>
                    <a:pt x="356058" y="365251"/>
                  </a:cubicBezTo>
                  <a:cubicBezTo>
                    <a:pt x="306368" y="416225"/>
                    <a:pt x="277906" y="486712"/>
                    <a:pt x="277906" y="558800"/>
                  </a:cubicBezTo>
                  <a:lnTo>
                    <a:pt x="0" y="558800"/>
                  </a:lnTo>
                  <a:close/>
                </a:path>
              </a:pathLst>
            </a:custGeom>
            <a:gradFill rotWithShape="true">
              <a:gsLst>
                <a:gs pos="0">
                  <a:srgbClr val="FFDA6A">
                    <a:alpha val="100000"/>
                  </a:srgbClr>
                </a:gs>
                <a:gs pos="100000">
                  <a:srgbClr val="FFF7DE">
                    <a:alpha val="100000"/>
                  </a:srgbClr>
                </a:gs>
              </a:gsLst>
              <a:lin ang="5400000"/>
            </a:gradFill>
          </p:spPr>
        </p:sp>
        <p:sp>
          <p:nvSpPr>
            <p:cNvPr name="TextBox 16" id="16"/>
            <p:cNvSpPr txBox="true"/>
            <p:nvPr/>
          </p:nvSpPr>
          <p:spPr>
            <a:xfrm>
              <a:off x="123804" y="88900"/>
              <a:ext cx="297129" cy="342900"/>
            </a:xfrm>
            <a:prstGeom prst="rect">
              <a:avLst/>
            </a:prstGeom>
          </p:spPr>
          <p:txBody>
            <a:bodyPr anchor="ctr" rtlCol="false" tIns="47591" lIns="47591" bIns="47591" rIns="47591"/>
            <a:lstStyle/>
            <a:p>
              <a:pPr algn="ctr">
                <a:lnSpc>
                  <a:spcPts val="2660"/>
                </a:lnSpc>
              </a:pPr>
            </a:p>
          </p:txBody>
        </p:sp>
      </p:grpSp>
      <p:grpSp>
        <p:nvGrpSpPr>
          <p:cNvPr name="Group 17" id="17"/>
          <p:cNvGrpSpPr/>
          <p:nvPr/>
        </p:nvGrpSpPr>
        <p:grpSpPr>
          <a:xfrm rot="2700000">
            <a:off x="12686344" y="3547693"/>
            <a:ext cx="2803741" cy="2857725"/>
            <a:chOff x="0" y="0"/>
            <a:chExt cx="548244" cy="558800"/>
          </a:xfrm>
        </p:grpSpPr>
        <p:sp>
          <p:nvSpPr>
            <p:cNvPr name="Freeform 18" id="18"/>
            <p:cNvSpPr/>
            <p:nvPr/>
          </p:nvSpPr>
          <p:spPr>
            <a:xfrm flipH="false" flipV="false" rot="0">
              <a:off x="0" y="0"/>
              <a:ext cx="548244" cy="558800"/>
            </a:xfrm>
            <a:custGeom>
              <a:avLst/>
              <a:gdLst/>
              <a:ahLst/>
              <a:cxnLst/>
              <a:rect r="r" b="b" t="t" l="l"/>
              <a:pathLst>
                <a:path h="558800" w="548244">
                  <a:moveTo>
                    <a:pt x="0" y="558800"/>
                  </a:moveTo>
                  <a:cubicBezTo>
                    <a:pt x="0" y="411634"/>
                    <a:pt x="58480" y="267731"/>
                    <a:pt x="160577" y="163669"/>
                  </a:cubicBezTo>
                  <a:cubicBezTo>
                    <a:pt x="262674" y="59606"/>
                    <a:pt x="403858" y="0"/>
                    <a:pt x="548244" y="0"/>
                  </a:cubicBezTo>
                  <a:lnTo>
                    <a:pt x="548244" y="285081"/>
                  </a:lnTo>
                  <a:cubicBezTo>
                    <a:pt x="477518" y="285081"/>
                    <a:pt x="408362" y="314278"/>
                    <a:pt x="358351" y="365251"/>
                  </a:cubicBezTo>
                  <a:cubicBezTo>
                    <a:pt x="308341" y="416225"/>
                    <a:pt x="279695" y="486712"/>
                    <a:pt x="279695" y="558800"/>
                  </a:cubicBezTo>
                  <a:lnTo>
                    <a:pt x="0" y="558800"/>
                  </a:lnTo>
                  <a:close/>
                </a:path>
              </a:pathLst>
            </a:custGeom>
            <a:gradFill rotWithShape="true">
              <a:gsLst>
                <a:gs pos="0">
                  <a:srgbClr val="FF6767">
                    <a:alpha val="100000"/>
                  </a:srgbClr>
                </a:gs>
                <a:gs pos="100000">
                  <a:srgbClr val="FFD1D1">
                    <a:alpha val="100000"/>
                  </a:srgbClr>
                </a:gs>
              </a:gsLst>
              <a:lin ang="5400000"/>
            </a:gradFill>
          </p:spPr>
        </p:sp>
        <p:sp>
          <p:nvSpPr>
            <p:cNvPr name="TextBox 19" id="19"/>
            <p:cNvSpPr txBox="true"/>
            <p:nvPr/>
          </p:nvSpPr>
          <p:spPr>
            <a:xfrm>
              <a:off x="124601" y="88900"/>
              <a:ext cx="299042" cy="342900"/>
            </a:xfrm>
            <a:prstGeom prst="rect">
              <a:avLst/>
            </a:prstGeom>
          </p:spPr>
          <p:txBody>
            <a:bodyPr anchor="ctr" rtlCol="false" tIns="47591" lIns="47591" bIns="47591" rIns="47591"/>
            <a:lstStyle/>
            <a:p>
              <a:pPr algn="ctr">
                <a:lnSpc>
                  <a:spcPts val="2660"/>
                </a:lnSpc>
              </a:pPr>
            </a:p>
          </p:txBody>
        </p:sp>
      </p:grpSp>
      <p:sp>
        <p:nvSpPr>
          <p:cNvPr name="Freeform 20" id="20"/>
          <p:cNvSpPr/>
          <p:nvPr/>
        </p:nvSpPr>
        <p:spPr>
          <a:xfrm flipH="false" flipV="false" rot="0">
            <a:off x="6969955" y="4575504"/>
            <a:ext cx="2503415" cy="907488"/>
          </a:xfrm>
          <a:custGeom>
            <a:avLst/>
            <a:gdLst/>
            <a:ahLst/>
            <a:cxnLst/>
            <a:rect r="r" b="b" t="t" l="l"/>
            <a:pathLst>
              <a:path h="907488" w="2503415">
                <a:moveTo>
                  <a:pt x="0" y="0"/>
                </a:moveTo>
                <a:lnTo>
                  <a:pt x="2503414" y="0"/>
                </a:lnTo>
                <a:lnTo>
                  <a:pt x="2503414" y="907488"/>
                </a:lnTo>
                <a:lnTo>
                  <a:pt x="0" y="9074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155945" y="4658149"/>
            <a:ext cx="2503415" cy="907488"/>
          </a:xfrm>
          <a:custGeom>
            <a:avLst/>
            <a:gdLst/>
            <a:ahLst/>
            <a:cxnLst/>
            <a:rect r="r" b="b" t="t" l="l"/>
            <a:pathLst>
              <a:path h="907488" w="2503415">
                <a:moveTo>
                  <a:pt x="0" y="0"/>
                </a:moveTo>
                <a:lnTo>
                  <a:pt x="2503415" y="0"/>
                </a:lnTo>
                <a:lnTo>
                  <a:pt x="2503415" y="907488"/>
                </a:lnTo>
                <a:lnTo>
                  <a:pt x="0" y="9074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true" rot="0">
            <a:off x="4027006" y="5522729"/>
            <a:ext cx="2503415" cy="907488"/>
          </a:xfrm>
          <a:custGeom>
            <a:avLst/>
            <a:gdLst/>
            <a:ahLst/>
            <a:cxnLst/>
            <a:rect r="r" b="b" t="t" l="l"/>
            <a:pathLst>
              <a:path h="907488" w="2503415">
                <a:moveTo>
                  <a:pt x="0" y="907488"/>
                </a:moveTo>
                <a:lnTo>
                  <a:pt x="2503414" y="907488"/>
                </a:lnTo>
                <a:lnTo>
                  <a:pt x="2503414" y="0"/>
                </a:lnTo>
                <a:lnTo>
                  <a:pt x="0" y="0"/>
                </a:lnTo>
                <a:lnTo>
                  <a:pt x="0" y="90748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true" rot="0">
            <a:off x="9969614" y="5504137"/>
            <a:ext cx="2503415" cy="907488"/>
          </a:xfrm>
          <a:custGeom>
            <a:avLst/>
            <a:gdLst/>
            <a:ahLst/>
            <a:cxnLst/>
            <a:rect r="r" b="b" t="t" l="l"/>
            <a:pathLst>
              <a:path h="907488" w="2503415">
                <a:moveTo>
                  <a:pt x="0" y="907488"/>
                </a:moveTo>
                <a:lnTo>
                  <a:pt x="2503414" y="907488"/>
                </a:lnTo>
                <a:lnTo>
                  <a:pt x="2503414" y="0"/>
                </a:lnTo>
                <a:lnTo>
                  <a:pt x="0" y="0"/>
                </a:lnTo>
                <a:lnTo>
                  <a:pt x="0" y="90748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0">
            <a:off x="13609667" y="4181645"/>
            <a:ext cx="1153874" cy="1322492"/>
          </a:xfrm>
          <a:custGeom>
            <a:avLst/>
            <a:gdLst/>
            <a:ahLst/>
            <a:cxnLst/>
            <a:rect r="r" b="b" t="t" l="l"/>
            <a:pathLst>
              <a:path h="1322492" w="1153874">
                <a:moveTo>
                  <a:pt x="0" y="0"/>
                </a:moveTo>
                <a:lnTo>
                  <a:pt x="1153875" y="0"/>
                </a:lnTo>
                <a:lnTo>
                  <a:pt x="1153875" y="1322492"/>
                </a:lnTo>
                <a:lnTo>
                  <a:pt x="0" y="13224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5" id="25"/>
          <p:cNvGrpSpPr/>
          <p:nvPr/>
        </p:nvGrpSpPr>
        <p:grpSpPr>
          <a:xfrm rot="0">
            <a:off x="1766249" y="2180645"/>
            <a:ext cx="1282806" cy="1282806"/>
            <a:chOff x="0" y="0"/>
            <a:chExt cx="1710409" cy="1710409"/>
          </a:xfrm>
        </p:grpSpPr>
        <p:grpSp>
          <p:nvGrpSpPr>
            <p:cNvPr name="Group 26" id="26"/>
            <p:cNvGrpSpPr/>
            <p:nvPr/>
          </p:nvGrpSpPr>
          <p:grpSpPr>
            <a:xfrm rot="0">
              <a:off x="0" y="0"/>
              <a:ext cx="1710409" cy="1710409"/>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9" id="29"/>
            <p:cNvSpPr/>
            <p:nvPr/>
          </p:nvSpPr>
          <p:spPr>
            <a:xfrm flipH="false" flipV="false" rot="0">
              <a:off x="387547" y="321501"/>
              <a:ext cx="935315" cy="1067406"/>
            </a:xfrm>
            <a:custGeom>
              <a:avLst/>
              <a:gdLst/>
              <a:ahLst/>
              <a:cxnLst/>
              <a:rect r="r" b="b" t="t" l="l"/>
              <a:pathLst>
                <a:path h="1067406" w="935315">
                  <a:moveTo>
                    <a:pt x="0" y="0"/>
                  </a:moveTo>
                  <a:lnTo>
                    <a:pt x="935315" y="0"/>
                  </a:lnTo>
                  <a:lnTo>
                    <a:pt x="935315" y="1067407"/>
                  </a:lnTo>
                  <a:lnTo>
                    <a:pt x="0" y="10674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30" id="30"/>
          <p:cNvGrpSpPr/>
          <p:nvPr/>
        </p:nvGrpSpPr>
        <p:grpSpPr>
          <a:xfrm rot="0">
            <a:off x="4637310" y="7722267"/>
            <a:ext cx="1282806" cy="1282806"/>
            <a:chOff x="0" y="0"/>
            <a:chExt cx="1710409" cy="1710409"/>
          </a:xfrm>
        </p:grpSpPr>
        <p:grpSp>
          <p:nvGrpSpPr>
            <p:cNvPr name="Group 31" id="31"/>
            <p:cNvGrpSpPr/>
            <p:nvPr/>
          </p:nvGrpSpPr>
          <p:grpSpPr>
            <a:xfrm rot="0">
              <a:off x="0" y="0"/>
              <a:ext cx="1710409" cy="1710409"/>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34" id="34"/>
            <p:cNvSpPr/>
            <p:nvPr/>
          </p:nvSpPr>
          <p:spPr>
            <a:xfrm flipH="false" flipV="false" rot="0">
              <a:off x="329852" y="329852"/>
              <a:ext cx="1050705" cy="1050705"/>
            </a:xfrm>
            <a:custGeom>
              <a:avLst/>
              <a:gdLst/>
              <a:ahLst/>
              <a:cxnLst/>
              <a:rect r="r" b="b" t="t" l="l"/>
              <a:pathLst>
                <a:path h="1050705" w="1050705">
                  <a:moveTo>
                    <a:pt x="0" y="0"/>
                  </a:moveTo>
                  <a:lnTo>
                    <a:pt x="1050705" y="0"/>
                  </a:lnTo>
                  <a:lnTo>
                    <a:pt x="1050705" y="1050705"/>
                  </a:lnTo>
                  <a:lnTo>
                    <a:pt x="0" y="1050705"/>
                  </a:lnTo>
                  <a:lnTo>
                    <a:pt x="0" y="0"/>
                  </a:lnTo>
                  <a:close/>
                </a:path>
              </a:pathLst>
            </a:custGeom>
            <a:blipFill>
              <a:blip r:embed="rId8"/>
              <a:stretch>
                <a:fillRect l="0" t="0" r="0" b="0"/>
              </a:stretch>
            </a:blipFill>
          </p:spPr>
        </p:sp>
      </p:grpSp>
      <p:grpSp>
        <p:nvGrpSpPr>
          <p:cNvPr name="Group 35" id="35"/>
          <p:cNvGrpSpPr/>
          <p:nvPr/>
        </p:nvGrpSpPr>
        <p:grpSpPr>
          <a:xfrm rot="0">
            <a:off x="7580259" y="2155445"/>
            <a:ext cx="1282806" cy="1282806"/>
            <a:chOff x="0" y="0"/>
            <a:chExt cx="1710409" cy="1710409"/>
          </a:xfrm>
        </p:grpSpPr>
        <p:grpSp>
          <p:nvGrpSpPr>
            <p:cNvPr name="Group 36" id="36"/>
            <p:cNvGrpSpPr/>
            <p:nvPr/>
          </p:nvGrpSpPr>
          <p:grpSpPr>
            <a:xfrm rot="0">
              <a:off x="0" y="0"/>
              <a:ext cx="1710409" cy="1710409"/>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39" id="39"/>
            <p:cNvSpPr/>
            <p:nvPr/>
          </p:nvSpPr>
          <p:spPr>
            <a:xfrm flipH="false" flipV="false" rot="0">
              <a:off x="283310" y="369095"/>
              <a:ext cx="1143788" cy="972220"/>
            </a:xfrm>
            <a:custGeom>
              <a:avLst/>
              <a:gdLst/>
              <a:ahLst/>
              <a:cxnLst/>
              <a:rect r="r" b="b" t="t" l="l"/>
              <a:pathLst>
                <a:path h="972220" w="1143788">
                  <a:moveTo>
                    <a:pt x="0" y="0"/>
                  </a:moveTo>
                  <a:lnTo>
                    <a:pt x="1143788" y="0"/>
                  </a:lnTo>
                  <a:lnTo>
                    <a:pt x="1143788" y="972219"/>
                  </a:lnTo>
                  <a:lnTo>
                    <a:pt x="0" y="97221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sp>
        <p:nvSpPr>
          <p:cNvPr name="AutoShape 40" id="40"/>
          <p:cNvSpPr/>
          <p:nvPr/>
        </p:nvSpPr>
        <p:spPr>
          <a:xfrm>
            <a:off x="5274326" y="6863702"/>
            <a:ext cx="4387" cy="858565"/>
          </a:xfrm>
          <a:prstGeom prst="line">
            <a:avLst/>
          </a:prstGeom>
          <a:ln cap="flat" w="38100">
            <a:gradFill>
              <a:gsLst>
                <a:gs pos="0">
                  <a:srgbClr val="226214">
                    <a:alpha val="100000"/>
                  </a:srgbClr>
                </a:gs>
                <a:gs pos="100000">
                  <a:srgbClr val="43CC25">
                    <a:alpha val="100000"/>
                  </a:srgbClr>
                </a:gs>
              </a:gsLst>
              <a:lin ang="5400000"/>
            </a:gradFill>
            <a:prstDash val="solid"/>
            <a:headEnd type="none" len="sm" w="sm"/>
            <a:tailEnd type="triangle" len="med" w="lg"/>
          </a:ln>
        </p:spPr>
      </p:sp>
      <p:sp>
        <p:nvSpPr>
          <p:cNvPr name="AutoShape 41" id="41"/>
          <p:cNvSpPr/>
          <p:nvPr/>
        </p:nvSpPr>
        <p:spPr>
          <a:xfrm flipV="true">
            <a:off x="2405943" y="3463452"/>
            <a:ext cx="1710" cy="834499"/>
          </a:xfrm>
          <a:prstGeom prst="line">
            <a:avLst/>
          </a:prstGeom>
          <a:ln cap="flat" w="38100">
            <a:gradFill>
              <a:gsLst>
                <a:gs pos="0">
                  <a:srgbClr val="226214">
                    <a:alpha val="100000"/>
                  </a:srgbClr>
                </a:gs>
                <a:gs pos="100000">
                  <a:srgbClr val="43CC25">
                    <a:alpha val="100000"/>
                  </a:srgbClr>
                </a:gs>
              </a:gsLst>
              <a:lin ang="5400000"/>
            </a:gradFill>
            <a:prstDash val="solid"/>
            <a:headEnd type="none" len="sm" w="sm"/>
            <a:tailEnd type="triangle" len="med" w="lg"/>
          </a:ln>
        </p:spPr>
      </p:sp>
      <p:sp>
        <p:nvSpPr>
          <p:cNvPr name="AutoShape 42" id="42"/>
          <p:cNvSpPr/>
          <p:nvPr/>
        </p:nvSpPr>
        <p:spPr>
          <a:xfrm flipH="true">
            <a:off x="11148853" y="6805971"/>
            <a:ext cx="265" cy="873985"/>
          </a:xfrm>
          <a:prstGeom prst="line">
            <a:avLst/>
          </a:prstGeom>
          <a:ln cap="flat" w="38100">
            <a:gradFill>
              <a:gsLst>
                <a:gs pos="0">
                  <a:srgbClr val="731919">
                    <a:alpha val="100000"/>
                  </a:srgbClr>
                </a:gs>
                <a:gs pos="100000">
                  <a:srgbClr val="E52B2B">
                    <a:alpha val="100000"/>
                  </a:srgbClr>
                </a:gs>
              </a:gsLst>
              <a:lin ang="5400000"/>
            </a:gradFill>
            <a:prstDash val="solid"/>
            <a:headEnd type="none" len="sm" w="sm"/>
            <a:tailEnd type="triangle" len="med" w="lg"/>
          </a:ln>
        </p:spPr>
      </p:sp>
      <p:sp>
        <p:nvSpPr>
          <p:cNvPr name="AutoShape 43" id="43"/>
          <p:cNvSpPr/>
          <p:nvPr/>
        </p:nvSpPr>
        <p:spPr>
          <a:xfrm flipV="true">
            <a:off x="8220525" y="3438252"/>
            <a:ext cx="1137" cy="762911"/>
          </a:xfrm>
          <a:prstGeom prst="line">
            <a:avLst/>
          </a:prstGeom>
          <a:ln cap="flat" w="38100">
            <a:gradFill>
              <a:gsLst>
                <a:gs pos="0">
                  <a:srgbClr val="997300">
                    <a:alpha val="100000"/>
                  </a:srgbClr>
                </a:gs>
                <a:gs pos="100000">
                  <a:srgbClr val="FFC000">
                    <a:alpha val="100000"/>
                  </a:srgbClr>
                </a:gs>
              </a:gsLst>
              <a:lin ang="5400000"/>
            </a:gradFill>
            <a:prstDash val="solid"/>
            <a:headEnd type="none" len="sm" w="sm"/>
            <a:tailEnd type="triangle" len="med" w="lg"/>
          </a:ln>
        </p:spPr>
      </p:sp>
      <p:sp>
        <p:nvSpPr>
          <p:cNvPr name="AutoShape 44" id="44"/>
          <p:cNvSpPr/>
          <p:nvPr/>
        </p:nvSpPr>
        <p:spPr>
          <a:xfrm flipV="true">
            <a:off x="14087833" y="3397180"/>
            <a:ext cx="0" cy="750364"/>
          </a:xfrm>
          <a:prstGeom prst="line">
            <a:avLst/>
          </a:prstGeom>
          <a:ln cap="flat" w="38100">
            <a:gradFill>
              <a:gsLst>
                <a:gs pos="0">
                  <a:srgbClr val="731919">
                    <a:alpha val="100000"/>
                  </a:srgbClr>
                </a:gs>
                <a:gs pos="100000">
                  <a:srgbClr val="E52B2B">
                    <a:alpha val="100000"/>
                  </a:srgbClr>
                </a:gs>
              </a:gsLst>
              <a:lin ang="5400000"/>
            </a:gradFill>
            <a:prstDash val="solid"/>
            <a:headEnd type="none" len="sm" w="sm"/>
            <a:tailEnd type="triangle" len="med" w="lg"/>
          </a:ln>
        </p:spPr>
      </p:sp>
      <p:grpSp>
        <p:nvGrpSpPr>
          <p:cNvPr name="Group 45" id="45"/>
          <p:cNvGrpSpPr/>
          <p:nvPr/>
        </p:nvGrpSpPr>
        <p:grpSpPr>
          <a:xfrm rot="0">
            <a:off x="13446430" y="2114374"/>
            <a:ext cx="1282806" cy="1282806"/>
            <a:chOff x="0" y="0"/>
            <a:chExt cx="1710409" cy="1710409"/>
          </a:xfrm>
        </p:grpSpPr>
        <p:grpSp>
          <p:nvGrpSpPr>
            <p:cNvPr name="Group 46" id="46"/>
            <p:cNvGrpSpPr/>
            <p:nvPr/>
          </p:nvGrpSpPr>
          <p:grpSpPr>
            <a:xfrm rot="0">
              <a:off x="0" y="0"/>
              <a:ext cx="1710409" cy="1710409"/>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6161"/>
              </a:solidFill>
            </p:spPr>
          </p:sp>
          <p:sp>
            <p:nvSpPr>
              <p:cNvPr name="TextBox 48" id="4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254779" y="254779"/>
              <a:ext cx="1200851" cy="1200851"/>
            </a:xfrm>
            <a:custGeom>
              <a:avLst/>
              <a:gdLst/>
              <a:ahLst/>
              <a:cxnLst/>
              <a:rect r="r" b="b" t="t" l="l"/>
              <a:pathLst>
                <a:path h="1200851" w="1200851">
                  <a:moveTo>
                    <a:pt x="0" y="0"/>
                  </a:moveTo>
                  <a:lnTo>
                    <a:pt x="1200851" y="0"/>
                  </a:lnTo>
                  <a:lnTo>
                    <a:pt x="1200851" y="1200851"/>
                  </a:lnTo>
                  <a:lnTo>
                    <a:pt x="0" y="120085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50" id="50"/>
          <p:cNvGrpSpPr/>
          <p:nvPr/>
        </p:nvGrpSpPr>
        <p:grpSpPr>
          <a:xfrm rot="0">
            <a:off x="10507449" y="7679956"/>
            <a:ext cx="1282806" cy="1282806"/>
            <a:chOff x="0" y="0"/>
            <a:chExt cx="1710409" cy="1710409"/>
          </a:xfrm>
        </p:grpSpPr>
        <p:grpSp>
          <p:nvGrpSpPr>
            <p:cNvPr name="Group 51" id="51"/>
            <p:cNvGrpSpPr/>
            <p:nvPr/>
          </p:nvGrpSpPr>
          <p:grpSpPr>
            <a:xfrm rot="0">
              <a:off x="0" y="0"/>
              <a:ext cx="1710409" cy="1710409"/>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6161"/>
              </a:solidFill>
            </p:spPr>
          </p:sp>
          <p:sp>
            <p:nvSpPr>
              <p:cNvPr name="TextBox 53" id="5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4" id="54"/>
            <p:cNvSpPr/>
            <p:nvPr/>
          </p:nvSpPr>
          <p:spPr>
            <a:xfrm flipH="false" flipV="false" rot="0">
              <a:off x="267800" y="265986"/>
              <a:ext cx="1174809" cy="1174809"/>
            </a:xfrm>
            <a:custGeom>
              <a:avLst/>
              <a:gdLst/>
              <a:ahLst/>
              <a:cxnLst/>
              <a:rect r="r" b="b" t="t" l="l"/>
              <a:pathLst>
                <a:path h="1174809" w="1174809">
                  <a:moveTo>
                    <a:pt x="0" y="0"/>
                  </a:moveTo>
                  <a:lnTo>
                    <a:pt x="1174809" y="0"/>
                  </a:lnTo>
                  <a:lnTo>
                    <a:pt x="1174809" y="1174808"/>
                  </a:lnTo>
                  <a:lnTo>
                    <a:pt x="0" y="117480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sp>
        <p:nvSpPr>
          <p:cNvPr name="TextBox 55" id="55"/>
          <p:cNvSpPr txBox="true"/>
          <p:nvPr/>
        </p:nvSpPr>
        <p:spPr>
          <a:xfrm rot="0">
            <a:off x="6058352" y="7674642"/>
            <a:ext cx="2445775" cy="510540"/>
          </a:xfrm>
          <a:prstGeom prst="rect">
            <a:avLst/>
          </a:prstGeom>
        </p:spPr>
        <p:txBody>
          <a:bodyPr anchor="t" rtlCol="false" tIns="0" lIns="0" bIns="0" rIns="0">
            <a:spAutoFit/>
          </a:bodyPr>
          <a:lstStyle/>
          <a:p>
            <a:pPr algn="l">
              <a:lnSpc>
                <a:spcPts val="1904"/>
              </a:lnSpc>
            </a:pPr>
            <a:r>
              <a:rPr lang="en-US" sz="1499" b="true">
                <a:solidFill>
                  <a:srgbClr val="000000"/>
                </a:solidFill>
                <a:latin typeface="Codec Pro Bold"/>
                <a:ea typeface="Codec Pro Bold"/>
                <a:cs typeface="Codec Pro Bold"/>
                <a:sym typeface="Codec Pro Bold"/>
              </a:rPr>
              <a:t>F</a:t>
            </a:r>
            <a:r>
              <a:rPr lang="en-US" sz="1499" b="true">
                <a:solidFill>
                  <a:srgbClr val="000000"/>
                </a:solidFill>
                <a:latin typeface="Codec Pro Bold"/>
                <a:ea typeface="Codec Pro Bold"/>
                <a:cs typeface="Codec Pro Bold"/>
                <a:sym typeface="Codec Pro Bold"/>
              </a:rPr>
              <a:t>ase 2 – Análisis y Diseño (Completa)</a:t>
            </a:r>
          </a:p>
        </p:txBody>
      </p:sp>
      <p:sp>
        <p:nvSpPr>
          <p:cNvPr name="TextBox 56" id="56"/>
          <p:cNvSpPr txBox="true"/>
          <p:nvPr/>
        </p:nvSpPr>
        <p:spPr>
          <a:xfrm rot="0">
            <a:off x="6058352" y="8236790"/>
            <a:ext cx="3087609" cy="1324610"/>
          </a:xfrm>
          <a:prstGeom prst="rect">
            <a:avLst/>
          </a:prstGeom>
        </p:spPr>
        <p:txBody>
          <a:bodyPr anchor="t" rtlCol="false" tIns="0" lIns="0" bIns="0" rIns="0">
            <a:spAutoFit/>
          </a:bodyPr>
          <a:lstStyle/>
          <a:p>
            <a:pPr algn="l">
              <a:lnSpc>
                <a:spcPts val="1540"/>
              </a:lnSpc>
            </a:pPr>
            <a:r>
              <a:rPr lang="en-US" sz="1100">
                <a:solidFill>
                  <a:srgbClr val="000000"/>
                </a:solidFill>
                <a:latin typeface="Open Sans"/>
                <a:ea typeface="Open Sans"/>
                <a:cs typeface="Open Sans"/>
                <a:sym typeface="Open Sans"/>
              </a:rPr>
              <a:t>2.1</a:t>
            </a:r>
            <a:r>
              <a:rPr lang="en-US" sz="1100">
                <a:solidFill>
                  <a:srgbClr val="000000"/>
                </a:solidFill>
                <a:latin typeface="Open Sans"/>
                <a:ea typeface="Open Sans"/>
                <a:cs typeface="Open Sans"/>
                <a:sym typeface="Open Sans"/>
              </a:rPr>
              <a:t> Especificación de Requerimientos (ERS)</a:t>
            </a:r>
          </a:p>
          <a:p>
            <a:pPr algn="l">
              <a:lnSpc>
                <a:spcPts val="1540"/>
              </a:lnSpc>
            </a:pPr>
            <a:r>
              <a:rPr lang="en-US" sz="1100">
                <a:solidFill>
                  <a:srgbClr val="000000"/>
                </a:solidFill>
                <a:latin typeface="Open Sans"/>
                <a:ea typeface="Open Sans"/>
                <a:cs typeface="Open Sans"/>
                <a:sym typeface="Open Sans"/>
              </a:rPr>
              <a:t>2.2 Elaborar los Casos de uso </a:t>
            </a:r>
          </a:p>
          <a:p>
            <a:pPr algn="l">
              <a:lnSpc>
                <a:spcPts val="1540"/>
              </a:lnSpc>
            </a:pPr>
            <a:r>
              <a:rPr lang="en-US" sz="1100">
                <a:solidFill>
                  <a:srgbClr val="000000"/>
                </a:solidFill>
                <a:latin typeface="Open Sans"/>
                <a:ea typeface="Open Sans"/>
                <a:cs typeface="Open Sans"/>
                <a:sym typeface="Open Sans"/>
              </a:rPr>
              <a:t>2.3 Documento de los Casos de uso</a:t>
            </a:r>
          </a:p>
          <a:p>
            <a:pPr algn="l">
              <a:lnSpc>
                <a:spcPts val="1540"/>
              </a:lnSpc>
            </a:pPr>
            <a:r>
              <a:rPr lang="en-US" sz="1100">
                <a:solidFill>
                  <a:srgbClr val="000000"/>
                </a:solidFill>
                <a:latin typeface="Open Sans"/>
                <a:ea typeface="Open Sans"/>
                <a:cs typeface="Open Sans"/>
                <a:sym typeface="Open Sans"/>
              </a:rPr>
              <a:t>2.4 Diagrama de clases</a:t>
            </a:r>
          </a:p>
          <a:p>
            <a:pPr algn="l">
              <a:lnSpc>
                <a:spcPts val="1540"/>
              </a:lnSpc>
            </a:pPr>
            <a:r>
              <a:rPr lang="en-US" sz="1100">
                <a:solidFill>
                  <a:srgbClr val="000000"/>
                </a:solidFill>
                <a:latin typeface="Open Sans"/>
                <a:ea typeface="Open Sans"/>
                <a:cs typeface="Open Sans"/>
                <a:sym typeface="Open Sans"/>
              </a:rPr>
              <a:t>2.5 Modelos de Datos y Arquitectura</a:t>
            </a:r>
          </a:p>
          <a:p>
            <a:pPr algn="l">
              <a:lnSpc>
                <a:spcPts val="1540"/>
              </a:lnSpc>
            </a:pPr>
            <a:r>
              <a:rPr lang="en-US" sz="1100">
                <a:solidFill>
                  <a:srgbClr val="000000"/>
                </a:solidFill>
                <a:latin typeface="Open Sans"/>
                <a:ea typeface="Open Sans"/>
                <a:cs typeface="Open Sans"/>
                <a:sym typeface="Open Sans"/>
              </a:rPr>
              <a:t>2.6 Mockups</a:t>
            </a:r>
          </a:p>
          <a:p>
            <a:pPr algn="l">
              <a:lnSpc>
                <a:spcPts val="1540"/>
              </a:lnSpc>
            </a:pPr>
            <a:r>
              <a:rPr lang="en-US" sz="1100">
                <a:solidFill>
                  <a:srgbClr val="000000"/>
                </a:solidFill>
                <a:latin typeface="Open Sans"/>
                <a:ea typeface="Open Sans"/>
                <a:cs typeface="Open Sans"/>
                <a:sym typeface="Open Sans"/>
              </a:rPr>
              <a:t>2.7 Entregable asociado: Prototipos validados</a:t>
            </a:r>
          </a:p>
        </p:txBody>
      </p:sp>
      <p:sp>
        <p:nvSpPr>
          <p:cNvPr name="TextBox 57" id="57"/>
          <p:cNvSpPr txBox="true"/>
          <p:nvPr/>
        </p:nvSpPr>
        <p:spPr>
          <a:xfrm rot="0">
            <a:off x="3139214" y="2189928"/>
            <a:ext cx="2624268" cy="510540"/>
          </a:xfrm>
          <a:prstGeom prst="rect">
            <a:avLst/>
          </a:prstGeom>
        </p:spPr>
        <p:txBody>
          <a:bodyPr anchor="t" rtlCol="false" tIns="0" lIns="0" bIns="0" rIns="0">
            <a:spAutoFit/>
          </a:bodyPr>
          <a:lstStyle/>
          <a:p>
            <a:pPr algn="l">
              <a:lnSpc>
                <a:spcPts val="1904"/>
              </a:lnSpc>
            </a:pPr>
            <a:r>
              <a:rPr lang="en-US" sz="1499" b="true">
                <a:solidFill>
                  <a:srgbClr val="000000"/>
                </a:solidFill>
                <a:latin typeface="Codec Pro Bold"/>
                <a:ea typeface="Codec Pro Bold"/>
                <a:cs typeface="Codec Pro Bold"/>
                <a:sym typeface="Codec Pro Bold"/>
              </a:rPr>
              <a:t>F</a:t>
            </a:r>
            <a:r>
              <a:rPr lang="en-US" sz="1499" b="true">
                <a:solidFill>
                  <a:srgbClr val="000000"/>
                </a:solidFill>
                <a:latin typeface="Codec Pro Bold"/>
                <a:ea typeface="Codec Pro Bold"/>
                <a:cs typeface="Codec Pro Bold"/>
                <a:sym typeface="Codec Pro Bold"/>
              </a:rPr>
              <a:t>ase 1 – Planificación Inicial (Completa)</a:t>
            </a:r>
          </a:p>
        </p:txBody>
      </p:sp>
      <p:sp>
        <p:nvSpPr>
          <p:cNvPr name="TextBox 58" id="58"/>
          <p:cNvSpPr txBox="true"/>
          <p:nvPr/>
        </p:nvSpPr>
        <p:spPr>
          <a:xfrm rot="0">
            <a:off x="3139214" y="2736727"/>
            <a:ext cx="2780902" cy="943610"/>
          </a:xfrm>
          <a:prstGeom prst="rect">
            <a:avLst/>
          </a:prstGeom>
        </p:spPr>
        <p:txBody>
          <a:bodyPr anchor="t" rtlCol="false" tIns="0" lIns="0" bIns="0" rIns="0">
            <a:spAutoFit/>
          </a:bodyPr>
          <a:lstStyle/>
          <a:p>
            <a:pPr algn="l">
              <a:lnSpc>
                <a:spcPts val="1540"/>
              </a:lnSpc>
            </a:pPr>
            <a:r>
              <a:rPr lang="en-US" sz="1100">
                <a:solidFill>
                  <a:srgbClr val="000000"/>
                </a:solidFill>
                <a:latin typeface="Open Sans"/>
                <a:ea typeface="Open Sans"/>
                <a:cs typeface="Open Sans"/>
                <a:sym typeface="Open Sans"/>
              </a:rPr>
              <a:t>1.1 Ac</a:t>
            </a:r>
            <a:r>
              <a:rPr lang="en-US" sz="1100">
                <a:solidFill>
                  <a:srgbClr val="000000"/>
                </a:solidFill>
                <a:latin typeface="Open Sans"/>
                <a:ea typeface="Open Sans"/>
                <a:cs typeface="Open Sans"/>
                <a:sym typeface="Open Sans"/>
              </a:rPr>
              <a:t>ta de Constitución del Proyecto</a:t>
            </a:r>
          </a:p>
          <a:p>
            <a:pPr algn="l">
              <a:lnSpc>
                <a:spcPts val="1540"/>
              </a:lnSpc>
            </a:pPr>
            <a:r>
              <a:rPr lang="en-US" sz="1100">
                <a:solidFill>
                  <a:srgbClr val="000000"/>
                </a:solidFill>
                <a:latin typeface="Open Sans"/>
                <a:ea typeface="Open Sans"/>
                <a:cs typeface="Open Sans"/>
                <a:sym typeface="Open Sans"/>
              </a:rPr>
              <a:t>1.2 EDT y Diccionario</a:t>
            </a:r>
          </a:p>
          <a:p>
            <a:pPr algn="l">
              <a:lnSpc>
                <a:spcPts val="1540"/>
              </a:lnSpc>
            </a:pPr>
            <a:r>
              <a:rPr lang="en-US" sz="1100">
                <a:solidFill>
                  <a:srgbClr val="000000"/>
                </a:solidFill>
                <a:latin typeface="Open Sans"/>
                <a:ea typeface="Open Sans"/>
                <a:cs typeface="Open Sans"/>
                <a:sym typeface="Open Sans"/>
              </a:rPr>
              <a:t>1.4 Matriz de Responsabilidades (RACI)</a:t>
            </a:r>
          </a:p>
          <a:p>
            <a:pPr algn="l">
              <a:lnSpc>
                <a:spcPts val="1540"/>
              </a:lnSpc>
            </a:pPr>
            <a:r>
              <a:rPr lang="en-US" sz="1100">
                <a:solidFill>
                  <a:srgbClr val="000000"/>
                </a:solidFill>
                <a:latin typeface="Open Sans"/>
                <a:ea typeface="Open Sans"/>
                <a:cs typeface="Open Sans"/>
                <a:sym typeface="Open Sans"/>
              </a:rPr>
              <a:t>1.5 Matriz de Riesgos inicial</a:t>
            </a:r>
          </a:p>
          <a:p>
            <a:pPr algn="l">
              <a:lnSpc>
                <a:spcPts val="1540"/>
              </a:lnSpc>
            </a:pPr>
            <a:r>
              <a:rPr lang="en-US" sz="1100">
                <a:solidFill>
                  <a:srgbClr val="000000"/>
                </a:solidFill>
                <a:latin typeface="Open Sans"/>
                <a:ea typeface="Open Sans"/>
                <a:cs typeface="Open Sans"/>
                <a:sym typeface="Open Sans"/>
              </a:rPr>
              <a:t>1.6 Plan de Pruebas Inicial</a:t>
            </a:r>
          </a:p>
        </p:txBody>
      </p:sp>
      <p:sp>
        <p:nvSpPr>
          <p:cNvPr name="TextBox 59" id="59"/>
          <p:cNvSpPr txBox="true"/>
          <p:nvPr/>
        </p:nvSpPr>
        <p:spPr>
          <a:xfrm rot="0">
            <a:off x="11914081" y="7674642"/>
            <a:ext cx="2815156" cy="510540"/>
          </a:xfrm>
          <a:prstGeom prst="rect">
            <a:avLst/>
          </a:prstGeom>
        </p:spPr>
        <p:txBody>
          <a:bodyPr anchor="t" rtlCol="false" tIns="0" lIns="0" bIns="0" rIns="0">
            <a:spAutoFit/>
          </a:bodyPr>
          <a:lstStyle/>
          <a:p>
            <a:pPr algn="l">
              <a:lnSpc>
                <a:spcPts val="1904"/>
              </a:lnSpc>
            </a:pPr>
            <a:r>
              <a:rPr lang="en-US" sz="1499" b="true">
                <a:solidFill>
                  <a:srgbClr val="000000"/>
                </a:solidFill>
                <a:latin typeface="Codec Pro Bold"/>
                <a:ea typeface="Codec Pro Bold"/>
                <a:cs typeface="Codec Pro Bold"/>
                <a:sym typeface="Codec Pro Bold"/>
              </a:rPr>
              <a:t>F</a:t>
            </a:r>
            <a:r>
              <a:rPr lang="en-US" sz="1499" b="true">
                <a:solidFill>
                  <a:srgbClr val="000000"/>
                </a:solidFill>
                <a:latin typeface="Codec Pro Bold"/>
                <a:ea typeface="Codec Pro Bold"/>
                <a:cs typeface="Codec Pro Bold"/>
                <a:sym typeface="Codec Pro Bold"/>
              </a:rPr>
              <a:t>ase 4 – Integración y Pruebas (Pendiente)</a:t>
            </a:r>
          </a:p>
        </p:txBody>
      </p:sp>
      <p:sp>
        <p:nvSpPr>
          <p:cNvPr name="TextBox 60" id="60"/>
          <p:cNvSpPr txBox="true"/>
          <p:nvPr/>
        </p:nvSpPr>
        <p:spPr>
          <a:xfrm rot="0">
            <a:off x="11914081" y="8236790"/>
            <a:ext cx="2598480" cy="562610"/>
          </a:xfrm>
          <a:prstGeom prst="rect">
            <a:avLst/>
          </a:prstGeom>
        </p:spPr>
        <p:txBody>
          <a:bodyPr anchor="t" rtlCol="false" tIns="0" lIns="0" bIns="0" rIns="0">
            <a:spAutoFit/>
          </a:bodyPr>
          <a:lstStyle/>
          <a:p>
            <a:pPr algn="l">
              <a:lnSpc>
                <a:spcPts val="1540"/>
              </a:lnSpc>
            </a:pPr>
            <a:r>
              <a:rPr lang="en-US" sz="1100">
                <a:solidFill>
                  <a:srgbClr val="000000"/>
                </a:solidFill>
                <a:latin typeface="Open Sans"/>
                <a:ea typeface="Open Sans"/>
                <a:cs typeface="Open Sans"/>
                <a:sym typeface="Open Sans"/>
              </a:rPr>
              <a:t>4.1</a:t>
            </a:r>
            <a:r>
              <a:rPr lang="en-US" sz="1100">
                <a:solidFill>
                  <a:srgbClr val="000000"/>
                </a:solidFill>
                <a:latin typeface="Open Sans"/>
                <a:ea typeface="Open Sans"/>
                <a:cs typeface="Open Sans"/>
                <a:sym typeface="Open Sans"/>
              </a:rPr>
              <a:t> Integración de Módulos</a:t>
            </a:r>
          </a:p>
          <a:p>
            <a:pPr algn="l">
              <a:lnSpc>
                <a:spcPts val="1540"/>
              </a:lnSpc>
            </a:pPr>
            <a:r>
              <a:rPr lang="en-US" sz="1100">
                <a:solidFill>
                  <a:srgbClr val="000000"/>
                </a:solidFill>
                <a:latin typeface="Open Sans"/>
                <a:ea typeface="Open Sans"/>
                <a:cs typeface="Open Sans"/>
                <a:sym typeface="Open Sans"/>
              </a:rPr>
              <a:t>4.2 Pruebas de Rendimiento y Ajustes</a:t>
            </a:r>
          </a:p>
          <a:p>
            <a:pPr algn="l">
              <a:lnSpc>
                <a:spcPts val="1540"/>
              </a:lnSpc>
            </a:pPr>
            <a:r>
              <a:rPr lang="en-US" sz="1100">
                <a:solidFill>
                  <a:srgbClr val="000000"/>
                </a:solidFill>
                <a:latin typeface="Open Sans"/>
                <a:ea typeface="Open Sans"/>
                <a:cs typeface="Open Sans"/>
                <a:sym typeface="Open Sans"/>
              </a:rPr>
              <a:t>4.3 Pruebas Finales (UAT)</a:t>
            </a:r>
          </a:p>
        </p:txBody>
      </p:sp>
      <p:sp>
        <p:nvSpPr>
          <p:cNvPr name="TextBox 61" id="61"/>
          <p:cNvSpPr txBox="true"/>
          <p:nvPr/>
        </p:nvSpPr>
        <p:spPr>
          <a:xfrm rot="0">
            <a:off x="8948790" y="2107820"/>
            <a:ext cx="2272531" cy="510540"/>
          </a:xfrm>
          <a:prstGeom prst="rect">
            <a:avLst/>
          </a:prstGeom>
        </p:spPr>
        <p:txBody>
          <a:bodyPr anchor="t" rtlCol="false" tIns="0" lIns="0" bIns="0" rIns="0">
            <a:spAutoFit/>
          </a:bodyPr>
          <a:lstStyle/>
          <a:p>
            <a:pPr algn="l">
              <a:lnSpc>
                <a:spcPts val="1904"/>
              </a:lnSpc>
            </a:pPr>
            <a:r>
              <a:rPr lang="en-US" sz="1499" b="true">
                <a:solidFill>
                  <a:srgbClr val="000000"/>
                </a:solidFill>
                <a:latin typeface="Codec Pro Bold"/>
                <a:ea typeface="Codec Pro Bold"/>
                <a:cs typeface="Codec Pro Bold"/>
                <a:sym typeface="Codec Pro Bold"/>
              </a:rPr>
              <a:t>F</a:t>
            </a:r>
            <a:r>
              <a:rPr lang="en-US" sz="1499" b="true">
                <a:solidFill>
                  <a:srgbClr val="000000"/>
                </a:solidFill>
                <a:latin typeface="Codec Pro Bold"/>
                <a:ea typeface="Codec Pro Bold"/>
                <a:cs typeface="Codec Pro Bold"/>
                <a:sym typeface="Codec Pro Bold"/>
              </a:rPr>
              <a:t>ase 3 – Construcción (Iniciando)</a:t>
            </a:r>
          </a:p>
        </p:txBody>
      </p:sp>
      <p:sp>
        <p:nvSpPr>
          <p:cNvPr name="TextBox 62" id="62"/>
          <p:cNvSpPr txBox="true"/>
          <p:nvPr/>
        </p:nvSpPr>
        <p:spPr>
          <a:xfrm rot="0">
            <a:off x="8948790" y="2612552"/>
            <a:ext cx="2841466" cy="753110"/>
          </a:xfrm>
          <a:prstGeom prst="rect">
            <a:avLst/>
          </a:prstGeom>
        </p:spPr>
        <p:txBody>
          <a:bodyPr anchor="t" rtlCol="false" tIns="0" lIns="0" bIns="0" rIns="0">
            <a:spAutoFit/>
          </a:bodyPr>
          <a:lstStyle/>
          <a:p>
            <a:pPr algn="l">
              <a:lnSpc>
                <a:spcPts val="1540"/>
              </a:lnSpc>
            </a:pPr>
            <a:r>
              <a:rPr lang="en-US" sz="1100">
                <a:solidFill>
                  <a:srgbClr val="000000"/>
                </a:solidFill>
                <a:latin typeface="Open Sans"/>
                <a:ea typeface="Open Sans"/>
                <a:cs typeface="Open Sans"/>
                <a:sym typeface="Open Sans"/>
              </a:rPr>
              <a:t>3.1 Desarrollo de Módulos Funcionales</a:t>
            </a:r>
          </a:p>
          <a:p>
            <a:pPr algn="l">
              <a:lnSpc>
                <a:spcPts val="1540"/>
              </a:lnSpc>
            </a:pPr>
            <a:r>
              <a:rPr lang="en-US" sz="1100">
                <a:solidFill>
                  <a:srgbClr val="000000"/>
                </a:solidFill>
                <a:latin typeface="Open Sans"/>
                <a:ea typeface="Open Sans"/>
                <a:cs typeface="Open Sans"/>
                <a:sym typeface="Open Sans"/>
              </a:rPr>
              <a:t>3.2 Base de Datos y Scripts</a:t>
            </a:r>
          </a:p>
          <a:p>
            <a:pPr algn="l">
              <a:lnSpc>
                <a:spcPts val="1540"/>
              </a:lnSpc>
            </a:pPr>
            <a:r>
              <a:rPr lang="en-US" sz="1100">
                <a:solidFill>
                  <a:srgbClr val="000000"/>
                </a:solidFill>
                <a:latin typeface="Open Sans"/>
                <a:ea typeface="Open Sans"/>
                <a:cs typeface="Open Sans"/>
                <a:sym typeface="Open Sans"/>
              </a:rPr>
              <a:t>3.3 Minutas de Control</a:t>
            </a:r>
          </a:p>
          <a:p>
            <a:pPr algn="l">
              <a:lnSpc>
                <a:spcPts val="1540"/>
              </a:lnSpc>
            </a:pPr>
            <a:r>
              <a:rPr lang="en-US" sz="1100">
                <a:solidFill>
                  <a:srgbClr val="000000"/>
                </a:solidFill>
                <a:latin typeface="Open Sans"/>
                <a:ea typeface="Open Sans"/>
                <a:cs typeface="Open Sans"/>
                <a:sym typeface="Open Sans"/>
              </a:rPr>
              <a:t>3.4 Verificación de Alcances</a:t>
            </a:r>
          </a:p>
        </p:txBody>
      </p:sp>
      <p:sp>
        <p:nvSpPr>
          <p:cNvPr name="TextBox 63" id="63"/>
          <p:cNvSpPr txBox="true"/>
          <p:nvPr/>
        </p:nvSpPr>
        <p:spPr>
          <a:xfrm rot="0">
            <a:off x="14814962" y="2133020"/>
            <a:ext cx="3058848" cy="510540"/>
          </a:xfrm>
          <a:prstGeom prst="rect">
            <a:avLst/>
          </a:prstGeom>
        </p:spPr>
        <p:txBody>
          <a:bodyPr anchor="t" rtlCol="false" tIns="0" lIns="0" bIns="0" rIns="0">
            <a:spAutoFit/>
          </a:bodyPr>
          <a:lstStyle/>
          <a:p>
            <a:pPr algn="l">
              <a:lnSpc>
                <a:spcPts val="1904"/>
              </a:lnSpc>
            </a:pPr>
            <a:r>
              <a:rPr lang="en-US" sz="1499" b="true">
                <a:solidFill>
                  <a:srgbClr val="000000"/>
                </a:solidFill>
                <a:latin typeface="Codec Pro Bold"/>
                <a:ea typeface="Codec Pro Bold"/>
                <a:cs typeface="Codec Pro Bold"/>
                <a:sym typeface="Codec Pro Bold"/>
              </a:rPr>
              <a:t>F</a:t>
            </a:r>
            <a:r>
              <a:rPr lang="en-US" sz="1499" b="true">
                <a:solidFill>
                  <a:srgbClr val="000000"/>
                </a:solidFill>
                <a:latin typeface="Codec Pro Bold"/>
                <a:ea typeface="Codec Pro Bold"/>
                <a:cs typeface="Codec Pro Bold"/>
                <a:sym typeface="Codec Pro Bold"/>
              </a:rPr>
              <a:t>ase 5 – Implementación y Cierre (Pendiente)</a:t>
            </a:r>
          </a:p>
        </p:txBody>
      </p:sp>
      <p:sp>
        <p:nvSpPr>
          <p:cNvPr name="TextBox 64" id="64"/>
          <p:cNvSpPr txBox="true"/>
          <p:nvPr/>
        </p:nvSpPr>
        <p:spPr>
          <a:xfrm rot="0">
            <a:off x="14821651" y="2651619"/>
            <a:ext cx="3052159" cy="1134110"/>
          </a:xfrm>
          <a:prstGeom prst="rect">
            <a:avLst/>
          </a:prstGeom>
        </p:spPr>
        <p:txBody>
          <a:bodyPr anchor="t" rtlCol="false" tIns="0" lIns="0" bIns="0" rIns="0">
            <a:spAutoFit/>
          </a:bodyPr>
          <a:lstStyle/>
          <a:p>
            <a:pPr algn="l">
              <a:lnSpc>
                <a:spcPts val="1540"/>
              </a:lnSpc>
            </a:pPr>
            <a:r>
              <a:rPr lang="en-US" sz="1100">
                <a:solidFill>
                  <a:srgbClr val="000000"/>
                </a:solidFill>
                <a:latin typeface="Open Sans"/>
                <a:ea typeface="Open Sans"/>
                <a:cs typeface="Open Sans"/>
                <a:sym typeface="Open Sans"/>
              </a:rPr>
              <a:t>5.1</a:t>
            </a:r>
            <a:r>
              <a:rPr lang="en-US" sz="1100">
                <a:solidFill>
                  <a:srgbClr val="000000"/>
                </a:solidFill>
                <a:latin typeface="Open Sans"/>
                <a:ea typeface="Open Sans"/>
                <a:cs typeface="Open Sans"/>
                <a:sym typeface="Open Sans"/>
              </a:rPr>
              <a:t> Documentación de Resultados y Correcciones</a:t>
            </a:r>
          </a:p>
          <a:p>
            <a:pPr algn="l">
              <a:lnSpc>
                <a:spcPts val="1540"/>
              </a:lnSpc>
            </a:pPr>
            <a:r>
              <a:rPr lang="en-US" sz="1100">
                <a:solidFill>
                  <a:srgbClr val="000000"/>
                </a:solidFill>
                <a:latin typeface="Open Sans"/>
                <a:ea typeface="Open Sans"/>
                <a:cs typeface="Open Sans"/>
                <a:sym typeface="Open Sans"/>
              </a:rPr>
              <a:t>5.2 Validación con Usuarios Finales</a:t>
            </a:r>
          </a:p>
          <a:p>
            <a:pPr algn="l">
              <a:lnSpc>
                <a:spcPts val="1540"/>
              </a:lnSpc>
            </a:pPr>
            <a:r>
              <a:rPr lang="en-US" sz="1100">
                <a:solidFill>
                  <a:srgbClr val="000000"/>
                </a:solidFill>
                <a:latin typeface="Open Sans"/>
                <a:ea typeface="Open Sans"/>
                <a:cs typeface="Open Sans"/>
                <a:sym typeface="Open Sans"/>
              </a:rPr>
              <a:t>5.3 Plan de Implantación y Soporte</a:t>
            </a:r>
          </a:p>
          <a:p>
            <a:pPr algn="l">
              <a:lnSpc>
                <a:spcPts val="1540"/>
              </a:lnSpc>
            </a:pPr>
            <a:r>
              <a:rPr lang="en-US" sz="1100">
                <a:solidFill>
                  <a:srgbClr val="000000"/>
                </a:solidFill>
                <a:latin typeface="Open Sans"/>
                <a:ea typeface="Open Sans"/>
                <a:cs typeface="Open Sans"/>
                <a:sym typeface="Open Sans"/>
              </a:rPr>
              <a:t>5.4 Manuales de Usuario y Administrador</a:t>
            </a:r>
          </a:p>
          <a:p>
            <a:pPr algn="l">
              <a:lnSpc>
                <a:spcPts val="1540"/>
              </a:lnSpc>
            </a:pPr>
            <a:r>
              <a:rPr lang="en-US" sz="1100">
                <a:solidFill>
                  <a:srgbClr val="000000"/>
                </a:solidFill>
                <a:latin typeface="Open Sans"/>
                <a:ea typeface="Open Sans"/>
                <a:cs typeface="Open Sans"/>
                <a:sym typeface="Open Sans"/>
              </a:rPr>
              <a:t>5.5 Puesta en Marcha en Taller Piloto</a:t>
            </a:r>
          </a:p>
        </p:txBody>
      </p:sp>
      <p:sp>
        <p:nvSpPr>
          <p:cNvPr name="TextBox 65" id="65"/>
          <p:cNvSpPr txBox="true"/>
          <p:nvPr/>
        </p:nvSpPr>
        <p:spPr>
          <a:xfrm rot="0">
            <a:off x="2795854" y="647700"/>
            <a:ext cx="12696293" cy="838200"/>
          </a:xfrm>
          <a:prstGeom prst="rect">
            <a:avLst/>
          </a:prstGeom>
        </p:spPr>
        <p:txBody>
          <a:bodyPr anchor="t" rtlCol="false" tIns="0" lIns="0" bIns="0" rIns="0">
            <a:spAutoFit/>
          </a:bodyPr>
          <a:lstStyle/>
          <a:p>
            <a:pPr algn="l" marL="0" indent="0" lvl="0">
              <a:lnSpc>
                <a:spcPts val="5400"/>
              </a:lnSpc>
              <a:spcBef>
                <a:spcPct val="0"/>
              </a:spcBef>
            </a:pPr>
            <a:r>
              <a:rPr lang="en-US" b="true" sz="6000">
                <a:solidFill>
                  <a:srgbClr val="000000"/>
                </a:solidFill>
                <a:latin typeface="Codec Pro Bold"/>
                <a:ea typeface="Codec Pro Bold"/>
                <a:cs typeface="Codec Pro Bold"/>
                <a:sym typeface="Codec Pro Bold"/>
              </a:rPr>
              <a:t>Planificación General del Proyecto</a:t>
            </a:r>
          </a:p>
        </p:txBody>
      </p:sp>
      <p:sp>
        <p:nvSpPr>
          <p:cNvPr name="TextBox 66" id="66"/>
          <p:cNvSpPr txBox="true"/>
          <p:nvPr/>
        </p:nvSpPr>
        <p:spPr>
          <a:xfrm rot="0">
            <a:off x="4176470" y="1495425"/>
            <a:ext cx="9935061" cy="295275"/>
          </a:xfrm>
          <a:prstGeom prst="rect">
            <a:avLst/>
          </a:prstGeom>
        </p:spPr>
        <p:txBody>
          <a:bodyPr anchor="t" rtlCol="false" tIns="0" lIns="0" bIns="0" rIns="0">
            <a:spAutoFit/>
          </a:bodyPr>
          <a:lstStyle/>
          <a:p>
            <a:pPr algn="ctr" marL="0" indent="0" lvl="0">
              <a:lnSpc>
                <a:spcPts val="1800"/>
              </a:lnSpc>
              <a:spcBef>
                <a:spcPct val="0"/>
              </a:spcBef>
            </a:pPr>
            <a:r>
              <a:rPr lang="en-US" b="true" sz="2000">
                <a:solidFill>
                  <a:srgbClr val="000000"/>
                </a:solidFill>
                <a:latin typeface="Codec Pro Bold"/>
                <a:ea typeface="Codec Pro Bold"/>
                <a:cs typeface="Codec Pro Bold"/>
                <a:sym typeface="Codec Pro Bold"/>
              </a:rPr>
              <a:t>Metodología tradicional en cascada – Duración total: 12 semanas académicas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310800">
            <a:off x="15102065" y="-1131458"/>
            <a:ext cx="4276203" cy="4320316"/>
            <a:chOff x="0" y="0"/>
            <a:chExt cx="1126243" cy="1137861"/>
          </a:xfrm>
        </p:grpSpPr>
        <p:sp>
          <p:nvSpPr>
            <p:cNvPr name="Freeform 3" id="3"/>
            <p:cNvSpPr/>
            <p:nvPr/>
          </p:nvSpPr>
          <p:spPr>
            <a:xfrm flipH="false" flipV="false" rot="0">
              <a:off x="0" y="0"/>
              <a:ext cx="1126243" cy="1137861"/>
            </a:xfrm>
            <a:custGeom>
              <a:avLst/>
              <a:gdLst/>
              <a:ahLst/>
              <a:cxnLst/>
              <a:rect r="r" b="b" t="t" l="l"/>
              <a:pathLst>
                <a:path h="1137861" w="1126243">
                  <a:moveTo>
                    <a:pt x="563121" y="0"/>
                  </a:moveTo>
                  <a:cubicBezTo>
                    <a:pt x="252118" y="0"/>
                    <a:pt x="0" y="254719"/>
                    <a:pt x="0" y="568930"/>
                  </a:cubicBezTo>
                  <a:cubicBezTo>
                    <a:pt x="0" y="883142"/>
                    <a:pt x="252118" y="1137861"/>
                    <a:pt x="563121" y="1137861"/>
                  </a:cubicBezTo>
                  <a:cubicBezTo>
                    <a:pt x="874125" y="1137861"/>
                    <a:pt x="1126243" y="883142"/>
                    <a:pt x="1126243" y="568930"/>
                  </a:cubicBezTo>
                  <a:cubicBezTo>
                    <a:pt x="1126243" y="254719"/>
                    <a:pt x="874125" y="0"/>
                    <a:pt x="563121" y="0"/>
                  </a:cubicBezTo>
                  <a:close/>
                </a:path>
              </a:pathLst>
            </a:custGeom>
            <a:solidFill>
              <a:srgbClr val="FFECD0"/>
            </a:solidFill>
          </p:spPr>
        </p:sp>
        <p:sp>
          <p:nvSpPr>
            <p:cNvPr name="TextBox 4" id="4"/>
            <p:cNvSpPr txBox="true"/>
            <p:nvPr/>
          </p:nvSpPr>
          <p:spPr>
            <a:xfrm>
              <a:off x="105585" y="68574"/>
              <a:ext cx="915072" cy="96261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310800">
            <a:off x="-1461560" y="8511169"/>
            <a:ext cx="3240192" cy="3273617"/>
            <a:chOff x="0" y="0"/>
            <a:chExt cx="1126243" cy="1137861"/>
          </a:xfrm>
        </p:grpSpPr>
        <p:sp>
          <p:nvSpPr>
            <p:cNvPr name="Freeform 6" id="6"/>
            <p:cNvSpPr/>
            <p:nvPr/>
          </p:nvSpPr>
          <p:spPr>
            <a:xfrm flipH="false" flipV="false" rot="0">
              <a:off x="0" y="0"/>
              <a:ext cx="1126243" cy="1137861"/>
            </a:xfrm>
            <a:custGeom>
              <a:avLst/>
              <a:gdLst/>
              <a:ahLst/>
              <a:cxnLst/>
              <a:rect r="r" b="b" t="t" l="l"/>
              <a:pathLst>
                <a:path h="1137861" w="1126243">
                  <a:moveTo>
                    <a:pt x="563121" y="0"/>
                  </a:moveTo>
                  <a:cubicBezTo>
                    <a:pt x="252118" y="0"/>
                    <a:pt x="0" y="254719"/>
                    <a:pt x="0" y="568930"/>
                  </a:cubicBezTo>
                  <a:cubicBezTo>
                    <a:pt x="0" y="883142"/>
                    <a:pt x="252118" y="1137861"/>
                    <a:pt x="563121" y="1137861"/>
                  </a:cubicBezTo>
                  <a:cubicBezTo>
                    <a:pt x="874125" y="1137861"/>
                    <a:pt x="1126243" y="883142"/>
                    <a:pt x="1126243" y="568930"/>
                  </a:cubicBezTo>
                  <a:cubicBezTo>
                    <a:pt x="1126243" y="254719"/>
                    <a:pt x="874125" y="0"/>
                    <a:pt x="563121" y="0"/>
                  </a:cubicBezTo>
                  <a:close/>
                </a:path>
              </a:pathLst>
            </a:custGeom>
            <a:solidFill>
              <a:srgbClr val="FFECD0"/>
            </a:solidFill>
          </p:spPr>
        </p:sp>
        <p:sp>
          <p:nvSpPr>
            <p:cNvPr name="TextBox 7" id="7"/>
            <p:cNvSpPr txBox="true"/>
            <p:nvPr/>
          </p:nvSpPr>
          <p:spPr>
            <a:xfrm>
              <a:off x="105585" y="68574"/>
              <a:ext cx="915072" cy="962612"/>
            </a:xfrm>
            <a:prstGeom prst="rect">
              <a:avLst/>
            </a:prstGeom>
          </p:spPr>
          <p:txBody>
            <a:bodyPr anchor="ctr" rtlCol="false" tIns="50800" lIns="50800" bIns="50800" rIns="50800"/>
            <a:lstStyle/>
            <a:p>
              <a:pPr algn="ctr">
                <a:lnSpc>
                  <a:spcPts val="2659"/>
                </a:lnSpc>
                <a:spcBef>
                  <a:spcPct val="0"/>
                </a:spcBef>
              </a:pPr>
            </a:p>
          </p:txBody>
        </p:sp>
      </p:grpSp>
      <p:pic>
        <p:nvPicPr>
          <p:cNvPr name="Picture 8" id="8"/>
          <p:cNvPicPr>
            <a:picLocks noChangeAspect="true"/>
          </p:cNvPicPr>
          <p:nvPr/>
        </p:nvPicPr>
        <p:blipFill>
          <a:blip r:embed="rId2"/>
          <a:stretch>
            <a:fillRect/>
          </a:stretch>
        </p:blipFill>
        <p:spPr>
          <a:xfrm rot="0">
            <a:off x="-594360" y="2162764"/>
            <a:ext cx="19476720" cy="7491942"/>
          </a:xfrm>
          <a:prstGeom prst="rect">
            <a:avLst/>
          </a:prstGeom>
        </p:spPr>
      </p:pic>
      <p:sp>
        <p:nvSpPr>
          <p:cNvPr name="TextBox 9" id="9"/>
          <p:cNvSpPr txBox="true"/>
          <p:nvPr/>
        </p:nvSpPr>
        <p:spPr>
          <a:xfrm rot="0">
            <a:off x="1028700" y="2092991"/>
            <a:ext cx="12214175" cy="838200"/>
          </a:xfrm>
          <a:prstGeom prst="rect">
            <a:avLst/>
          </a:prstGeom>
        </p:spPr>
        <p:txBody>
          <a:bodyPr anchor="t" rtlCol="false" tIns="0" lIns="0" bIns="0" rIns="0">
            <a:spAutoFit/>
          </a:bodyPr>
          <a:lstStyle/>
          <a:p>
            <a:pPr algn="l" marL="0" indent="0" lvl="0">
              <a:lnSpc>
                <a:spcPts val="5400"/>
              </a:lnSpc>
              <a:spcBef>
                <a:spcPct val="0"/>
              </a:spcBef>
            </a:pPr>
            <a:r>
              <a:rPr lang="en-US" b="true" sz="6000">
                <a:solidFill>
                  <a:srgbClr val="000000"/>
                </a:solidFill>
                <a:latin typeface="Codec Pro Bold"/>
                <a:ea typeface="Codec Pro Bold"/>
                <a:cs typeface="Codec Pro Bold"/>
                <a:sym typeface="Codec Pro Bold"/>
              </a:rPr>
              <a:t>Avan</a:t>
            </a:r>
            <a:r>
              <a:rPr lang="en-US" b="true" sz="6000" strike="noStrike" u="none">
                <a:solidFill>
                  <a:srgbClr val="000000"/>
                </a:solidFill>
                <a:latin typeface="Codec Pro Bold"/>
                <a:ea typeface="Codec Pro Bold"/>
                <a:cs typeface="Codec Pro Bold"/>
                <a:sym typeface="Codec Pro Bold"/>
              </a:rPr>
              <a:t>ce </a:t>
            </a:r>
            <a:r>
              <a:rPr lang="en-US" b="true" sz="6000" strike="noStrike" u="none">
                <a:solidFill>
                  <a:srgbClr val="000000"/>
                </a:solidFill>
                <a:latin typeface="Codec Pro Bold"/>
                <a:ea typeface="Codec Pro Bold"/>
                <a:cs typeface="Codec Pro Bold"/>
                <a:sym typeface="Codec Pro Bold"/>
              </a:rPr>
              <a:t>Es</a:t>
            </a:r>
            <a:r>
              <a:rPr lang="en-US" b="true" sz="6000" strike="noStrike" u="none">
                <a:solidFill>
                  <a:srgbClr val="000000"/>
                </a:solidFill>
                <a:latin typeface="Codec Pro Bold"/>
                <a:ea typeface="Codec Pro Bold"/>
                <a:cs typeface="Codec Pro Bold"/>
                <a:sym typeface="Codec Pro Bold"/>
              </a:rPr>
              <a:t>pe</a:t>
            </a:r>
            <a:r>
              <a:rPr lang="en-US" b="true" sz="6000" strike="noStrike" u="none">
                <a:solidFill>
                  <a:srgbClr val="000000"/>
                </a:solidFill>
                <a:latin typeface="Codec Pro Bold"/>
                <a:ea typeface="Codec Pro Bold"/>
                <a:cs typeface="Codec Pro Bold"/>
                <a:sym typeface="Codec Pro Bold"/>
              </a:rPr>
              <a:t>rado </a:t>
            </a:r>
            <a:r>
              <a:rPr lang="en-US" b="true" sz="6000" strike="noStrike" u="none">
                <a:solidFill>
                  <a:srgbClr val="000000"/>
                </a:solidFill>
                <a:latin typeface="Codec Pro Bold"/>
                <a:ea typeface="Codec Pro Bold"/>
                <a:cs typeface="Codec Pro Bold"/>
                <a:sym typeface="Codec Pro Bold"/>
              </a:rPr>
              <a:t>vs</a:t>
            </a:r>
            <a:r>
              <a:rPr lang="en-US" b="true" sz="6000" strike="noStrike" u="none">
                <a:solidFill>
                  <a:srgbClr val="000000"/>
                </a:solidFill>
                <a:latin typeface="Codec Pro Bold"/>
                <a:ea typeface="Codec Pro Bold"/>
                <a:cs typeface="Codec Pro Bold"/>
                <a:sym typeface="Codec Pro Bold"/>
              </a:rPr>
              <a:t> Avance Real</a:t>
            </a:r>
          </a:p>
        </p:txBody>
      </p:sp>
      <p:sp>
        <p:nvSpPr>
          <p:cNvPr name="Freeform 10" id="10"/>
          <p:cNvSpPr/>
          <p:nvPr/>
        </p:nvSpPr>
        <p:spPr>
          <a:xfrm flipH="false" flipV="false" rot="0">
            <a:off x="14222057" y="571500"/>
            <a:ext cx="2749666" cy="2890582"/>
          </a:xfrm>
          <a:custGeom>
            <a:avLst/>
            <a:gdLst/>
            <a:ahLst/>
            <a:cxnLst/>
            <a:rect r="r" b="b" t="t" l="l"/>
            <a:pathLst>
              <a:path h="2890582" w="2749666">
                <a:moveTo>
                  <a:pt x="0" y="0"/>
                </a:moveTo>
                <a:lnTo>
                  <a:pt x="2749666" y="0"/>
                </a:lnTo>
                <a:lnTo>
                  <a:pt x="2749666" y="2890582"/>
                </a:lnTo>
                <a:lnTo>
                  <a:pt x="0" y="28905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537371" y="8609183"/>
            <a:ext cx="15213258" cy="295275"/>
          </a:xfrm>
          <a:prstGeom prst="rect">
            <a:avLst/>
          </a:prstGeom>
        </p:spPr>
        <p:txBody>
          <a:bodyPr anchor="t" rtlCol="false" tIns="0" lIns="0" bIns="0" rIns="0">
            <a:spAutoFit/>
          </a:bodyPr>
          <a:lstStyle/>
          <a:p>
            <a:pPr algn="l" marL="0" indent="0" lvl="0">
              <a:lnSpc>
                <a:spcPts val="1800"/>
              </a:lnSpc>
              <a:spcBef>
                <a:spcPct val="0"/>
              </a:spcBef>
            </a:pPr>
            <a:r>
              <a:rPr lang="en-US" b="true" sz="2000">
                <a:solidFill>
                  <a:srgbClr val="000000"/>
                </a:solidFill>
                <a:latin typeface="Codec Pro Bold"/>
                <a:ea typeface="Codec Pro Bold"/>
                <a:cs typeface="Codec Pro Bold"/>
                <a:sym typeface="Codec Pro Bold"/>
              </a:rPr>
              <a:t>El retraso actual </a:t>
            </a:r>
            <a:r>
              <a:rPr lang="en-US" b="true" sz="2000" strike="noStrike" u="none">
                <a:solidFill>
                  <a:srgbClr val="000000"/>
                </a:solidFill>
                <a:latin typeface="Codec Pro Bold"/>
                <a:ea typeface="Codec Pro Bold"/>
                <a:cs typeface="Codec Pro Bold"/>
                <a:sym typeface="Codec Pro Bold"/>
              </a:rPr>
              <a:t>corresponde a</a:t>
            </a:r>
            <a:r>
              <a:rPr lang="en-US" b="true" sz="2000" strike="noStrike" u="none">
                <a:solidFill>
                  <a:srgbClr val="000000"/>
                </a:solidFill>
                <a:latin typeface="Codec Pro Bold"/>
                <a:ea typeface="Codec Pro Bold"/>
                <a:cs typeface="Codec Pro Bold"/>
                <a:sym typeface="Codec Pro Bold"/>
              </a:rPr>
              <a:t> la extensión </a:t>
            </a:r>
            <a:r>
              <a:rPr lang="en-US" b="true" sz="2000" strike="noStrike" u="none">
                <a:solidFill>
                  <a:srgbClr val="000000"/>
                </a:solidFill>
                <a:latin typeface="Codec Pro Bold"/>
                <a:ea typeface="Codec Pro Bold"/>
                <a:cs typeface="Codec Pro Bold"/>
                <a:sym typeface="Codec Pro Bold"/>
              </a:rPr>
              <a:t>d</a:t>
            </a:r>
            <a:r>
              <a:rPr lang="en-US" b="true" sz="2000" strike="noStrike" u="none">
                <a:solidFill>
                  <a:srgbClr val="000000"/>
                </a:solidFill>
                <a:latin typeface="Codec Pro Bold"/>
                <a:ea typeface="Codec Pro Bold"/>
                <a:cs typeface="Codec Pro Bold"/>
                <a:sym typeface="Codec Pro Bold"/>
              </a:rPr>
              <a:t>e validaci</a:t>
            </a:r>
            <a:r>
              <a:rPr lang="en-US" b="true" sz="2000" strike="noStrike" u="none">
                <a:solidFill>
                  <a:srgbClr val="000000"/>
                </a:solidFill>
                <a:latin typeface="Codec Pro Bold"/>
                <a:ea typeface="Codec Pro Bold"/>
                <a:cs typeface="Codec Pro Bold"/>
                <a:sym typeface="Codec Pro Bold"/>
              </a:rPr>
              <a:t>o</a:t>
            </a:r>
            <a:r>
              <a:rPr lang="en-US" b="true" sz="2000" strike="noStrike" u="none">
                <a:solidFill>
                  <a:srgbClr val="000000"/>
                </a:solidFill>
                <a:latin typeface="Codec Pro Bold"/>
                <a:ea typeface="Codec Pro Bold"/>
                <a:cs typeface="Codec Pro Bold"/>
                <a:sym typeface="Codec Pro Bold"/>
              </a:rPr>
              <a:t>nes</a:t>
            </a:r>
            <a:r>
              <a:rPr lang="en-US" b="true" sz="2000" strike="noStrike" u="none">
                <a:solidFill>
                  <a:srgbClr val="000000"/>
                </a:solidFill>
                <a:latin typeface="Codec Pro Bold"/>
                <a:ea typeface="Codec Pro Bold"/>
                <a:cs typeface="Codec Pro Bold"/>
                <a:sym typeface="Codec Pro Bold"/>
              </a:rPr>
              <a:t> </a:t>
            </a:r>
            <a:r>
              <a:rPr lang="en-US" b="true" sz="2000" strike="noStrike" u="none">
                <a:solidFill>
                  <a:srgbClr val="000000"/>
                </a:solidFill>
                <a:latin typeface="Codec Pro Bold"/>
                <a:ea typeface="Codec Pro Bold"/>
                <a:cs typeface="Codec Pro Bold"/>
                <a:sym typeface="Codec Pro Bold"/>
              </a:rPr>
              <a:t>en mockup</a:t>
            </a:r>
            <a:r>
              <a:rPr lang="en-US" b="true" sz="2000" strike="noStrike" u="none">
                <a:solidFill>
                  <a:srgbClr val="000000"/>
                </a:solidFill>
                <a:latin typeface="Codec Pro Bold"/>
                <a:ea typeface="Codec Pro Bold"/>
                <a:cs typeface="Codec Pro Bold"/>
                <a:sym typeface="Codec Pro Bold"/>
              </a:rPr>
              <a:t>s </a:t>
            </a:r>
            <a:r>
              <a:rPr lang="en-US" b="true" sz="2000" strike="noStrike" u="none">
                <a:solidFill>
                  <a:srgbClr val="000000"/>
                </a:solidFill>
                <a:latin typeface="Codec Pro Bold"/>
                <a:ea typeface="Codec Pro Bold"/>
                <a:cs typeface="Codec Pro Bold"/>
                <a:sym typeface="Codec Pro Bold"/>
              </a:rPr>
              <a:t>y al cambio de alc</a:t>
            </a:r>
            <a:r>
              <a:rPr lang="en-US" b="true" sz="2000" strike="noStrike" u="none">
                <a:solidFill>
                  <a:srgbClr val="000000"/>
                </a:solidFill>
                <a:latin typeface="Codec Pro Bold"/>
                <a:ea typeface="Codec Pro Bold"/>
                <a:cs typeface="Codec Pro Bold"/>
                <a:sym typeface="Codec Pro Bold"/>
              </a:rPr>
              <a:t>ance </a:t>
            </a:r>
            <a:r>
              <a:rPr lang="en-US" b="true" sz="2000" strike="noStrike" u="none">
                <a:solidFill>
                  <a:srgbClr val="000000"/>
                </a:solidFill>
                <a:latin typeface="Codec Pro Bold"/>
                <a:ea typeface="Codec Pro Bold"/>
                <a:cs typeface="Codec Pro Bold"/>
                <a:sym typeface="Codec Pro Bold"/>
              </a:rPr>
              <a:t>técnico (sin APIs </a:t>
            </a:r>
            <a:r>
              <a:rPr lang="en-US" b="true" sz="2000" strike="noStrike" u="none">
                <a:solidFill>
                  <a:srgbClr val="000000"/>
                </a:solidFill>
                <a:latin typeface="Codec Pro Bold"/>
                <a:ea typeface="Codec Pro Bold"/>
                <a:cs typeface="Codec Pro Bold"/>
                <a:sym typeface="Codec Pro Bold"/>
              </a:rPr>
              <a:t>e</a:t>
            </a:r>
            <a:r>
              <a:rPr lang="en-US" b="true" sz="2000" strike="noStrike" u="none">
                <a:solidFill>
                  <a:srgbClr val="000000"/>
                </a:solidFill>
                <a:latin typeface="Codec Pro Bold"/>
                <a:ea typeface="Codec Pro Bold"/>
                <a:cs typeface="Codec Pro Bold"/>
                <a:sym typeface="Codec Pro Bold"/>
              </a:rPr>
              <a:t>xtern</a:t>
            </a:r>
            <a:r>
              <a:rPr lang="en-US" b="true" sz="2000" strike="noStrike" u="none">
                <a:solidFill>
                  <a:srgbClr val="000000"/>
                </a:solidFill>
                <a:latin typeface="Codec Pro Bold"/>
                <a:ea typeface="Codec Pro Bold"/>
                <a:cs typeface="Codec Pro Bold"/>
                <a:sym typeface="Codec Pro Bold"/>
              </a:rPr>
              <a:t>a</a:t>
            </a:r>
            <a:r>
              <a:rPr lang="en-US" b="true" sz="2000" strike="noStrike" u="none">
                <a:solidFill>
                  <a:srgbClr val="000000"/>
                </a:solidFill>
                <a:latin typeface="Codec Pro Bold"/>
                <a:ea typeface="Codec Pro Bold"/>
                <a:cs typeface="Codec Pro Bold"/>
                <a:sym typeface="Codec Pro Bold"/>
              </a:rPr>
              <a: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85042" y="8253052"/>
            <a:ext cx="21125942" cy="4067896"/>
            <a:chOff x="0" y="0"/>
            <a:chExt cx="1560444" cy="300470"/>
          </a:xfrm>
        </p:grpSpPr>
        <p:sp>
          <p:nvSpPr>
            <p:cNvPr name="Freeform 3" id="3"/>
            <p:cNvSpPr/>
            <p:nvPr/>
          </p:nvSpPr>
          <p:spPr>
            <a:xfrm flipH="false" flipV="false" rot="0">
              <a:off x="0" y="0"/>
              <a:ext cx="1560444" cy="300470"/>
            </a:xfrm>
            <a:custGeom>
              <a:avLst/>
              <a:gdLst/>
              <a:ahLst/>
              <a:cxnLst/>
              <a:rect r="r" b="b" t="t" l="l"/>
              <a:pathLst>
                <a:path h="300470" w="1560444">
                  <a:moveTo>
                    <a:pt x="780222" y="0"/>
                  </a:moveTo>
                  <a:cubicBezTo>
                    <a:pt x="349317" y="0"/>
                    <a:pt x="0" y="67263"/>
                    <a:pt x="0" y="150235"/>
                  </a:cubicBezTo>
                  <a:cubicBezTo>
                    <a:pt x="0" y="233208"/>
                    <a:pt x="349317" y="300470"/>
                    <a:pt x="780222" y="300470"/>
                  </a:cubicBezTo>
                  <a:cubicBezTo>
                    <a:pt x="1211126" y="300470"/>
                    <a:pt x="1560444" y="233208"/>
                    <a:pt x="1560444" y="150235"/>
                  </a:cubicBezTo>
                  <a:cubicBezTo>
                    <a:pt x="1560444" y="67263"/>
                    <a:pt x="1211126" y="0"/>
                    <a:pt x="780222" y="0"/>
                  </a:cubicBezTo>
                  <a:close/>
                </a:path>
              </a:pathLst>
            </a:custGeom>
            <a:solidFill>
              <a:srgbClr val="FFECD0"/>
            </a:solidFill>
          </p:spPr>
        </p:sp>
        <p:sp>
          <p:nvSpPr>
            <p:cNvPr name="TextBox 4" id="4"/>
            <p:cNvSpPr txBox="true"/>
            <p:nvPr/>
          </p:nvSpPr>
          <p:spPr>
            <a:xfrm>
              <a:off x="146292" y="-9931"/>
              <a:ext cx="1267860" cy="28223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452420" y="6196786"/>
            <a:ext cx="6915301" cy="3187017"/>
          </a:xfrm>
          <a:custGeom>
            <a:avLst/>
            <a:gdLst/>
            <a:ahLst/>
            <a:cxnLst/>
            <a:rect r="r" b="b" t="t" l="l"/>
            <a:pathLst>
              <a:path h="3187017" w="6915301">
                <a:moveTo>
                  <a:pt x="0" y="0"/>
                </a:moveTo>
                <a:lnTo>
                  <a:pt x="6915301" y="0"/>
                </a:lnTo>
                <a:lnTo>
                  <a:pt x="6915301" y="3187017"/>
                </a:lnTo>
                <a:lnTo>
                  <a:pt x="0" y="3187017"/>
                </a:lnTo>
                <a:lnTo>
                  <a:pt x="0" y="0"/>
                </a:lnTo>
                <a:close/>
              </a:path>
            </a:pathLst>
          </a:custGeom>
          <a:blipFill>
            <a:blip r:embed="rId2">
              <a:extLst>
                <a:ext uri="{96DAC541-7B7A-43D3-8B79-37D633B846F1}">
                  <asvg:svgBlip xmlns:asvg="http://schemas.microsoft.com/office/drawing/2016/SVG/main" r:embed="rId3"/>
                </a:ext>
              </a:extLst>
            </a:blip>
            <a:stretch>
              <a:fillRect l="0" t="0" r="0" b="-111558"/>
            </a:stretch>
          </a:blipFill>
        </p:spPr>
      </p:sp>
      <p:sp>
        <p:nvSpPr>
          <p:cNvPr name="TextBox 6" id="6"/>
          <p:cNvSpPr txBox="true"/>
          <p:nvPr/>
        </p:nvSpPr>
        <p:spPr>
          <a:xfrm rot="0">
            <a:off x="4226678" y="4181476"/>
            <a:ext cx="9834644" cy="962024"/>
          </a:xfrm>
          <a:prstGeom prst="rect">
            <a:avLst/>
          </a:prstGeom>
        </p:spPr>
        <p:txBody>
          <a:bodyPr anchor="t" rtlCol="false" tIns="0" lIns="0" bIns="0" rIns="0">
            <a:spAutoFit/>
          </a:bodyPr>
          <a:lstStyle/>
          <a:p>
            <a:pPr algn="ctr" marL="0" indent="0" lvl="0">
              <a:lnSpc>
                <a:spcPts val="6299"/>
              </a:lnSpc>
              <a:spcBef>
                <a:spcPct val="0"/>
              </a:spcBef>
            </a:pPr>
            <a:r>
              <a:rPr lang="en-US" b="true" sz="6999">
                <a:solidFill>
                  <a:srgbClr val="000000"/>
                </a:solidFill>
                <a:latin typeface="Codec Pro Bold"/>
                <a:ea typeface="Codec Pro Bold"/>
                <a:cs typeface="Codec Pro Bold"/>
                <a:sym typeface="Codec Pro Bold"/>
              </a:rPr>
              <a:t>Evidencias del Avance</a:t>
            </a:r>
          </a:p>
        </p:txBody>
      </p:sp>
      <p:grpSp>
        <p:nvGrpSpPr>
          <p:cNvPr name="Group 7" id="7"/>
          <p:cNvGrpSpPr/>
          <p:nvPr/>
        </p:nvGrpSpPr>
        <p:grpSpPr>
          <a:xfrm rot="0">
            <a:off x="15380316" y="-1586354"/>
            <a:ext cx="5033565" cy="503356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351957" y="421716"/>
            <a:ext cx="3445347" cy="344534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310800">
            <a:off x="12831989" y="7210374"/>
            <a:ext cx="11903008" cy="6647001"/>
            <a:chOff x="0" y="0"/>
            <a:chExt cx="3134949" cy="1750650"/>
          </a:xfrm>
        </p:grpSpPr>
        <p:sp>
          <p:nvSpPr>
            <p:cNvPr name="Freeform 3" id="3"/>
            <p:cNvSpPr/>
            <p:nvPr/>
          </p:nvSpPr>
          <p:spPr>
            <a:xfrm flipH="false" flipV="false" rot="0">
              <a:off x="0" y="0"/>
              <a:ext cx="3134949" cy="1750651"/>
            </a:xfrm>
            <a:custGeom>
              <a:avLst/>
              <a:gdLst/>
              <a:ahLst/>
              <a:cxnLst/>
              <a:rect r="r" b="b" t="t" l="l"/>
              <a:pathLst>
                <a:path h="1750651" w="3134949">
                  <a:moveTo>
                    <a:pt x="1567474" y="0"/>
                  </a:moveTo>
                  <a:cubicBezTo>
                    <a:pt x="701782" y="0"/>
                    <a:pt x="0" y="391896"/>
                    <a:pt x="0" y="875325"/>
                  </a:cubicBezTo>
                  <a:cubicBezTo>
                    <a:pt x="0" y="1358754"/>
                    <a:pt x="701782" y="1750651"/>
                    <a:pt x="1567474" y="1750651"/>
                  </a:cubicBezTo>
                  <a:cubicBezTo>
                    <a:pt x="2433166" y="1750651"/>
                    <a:pt x="3134949" y="1358754"/>
                    <a:pt x="3134949" y="875325"/>
                  </a:cubicBezTo>
                  <a:cubicBezTo>
                    <a:pt x="3134949" y="391896"/>
                    <a:pt x="2433166" y="0"/>
                    <a:pt x="1567474" y="0"/>
                  </a:cubicBezTo>
                  <a:close/>
                </a:path>
              </a:pathLst>
            </a:custGeom>
            <a:solidFill>
              <a:srgbClr val="FFECD0"/>
            </a:solidFill>
          </p:spPr>
        </p:sp>
        <p:sp>
          <p:nvSpPr>
            <p:cNvPr name="TextBox 4" id="4"/>
            <p:cNvSpPr txBox="true"/>
            <p:nvPr/>
          </p:nvSpPr>
          <p:spPr>
            <a:xfrm>
              <a:off x="293901" y="126023"/>
              <a:ext cx="2547146" cy="146050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310800">
            <a:off x="15958684" y="-1691004"/>
            <a:ext cx="4276203" cy="5439409"/>
            <a:chOff x="0" y="0"/>
            <a:chExt cx="1126243" cy="1432602"/>
          </a:xfrm>
        </p:grpSpPr>
        <p:sp>
          <p:nvSpPr>
            <p:cNvPr name="Freeform 6" id="6"/>
            <p:cNvSpPr/>
            <p:nvPr/>
          </p:nvSpPr>
          <p:spPr>
            <a:xfrm flipH="false" flipV="false" rot="0">
              <a:off x="0" y="0"/>
              <a:ext cx="1126243" cy="1432602"/>
            </a:xfrm>
            <a:custGeom>
              <a:avLst/>
              <a:gdLst/>
              <a:ahLst/>
              <a:cxnLst/>
              <a:rect r="r" b="b" t="t" l="l"/>
              <a:pathLst>
                <a:path h="1432602" w="1126243">
                  <a:moveTo>
                    <a:pt x="563121" y="0"/>
                  </a:moveTo>
                  <a:cubicBezTo>
                    <a:pt x="252118" y="0"/>
                    <a:pt x="0" y="320699"/>
                    <a:pt x="0" y="716301"/>
                  </a:cubicBezTo>
                  <a:cubicBezTo>
                    <a:pt x="0" y="1111903"/>
                    <a:pt x="252118" y="1432602"/>
                    <a:pt x="563121" y="1432602"/>
                  </a:cubicBezTo>
                  <a:cubicBezTo>
                    <a:pt x="874125" y="1432602"/>
                    <a:pt x="1126243" y="1111903"/>
                    <a:pt x="1126243" y="716301"/>
                  </a:cubicBezTo>
                  <a:cubicBezTo>
                    <a:pt x="1126243" y="320699"/>
                    <a:pt x="874125" y="0"/>
                    <a:pt x="563121" y="0"/>
                  </a:cubicBezTo>
                  <a:close/>
                </a:path>
              </a:pathLst>
            </a:custGeom>
            <a:solidFill>
              <a:srgbClr val="FFECD0"/>
            </a:solidFill>
          </p:spPr>
        </p:sp>
        <p:sp>
          <p:nvSpPr>
            <p:cNvPr name="TextBox 7" id="7"/>
            <p:cNvSpPr txBox="true"/>
            <p:nvPr/>
          </p:nvSpPr>
          <p:spPr>
            <a:xfrm>
              <a:off x="105585" y="96206"/>
              <a:ext cx="915072" cy="120208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112854" y="187578"/>
            <a:ext cx="6735142" cy="9911843"/>
            <a:chOff x="0" y="0"/>
            <a:chExt cx="8980190" cy="13215791"/>
          </a:xfrm>
        </p:grpSpPr>
        <p:grpSp>
          <p:nvGrpSpPr>
            <p:cNvPr name="Group 9" id="9"/>
            <p:cNvGrpSpPr/>
            <p:nvPr/>
          </p:nvGrpSpPr>
          <p:grpSpPr>
            <a:xfrm rot="0">
              <a:off x="0" y="1243964"/>
              <a:ext cx="8980190" cy="11971827"/>
              <a:chOff x="0" y="0"/>
              <a:chExt cx="1681903" cy="2242208"/>
            </a:xfrm>
          </p:grpSpPr>
          <p:sp>
            <p:nvSpPr>
              <p:cNvPr name="Freeform 10" id="10"/>
              <p:cNvSpPr/>
              <p:nvPr/>
            </p:nvSpPr>
            <p:spPr>
              <a:xfrm flipH="false" flipV="false" rot="0">
                <a:off x="0" y="0"/>
                <a:ext cx="1681903" cy="2242208"/>
              </a:xfrm>
              <a:custGeom>
                <a:avLst/>
                <a:gdLst/>
                <a:ahLst/>
                <a:cxnLst/>
                <a:rect r="r" b="b" t="t" l="l"/>
                <a:pathLst>
                  <a:path h="2242208" w="1681903">
                    <a:moveTo>
                      <a:pt x="0" y="0"/>
                    </a:moveTo>
                    <a:lnTo>
                      <a:pt x="1681903" y="0"/>
                    </a:lnTo>
                    <a:lnTo>
                      <a:pt x="1681903" y="2242208"/>
                    </a:lnTo>
                    <a:lnTo>
                      <a:pt x="0" y="2242208"/>
                    </a:lnTo>
                    <a:close/>
                  </a:path>
                </a:pathLst>
              </a:custGeom>
              <a:gradFill rotWithShape="true">
                <a:gsLst>
                  <a:gs pos="0">
                    <a:srgbClr val="84A9FF">
                      <a:alpha val="100000"/>
                    </a:srgbClr>
                  </a:gs>
                  <a:gs pos="100000">
                    <a:srgbClr val="F5F8FF">
                      <a:alpha val="100000"/>
                    </a:srgbClr>
                  </a:gs>
                </a:gsLst>
                <a:lin ang="5400000"/>
              </a:gradFill>
            </p:spPr>
          </p:sp>
          <p:sp>
            <p:nvSpPr>
              <p:cNvPr name="TextBox 11" id="11"/>
              <p:cNvSpPr txBox="true"/>
              <p:nvPr/>
            </p:nvSpPr>
            <p:spPr>
              <a:xfrm>
                <a:off x="0" y="-38100"/>
                <a:ext cx="1681903" cy="2280308"/>
              </a:xfrm>
              <a:prstGeom prst="rect">
                <a:avLst/>
              </a:prstGeom>
            </p:spPr>
            <p:txBody>
              <a:bodyPr anchor="ctr" rtlCol="false" tIns="27904" lIns="27904" bIns="27904" rIns="27904"/>
              <a:lstStyle/>
              <a:p>
                <a:pPr algn="ctr">
                  <a:lnSpc>
                    <a:spcPts val="2660"/>
                  </a:lnSpc>
                </a:pPr>
              </a:p>
            </p:txBody>
          </p:sp>
        </p:grpSp>
        <p:sp>
          <p:nvSpPr>
            <p:cNvPr name="Freeform 12" id="12"/>
            <p:cNvSpPr/>
            <p:nvPr/>
          </p:nvSpPr>
          <p:spPr>
            <a:xfrm flipH="false" flipV="false" rot="0">
              <a:off x="634470" y="1740814"/>
              <a:ext cx="7711249" cy="10978127"/>
            </a:xfrm>
            <a:custGeom>
              <a:avLst/>
              <a:gdLst/>
              <a:ahLst/>
              <a:cxnLst/>
              <a:rect r="r" b="b" t="t" l="l"/>
              <a:pathLst>
                <a:path h="10978127" w="7711249">
                  <a:moveTo>
                    <a:pt x="0" y="0"/>
                  </a:moveTo>
                  <a:lnTo>
                    <a:pt x="7711249" y="0"/>
                  </a:lnTo>
                  <a:lnTo>
                    <a:pt x="7711249" y="10978127"/>
                  </a:lnTo>
                  <a:lnTo>
                    <a:pt x="0" y="10978127"/>
                  </a:lnTo>
                  <a:lnTo>
                    <a:pt x="0" y="0"/>
                  </a:lnTo>
                  <a:close/>
                </a:path>
              </a:pathLst>
            </a:custGeom>
            <a:blipFill>
              <a:blip r:embed="rId2"/>
              <a:stretch>
                <a:fillRect l="0" t="0" r="0" b="0"/>
              </a:stretch>
            </a:blipFill>
          </p:spPr>
        </p:sp>
        <p:sp>
          <p:nvSpPr>
            <p:cNvPr name="TextBox 13" id="13"/>
            <p:cNvSpPr txBox="true"/>
            <p:nvPr/>
          </p:nvSpPr>
          <p:spPr>
            <a:xfrm rot="0">
              <a:off x="0" y="-142875"/>
              <a:ext cx="8980190" cy="1386839"/>
            </a:xfrm>
            <a:prstGeom prst="rect">
              <a:avLst/>
            </a:prstGeom>
          </p:spPr>
          <p:txBody>
            <a:bodyPr anchor="t" rtlCol="false" tIns="0" lIns="0" bIns="0" rIns="0">
              <a:spAutoFit/>
            </a:bodyPr>
            <a:lstStyle/>
            <a:p>
              <a:pPr algn="ctr">
                <a:lnSpc>
                  <a:spcPts val="7803"/>
                </a:lnSpc>
              </a:pPr>
              <a:r>
                <a:rPr lang="en-US" b="true" sz="6144">
                  <a:solidFill>
                    <a:srgbClr val="000000"/>
                  </a:solidFill>
                  <a:latin typeface="Codec Pro Bold"/>
                  <a:ea typeface="Codec Pro Bold"/>
                  <a:cs typeface="Codec Pro Bold"/>
                  <a:sym typeface="Codec Pro Bold"/>
                </a:rPr>
                <a:t>Casos de Uso</a:t>
              </a:r>
            </a:p>
          </p:txBody>
        </p:sp>
      </p:grpSp>
      <p:grpSp>
        <p:nvGrpSpPr>
          <p:cNvPr name="Group 14" id="14"/>
          <p:cNvGrpSpPr/>
          <p:nvPr/>
        </p:nvGrpSpPr>
        <p:grpSpPr>
          <a:xfrm rot="0">
            <a:off x="1505841" y="298492"/>
            <a:ext cx="2386769" cy="2114580"/>
            <a:chOff x="0" y="0"/>
            <a:chExt cx="3182358" cy="2819440"/>
          </a:xfrm>
        </p:grpSpPr>
        <p:grpSp>
          <p:nvGrpSpPr>
            <p:cNvPr name="Group 15" id="15"/>
            <p:cNvGrpSpPr/>
            <p:nvPr/>
          </p:nvGrpSpPr>
          <p:grpSpPr>
            <a:xfrm rot="0">
              <a:off x="0" y="359664"/>
              <a:ext cx="3182358" cy="2459776"/>
              <a:chOff x="0" y="0"/>
              <a:chExt cx="2090433" cy="1615782"/>
            </a:xfrm>
          </p:grpSpPr>
          <p:sp>
            <p:nvSpPr>
              <p:cNvPr name="Freeform 16" id="16"/>
              <p:cNvSpPr/>
              <p:nvPr/>
            </p:nvSpPr>
            <p:spPr>
              <a:xfrm flipH="false" flipV="false" rot="0">
                <a:off x="0" y="0"/>
                <a:ext cx="2090433" cy="1615782"/>
              </a:xfrm>
              <a:custGeom>
                <a:avLst/>
                <a:gdLst/>
                <a:ahLst/>
                <a:cxnLst/>
                <a:rect r="r" b="b" t="t" l="l"/>
                <a:pathLst>
                  <a:path h="1615782" w="2090433">
                    <a:moveTo>
                      <a:pt x="0" y="0"/>
                    </a:moveTo>
                    <a:lnTo>
                      <a:pt x="2090433" y="0"/>
                    </a:lnTo>
                    <a:lnTo>
                      <a:pt x="2090433" y="1615782"/>
                    </a:lnTo>
                    <a:lnTo>
                      <a:pt x="0" y="1615782"/>
                    </a:lnTo>
                    <a:close/>
                  </a:path>
                </a:pathLst>
              </a:custGeom>
              <a:gradFill rotWithShape="true">
                <a:gsLst>
                  <a:gs pos="0">
                    <a:srgbClr val="FFDA6A">
                      <a:alpha val="100000"/>
                    </a:srgbClr>
                  </a:gs>
                  <a:gs pos="100000">
                    <a:srgbClr val="FFF7DE">
                      <a:alpha val="100000"/>
                    </a:srgbClr>
                  </a:gs>
                </a:gsLst>
                <a:lin ang="5400000"/>
              </a:gradFill>
            </p:spPr>
          </p:sp>
          <p:sp>
            <p:nvSpPr>
              <p:cNvPr name="TextBox 17" id="17"/>
              <p:cNvSpPr txBox="true"/>
              <p:nvPr/>
            </p:nvSpPr>
            <p:spPr>
              <a:xfrm>
                <a:off x="0" y="-38100"/>
                <a:ext cx="2090433" cy="1653882"/>
              </a:xfrm>
              <a:prstGeom prst="rect">
                <a:avLst/>
              </a:prstGeom>
            </p:spPr>
            <p:txBody>
              <a:bodyPr anchor="ctr" rtlCol="false" tIns="15276" lIns="15276" bIns="15276" rIns="15276"/>
              <a:lstStyle/>
              <a:p>
                <a:pPr algn="ctr">
                  <a:lnSpc>
                    <a:spcPts val="2660"/>
                  </a:lnSpc>
                </a:pPr>
              </a:p>
            </p:txBody>
          </p:sp>
        </p:grpSp>
        <p:sp>
          <p:nvSpPr>
            <p:cNvPr name="Freeform 18" id="18"/>
            <p:cNvSpPr/>
            <p:nvPr/>
          </p:nvSpPr>
          <p:spPr>
            <a:xfrm flipH="false" flipV="false" rot="0">
              <a:off x="136696" y="521416"/>
              <a:ext cx="2908966" cy="2136272"/>
            </a:xfrm>
            <a:custGeom>
              <a:avLst/>
              <a:gdLst/>
              <a:ahLst/>
              <a:cxnLst/>
              <a:rect r="r" b="b" t="t" l="l"/>
              <a:pathLst>
                <a:path h="2136272" w="2908966">
                  <a:moveTo>
                    <a:pt x="0" y="0"/>
                  </a:moveTo>
                  <a:lnTo>
                    <a:pt x="2908966" y="0"/>
                  </a:lnTo>
                  <a:lnTo>
                    <a:pt x="2908966" y="2136272"/>
                  </a:lnTo>
                  <a:lnTo>
                    <a:pt x="0" y="2136272"/>
                  </a:lnTo>
                  <a:lnTo>
                    <a:pt x="0" y="0"/>
                  </a:lnTo>
                  <a:close/>
                </a:path>
              </a:pathLst>
            </a:custGeom>
            <a:blipFill>
              <a:blip r:embed="rId3"/>
              <a:stretch>
                <a:fillRect l="0" t="0" r="0" b="0"/>
              </a:stretch>
            </a:blipFill>
          </p:spPr>
        </p:sp>
        <p:sp>
          <p:nvSpPr>
            <p:cNvPr name="TextBox 19" id="19"/>
            <p:cNvSpPr txBox="true"/>
            <p:nvPr/>
          </p:nvSpPr>
          <p:spPr>
            <a:xfrm rot="0">
              <a:off x="0" y="-38100"/>
              <a:ext cx="3182358" cy="397764"/>
            </a:xfrm>
            <a:prstGeom prst="rect">
              <a:avLst/>
            </a:prstGeom>
          </p:spPr>
          <p:txBody>
            <a:bodyPr anchor="t" rtlCol="false" tIns="0" lIns="0" bIns="0" rIns="0">
              <a:spAutoFit/>
            </a:bodyPr>
            <a:lstStyle/>
            <a:p>
              <a:pPr algn="ctr">
                <a:lnSpc>
                  <a:spcPts val="2286"/>
                </a:lnSpc>
              </a:pPr>
              <a:r>
                <a:rPr lang="en-US" b="true" sz="1800">
                  <a:solidFill>
                    <a:srgbClr val="000000"/>
                  </a:solidFill>
                  <a:latin typeface="Codec Pro Bold"/>
                  <a:ea typeface="Codec Pro Bold"/>
                  <a:cs typeface="Codec Pro Bold"/>
                  <a:sym typeface="Codec Pro Bold"/>
                </a:rPr>
                <a:t>Diagrama de Clases</a:t>
              </a:r>
            </a:p>
          </p:txBody>
        </p:sp>
      </p:grpSp>
      <p:grpSp>
        <p:nvGrpSpPr>
          <p:cNvPr name="Group 20" id="20"/>
          <p:cNvGrpSpPr/>
          <p:nvPr/>
        </p:nvGrpSpPr>
        <p:grpSpPr>
          <a:xfrm rot="0">
            <a:off x="1170200" y="7063989"/>
            <a:ext cx="3058052" cy="2917497"/>
            <a:chOff x="0" y="0"/>
            <a:chExt cx="4077402" cy="3889996"/>
          </a:xfrm>
        </p:grpSpPr>
        <p:grpSp>
          <p:nvGrpSpPr>
            <p:cNvPr name="Group 21" id="21"/>
            <p:cNvGrpSpPr/>
            <p:nvPr/>
          </p:nvGrpSpPr>
          <p:grpSpPr>
            <a:xfrm rot="0">
              <a:off x="501401" y="359664"/>
              <a:ext cx="3074601" cy="3530332"/>
              <a:chOff x="0" y="0"/>
              <a:chExt cx="3250378" cy="3732164"/>
            </a:xfrm>
          </p:grpSpPr>
          <p:sp>
            <p:nvSpPr>
              <p:cNvPr name="Freeform 22" id="22"/>
              <p:cNvSpPr/>
              <p:nvPr/>
            </p:nvSpPr>
            <p:spPr>
              <a:xfrm flipH="false" flipV="false" rot="0">
                <a:off x="0" y="0"/>
                <a:ext cx="3250378" cy="3732164"/>
              </a:xfrm>
              <a:custGeom>
                <a:avLst/>
                <a:gdLst/>
                <a:ahLst/>
                <a:cxnLst/>
                <a:rect r="r" b="b" t="t" l="l"/>
                <a:pathLst>
                  <a:path h="3732164" w="3250378">
                    <a:moveTo>
                      <a:pt x="0" y="0"/>
                    </a:moveTo>
                    <a:lnTo>
                      <a:pt x="3250378" y="0"/>
                    </a:lnTo>
                    <a:lnTo>
                      <a:pt x="3250378" y="3732164"/>
                    </a:lnTo>
                    <a:lnTo>
                      <a:pt x="0" y="3732164"/>
                    </a:lnTo>
                    <a:close/>
                  </a:path>
                </a:pathLst>
              </a:custGeom>
              <a:gradFill rotWithShape="true">
                <a:gsLst>
                  <a:gs pos="0">
                    <a:srgbClr val="7CCE6B">
                      <a:alpha val="100000"/>
                    </a:srgbClr>
                  </a:gs>
                  <a:gs pos="100000">
                    <a:srgbClr val="D8FFD0">
                      <a:alpha val="100000"/>
                    </a:srgbClr>
                  </a:gs>
                </a:gsLst>
                <a:lin ang="5400000"/>
              </a:gradFill>
            </p:spPr>
          </p:sp>
          <p:sp>
            <p:nvSpPr>
              <p:cNvPr name="TextBox 23" id="23"/>
              <p:cNvSpPr txBox="true"/>
              <p:nvPr/>
            </p:nvSpPr>
            <p:spPr>
              <a:xfrm>
                <a:off x="0" y="-38100"/>
                <a:ext cx="3250378" cy="3770264"/>
              </a:xfrm>
              <a:prstGeom prst="rect">
                <a:avLst/>
              </a:prstGeom>
            </p:spPr>
            <p:txBody>
              <a:bodyPr anchor="ctr" rtlCol="false" tIns="9492" lIns="9492" bIns="9492" rIns="9492"/>
              <a:lstStyle/>
              <a:p>
                <a:pPr algn="ctr">
                  <a:lnSpc>
                    <a:spcPts val="2660"/>
                  </a:lnSpc>
                </a:pPr>
              </a:p>
            </p:txBody>
          </p:sp>
        </p:grpSp>
        <p:sp>
          <p:nvSpPr>
            <p:cNvPr name="Freeform 24" id="24"/>
            <p:cNvSpPr/>
            <p:nvPr/>
          </p:nvSpPr>
          <p:spPr>
            <a:xfrm flipH="false" flipV="false" rot="0">
              <a:off x="729718" y="540771"/>
              <a:ext cx="2617966" cy="3168119"/>
            </a:xfrm>
            <a:custGeom>
              <a:avLst/>
              <a:gdLst/>
              <a:ahLst/>
              <a:cxnLst/>
              <a:rect r="r" b="b" t="t" l="l"/>
              <a:pathLst>
                <a:path h="3168119" w="2617966">
                  <a:moveTo>
                    <a:pt x="0" y="0"/>
                  </a:moveTo>
                  <a:lnTo>
                    <a:pt x="2617966" y="0"/>
                  </a:lnTo>
                  <a:lnTo>
                    <a:pt x="2617966" y="3168119"/>
                  </a:lnTo>
                  <a:lnTo>
                    <a:pt x="0" y="3168119"/>
                  </a:lnTo>
                  <a:lnTo>
                    <a:pt x="0" y="0"/>
                  </a:lnTo>
                  <a:close/>
                </a:path>
              </a:pathLst>
            </a:custGeom>
            <a:blipFill>
              <a:blip r:embed="rId4"/>
              <a:stretch>
                <a:fillRect l="0" t="0" r="0" b="0"/>
              </a:stretch>
            </a:blipFill>
          </p:spPr>
        </p:sp>
        <p:sp>
          <p:nvSpPr>
            <p:cNvPr name="TextBox 25" id="25"/>
            <p:cNvSpPr txBox="true"/>
            <p:nvPr/>
          </p:nvSpPr>
          <p:spPr>
            <a:xfrm rot="0">
              <a:off x="0" y="-38100"/>
              <a:ext cx="4077402" cy="397764"/>
            </a:xfrm>
            <a:prstGeom prst="rect">
              <a:avLst/>
            </a:prstGeom>
          </p:spPr>
          <p:txBody>
            <a:bodyPr anchor="t" rtlCol="false" tIns="0" lIns="0" bIns="0" rIns="0">
              <a:spAutoFit/>
            </a:bodyPr>
            <a:lstStyle/>
            <a:p>
              <a:pPr algn="ctr">
                <a:lnSpc>
                  <a:spcPts val="2286"/>
                </a:lnSpc>
              </a:pPr>
              <a:r>
                <a:rPr lang="en-US" b="true" sz="1800">
                  <a:solidFill>
                    <a:srgbClr val="000000"/>
                  </a:solidFill>
                  <a:latin typeface="Codec Pro Bold"/>
                  <a:ea typeface="Codec Pro Bold"/>
                  <a:cs typeface="Codec Pro Bold"/>
                  <a:sym typeface="Codec Pro Bold"/>
                </a:rPr>
                <a:t>Diagrama Despliegue</a:t>
              </a:r>
            </a:p>
          </p:txBody>
        </p:sp>
      </p:grpSp>
      <p:grpSp>
        <p:nvGrpSpPr>
          <p:cNvPr name="Group 26" id="26"/>
          <p:cNvGrpSpPr/>
          <p:nvPr/>
        </p:nvGrpSpPr>
        <p:grpSpPr>
          <a:xfrm rot="0">
            <a:off x="898292" y="2516643"/>
            <a:ext cx="3601868" cy="1860819"/>
            <a:chOff x="0" y="0"/>
            <a:chExt cx="4802490" cy="2481092"/>
          </a:xfrm>
        </p:grpSpPr>
        <p:grpSp>
          <p:nvGrpSpPr>
            <p:cNvPr name="Group 27" id="27"/>
            <p:cNvGrpSpPr/>
            <p:nvPr/>
          </p:nvGrpSpPr>
          <p:grpSpPr>
            <a:xfrm rot="0">
              <a:off x="822505" y="359664"/>
              <a:ext cx="3157480" cy="2121428"/>
              <a:chOff x="0" y="0"/>
              <a:chExt cx="4319668" cy="2902271"/>
            </a:xfrm>
          </p:grpSpPr>
          <p:sp>
            <p:nvSpPr>
              <p:cNvPr name="Freeform 28" id="28"/>
              <p:cNvSpPr/>
              <p:nvPr/>
            </p:nvSpPr>
            <p:spPr>
              <a:xfrm flipH="false" flipV="false" rot="0">
                <a:off x="0" y="0"/>
                <a:ext cx="4319668" cy="2902271"/>
              </a:xfrm>
              <a:custGeom>
                <a:avLst/>
                <a:gdLst/>
                <a:ahLst/>
                <a:cxnLst/>
                <a:rect r="r" b="b" t="t" l="l"/>
                <a:pathLst>
                  <a:path h="2902271" w="4319668">
                    <a:moveTo>
                      <a:pt x="0" y="0"/>
                    </a:moveTo>
                    <a:lnTo>
                      <a:pt x="4319668" y="0"/>
                    </a:lnTo>
                    <a:lnTo>
                      <a:pt x="4319668" y="2902271"/>
                    </a:lnTo>
                    <a:lnTo>
                      <a:pt x="0" y="2902271"/>
                    </a:lnTo>
                    <a:close/>
                  </a:path>
                </a:pathLst>
              </a:custGeom>
              <a:gradFill rotWithShape="true">
                <a:gsLst>
                  <a:gs pos="0">
                    <a:srgbClr val="F093FF">
                      <a:alpha val="100000"/>
                    </a:srgbClr>
                  </a:gs>
                  <a:gs pos="100000">
                    <a:srgbClr val="FDF1FF">
                      <a:alpha val="100000"/>
                    </a:srgbClr>
                  </a:gs>
                </a:gsLst>
                <a:lin ang="5400000"/>
              </a:gradFill>
            </p:spPr>
          </p:sp>
          <p:sp>
            <p:nvSpPr>
              <p:cNvPr name="TextBox 29" id="29"/>
              <p:cNvSpPr txBox="true"/>
              <p:nvPr/>
            </p:nvSpPr>
            <p:spPr>
              <a:xfrm>
                <a:off x="0" y="-38100"/>
                <a:ext cx="4319668" cy="2940371"/>
              </a:xfrm>
              <a:prstGeom prst="rect">
                <a:avLst/>
              </a:prstGeom>
            </p:spPr>
            <p:txBody>
              <a:bodyPr anchor="ctr" rtlCol="false" tIns="7335" lIns="7335" bIns="7335" rIns="7335"/>
              <a:lstStyle/>
              <a:p>
                <a:pPr algn="ctr">
                  <a:lnSpc>
                    <a:spcPts val="2659"/>
                  </a:lnSpc>
                </a:pPr>
              </a:p>
            </p:txBody>
          </p:sp>
        </p:grpSp>
        <p:sp>
          <p:nvSpPr>
            <p:cNvPr name="Freeform 30" id="30"/>
            <p:cNvSpPr/>
            <p:nvPr/>
          </p:nvSpPr>
          <p:spPr>
            <a:xfrm flipH="false" flipV="false" rot="0">
              <a:off x="914007" y="614329"/>
              <a:ext cx="2974476" cy="1612098"/>
            </a:xfrm>
            <a:custGeom>
              <a:avLst/>
              <a:gdLst/>
              <a:ahLst/>
              <a:cxnLst/>
              <a:rect r="r" b="b" t="t" l="l"/>
              <a:pathLst>
                <a:path h="1612098" w="2974476">
                  <a:moveTo>
                    <a:pt x="0" y="0"/>
                  </a:moveTo>
                  <a:lnTo>
                    <a:pt x="2974476" y="0"/>
                  </a:lnTo>
                  <a:lnTo>
                    <a:pt x="2974476" y="1612098"/>
                  </a:lnTo>
                  <a:lnTo>
                    <a:pt x="0" y="1612098"/>
                  </a:lnTo>
                  <a:lnTo>
                    <a:pt x="0" y="0"/>
                  </a:lnTo>
                  <a:close/>
                </a:path>
              </a:pathLst>
            </a:custGeom>
            <a:blipFill>
              <a:blip r:embed="rId5"/>
              <a:stretch>
                <a:fillRect l="0" t="-855" r="0" b="-855"/>
              </a:stretch>
            </a:blipFill>
          </p:spPr>
        </p:sp>
        <p:sp>
          <p:nvSpPr>
            <p:cNvPr name="TextBox 31" id="31"/>
            <p:cNvSpPr txBox="true"/>
            <p:nvPr/>
          </p:nvSpPr>
          <p:spPr>
            <a:xfrm rot="0">
              <a:off x="0" y="-38100"/>
              <a:ext cx="4802490" cy="397764"/>
            </a:xfrm>
            <a:prstGeom prst="rect">
              <a:avLst/>
            </a:prstGeom>
          </p:spPr>
          <p:txBody>
            <a:bodyPr anchor="t" rtlCol="false" tIns="0" lIns="0" bIns="0" rIns="0">
              <a:spAutoFit/>
            </a:bodyPr>
            <a:lstStyle/>
            <a:p>
              <a:pPr algn="ctr">
                <a:lnSpc>
                  <a:spcPts val="2286"/>
                </a:lnSpc>
              </a:pPr>
              <a:r>
                <a:rPr lang="en-US" b="true" sz="1800">
                  <a:solidFill>
                    <a:srgbClr val="000000"/>
                  </a:solidFill>
                  <a:latin typeface="Codec Pro Bold"/>
                  <a:ea typeface="Codec Pro Bold"/>
                  <a:cs typeface="Codec Pro Bold"/>
                  <a:sym typeface="Codec Pro Bold"/>
                </a:rPr>
                <a:t>MER (Modelo entidad-Relacion)</a:t>
              </a:r>
            </a:p>
          </p:txBody>
        </p:sp>
      </p:grpSp>
      <p:grpSp>
        <p:nvGrpSpPr>
          <p:cNvPr name="Group 32" id="32"/>
          <p:cNvGrpSpPr/>
          <p:nvPr/>
        </p:nvGrpSpPr>
        <p:grpSpPr>
          <a:xfrm rot="0">
            <a:off x="1530710" y="4481034"/>
            <a:ext cx="2337030" cy="2479384"/>
            <a:chOff x="0" y="0"/>
            <a:chExt cx="3116040" cy="3305845"/>
          </a:xfrm>
        </p:grpSpPr>
        <p:grpSp>
          <p:nvGrpSpPr>
            <p:cNvPr name="Group 33" id="33"/>
            <p:cNvGrpSpPr/>
            <p:nvPr/>
          </p:nvGrpSpPr>
          <p:grpSpPr>
            <a:xfrm rot="0">
              <a:off x="41439" y="359664"/>
              <a:ext cx="3074601" cy="2946181"/>
              <a:chOff x="0" y="0"/>
              <a:chExt cx="3250378" cy="3114616"/>
            </a:xfrm>
          </p:grpSpPr>
          <p:sp>
            <p:nvSpPr>
              <p:cNvPr name="Freeform 34" id="34"/>
              <p:cNvSpPr/>
              <p:nvPr/>
            </p:nvSpPr>
            <p:spPr>
              <a:xfrm flipH="false" flipV="false" rot="0">
                <a:off x="0" y="0"/>
                <a:ext cx="3250378" cy="3114616"/>
              </a:xfrm>
              <a:custGeom>
                <a:avLst/>
                <a:gdLst/>
                <a:ahLst/>
                <a:cxnLst/>
                <a:rect r="r" b="b" t="t" l="l"/>
                <a:pathLst>
                  <a:path h="3114616" w="3250378">
                    <a:moveTo>
                      <a:pt x="0" y="0"/>
                    </a:moveTo>
                    <a:lnTo>
                      <a:pt x="3250378" y="0"/>
                    </a:lnTo>
                    <a:lnTo>
                      <a:pt x="3250378" y="3114616"/>
                    </a:lnTo>
                    <a:lnTo>
                      <a:pt x="0" y="3114616"/>
                    </a:lnTo>
                    <a:close/>
                  </a:path>
                </a:pathLst>
              </a:custGeom>
              <a:gradFill rotWithShape="true">
                <a:gsLst>
                  <a:gs pos="0">
                    <a:srgbClr val="FF6767">
                      <a:alpha val="100000"/>
                    </a:srgbClr>
                  </a:gs>
                  <a:gs pos="100000">
                    <a:srgbClr val="FFD1D1">
                      <a:alpha val="100000"/>
                    </a:srgbClr>
                  </a:gs>
                </a:gsLst>
                <a:lin ang="5400000"/>
              </a:gradFill>
            </p:spPr>
          </p:sp>
          <p:sp>
            <p:nvSpPr>
              <p:cNvPr name="TextBox 35" id="35"/>
              <p:cNvSpPr txBox="true"/>
              <p:nvPr/>
            </p:nvSpPr>
            <p:spPr>
              <a:xfrm>
                <a:off x="0" y="-38100"/>
                <a:ext cx="3250378" cy="3152716"/>
              </a:xfrm>
              <a:prstGeom prst="rect">
                <a:avLst/>
              </a:prstGeom>
            </p:spPr>
            <p:txBody>
              <a:bodyPr anchor="ctr" rtlCol="false" tIns="9492" lIns="9492" bIns="9492" rIns="9492"/>
              <a:lstStyle/>
              <a:p>
                <a:pPr algn="ctr">
                  <a:lnSpc>
                    <a:spcPts val="2660"/>
                  </a:lnSpc>
                </a:pPr>
              </a:p>
            </p:txBody>
          </p:sp>
        </p:grpSp>
        <p:sp>
          <p:nvSpPr>
            <p:cNvPr name="Freeform 36" id="36"/>
            <p:cNvSpPr/>
            <p:nvPr/>
          </p:nvSpPr>
          <p:spPr>
            <a:xfrm flipH="false" flipV="false" rot="0">
              <a:off x="222961" y="555991"/>
              <a:ext cx="2711558" cy="2553527"/>
            </a:xfrm>
            <a:custGeom>
              <a:avLst/>
              <a:gdLst/>
              <a:ahLst/>
              <a:cxnLst/>
              <a:rect r="r" b="b" t="t" l="l"/>
              <a:pathLst>
                <a:path h="2553527" w="2711558">
                  <a:moveTo>
                    <a:pt x="0" y="0"/>
                  </a:moveTo>
                  <a:lnTo>
                    <a:pt x="2711558" y="0"/>
                  </a:lnTo>
                  <a:lnTo>
                    <a:pt x="2711558" y="2553527"/>
                  </a:lnTo>
                  <a:lnTo>
                    <a:pt x="0" y="2553527"/>
                  </a:lnTo>
                  <a:lnTo>
                    <a:pt x="0" y="0"/>
                  </a:lnTo>
                  <a:close/>
                </a:path>
              </a:pathLst>
            </a:custGeom>
            <a:blipFill>
              <a:blip r:embed="rId6"/>
              <a:stretch>
                <a:fillRect l="0" t="0" r="0" b="0"/>
              </a:stretch>
            </a:blipFill>
          </p:spPr>
        </p:sp>
        <p:sp>
          <p:nvSpPr>
            <p:cNvPr name="TextBox 37" id="37"/>
            <p:cNvSpPr txBox="true"/>
            <p:nvPr/>
          </p:nvSpPr>
          <p:spPr>
            <a:xfrm rot="0">
              <a:off x="0" y="-38100"/>
              <a:ext cx="3074601" cy="397764"/>
            </a:xfrm>
            <a:prstGeom prst="rect">
              <a:avLst/>
            </a:prstGeom>
          </p:spPr>
          <p:txBody>
            <a:bodyPr anchor="t" rtlCol="false" tIns="0" lIns="0" bIns="0" rIns="0">
              <a:spAutoFit/>
            </a:bodyPr>
            <a:lstStyle/>
            <a:p>
              <a:pPr algn="ctr">
                <a:lnSpc>
                  <a:spcPts val="2286"/>
                </a:lnSpc>
              </a:pPr>
              <a:r>
                <a:rPr lang="en-US" b="true" sz="1800">
                  <a:solidFill>
                    <a:srgbClr val="000000"/>
                  </a:solidFill>
                  <a:latin typeface="Codec Pro Bold"/>
                  <a:ea typeface="Codec Pro Bold"/>
                  <a:cs typeface="Codec Pro Bold"/>
                  <a:sym typeface="Codec Pro Bold"/>
                </a:rPr>
                <a:t>Modelo Relacional</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310800">
            <a:off x="12831989" y="7210374"/>
            <a:ext cx="11903008" cy="6647001"/>
            <a:chOff x="0" y="0"/>
            <a:chExt cx="3134949" cy="1750650"/>
          </a:xfrm>
        </p:grpSpPr>
        <p:sp>
          <p:nvSpPr>
            <p:cNvPr name="Freeform 3" id="3"/>
            <p:cNvSpPr/>
            <p:nvPr/>
          </p:nvSpPr>
          <p:spPr>
            <a:xfrm flipH="false" flipV="false" rot="0">
              <a:off x="0" y="0"/>
              <a:ext cx="3134949" cy="1750651"/>
            </a:xfrm>
            <a:custGeom>
              <a:avLst/>
              <a:gdLst/>
              <a:ahLst/>
              <a:cxnLst/>
              <a:rect r="r" b="b" t="t" l="l"/>
              <a:pathLst>
                <a:path h="1750651" w="3134949">
                  <a:moveTo>
                    <a:pt x="1567474" y="0"/>
                  </a:moveTo>
                  <a:cubicBezTo>
                    <a:pt x="701782" y="0"/>
                    <a:pt x="0" y="391896"/>
                    <a:pt x="0" y="875325"/>
                  </a:cubicBezTo>
                  <a:cubicBezTo>
                    <a:pt x="0" y="1358754"/>
                    <a:pt x="701782" y="1750651"/>
                    <a:pt x="1567474" y="1750651"/>
                  </a:cubicBezTo>
                  <a:cubicBezTo>
                    <a:pt x="2433166" y="1750651"/>
                    <a:pt x="3134949" y="1358754"/>
                    <a:pt x="3134949" y="875325"/>
                  </a:cubicBezTo>
                  <a:cubicBezTo>
                    <a:pt x="3134949" y="391896"/>
                    <a:pt x="2433166" y="0"/>
                    <a:pt x="1567474" y="0"/>
                  </a:cubicBezTo>
                  <a:close/>
                </a:path>
              </a:pathLst>
            </a:custGeom>
            <a:solidFill>
              <a:srgbClr val="FFECD0"/>
            </a:solidFill>
          </p:spPr>
        </p:sp>
        <p:sp>
          <p:nvSpPr>
            <p:cNvPr name="TextBox 4" id="4"/>
            <p:cNvSpPr txBox="true"/>
            <p:nvPr/>
          </p:nvSpPr>
          <p:spPr>
            <a:xfrm>
              <a:off x="293901" y="126023"/>
              <a:ext cx="2547146" cy="146050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310800">
            <a:off x="15958684" y="-1691004"/>
            <a:ext cx="4276203" cy="5439409"/>
            <a:chOff x="0" y="0"/>
            <a:chExt cx="1126243" cy="1432602"/>
          </a:xfrm>
        </p:grpSpPr>
        <p:sp>
          <p:nvSpPr>
            <p:cNvPr name="Freeform 6" id="6"/>
            <p:cNvSpPr/>
            <p:nvPr/>
          </p:nvSpPr>
          <p:spPr>
            <a:xfrm flipH="false" flipV="false" rot="0">
              <a:off x="0" y="0"/>
              <a:ext cx="1126243" cy="1432602"/>
            </a:xfrm>
            <a:custGeom>
              <a:avLst/>
              <a:gdLst/>
              <a:ahLst/>
              <a:cxnLst/>
              <a:rect r="r" b="b" t="t" l="l"/>
              <a:pathLst>
                <a:path h="1432602" w="1126243">
                  <a:moveTo>
                    <a:pt x="563121" y="0"/>
                  </a:moveTo>
                  <a:cubicBezTo>
                    <a:pt x="252118" y="0"/>
                    <a:pt x="0" y="320699"/>
                    <a:pt x="0" y="716301"/>
                  </a:cubicBezTo>
                  <a:cubicBezTo>
                    <a:pt x="0" y="1111903"/>
                    <a:pt x="252118" y="1432602"/>
                    <a:pt x="563121" y="1432602"/>
                  </a:cubicBezTo>
                  <a:cubicBezTo>
                    <a:pt x="874125" y="1432602"/>
                    <a:pt x="1126243" y="1111903"/>
                    <a:pt x="1126243" y="716301"/>
                  </a:cubicBezTo>
                  <a:cubicBezTo>
                    <a:pt x="1126243" y="320699"/>
                    <a:pt x="874125" y="0"/>
                    <a:pt x="563121" y="0"/>
                  </a:cubicBezTo>
                  <a:close/>
                </a:path>
              </a:pathLst>
            </a:custGeom>
            <a:solidFill>
              <a:srgbClr val="FFECD0"/>
            </a:solidFill>
          </p:spPr>
        </p:sp>
        <p:sp>
          <p:nvSpPr>
            <p:cNvPr name="TextBox 7" id="7"/>
            <p:cNvSpPr txBox="true"/>
            <p:nvPr/>
          </p:nvSpPr>
          <p:spPr>
            <a:xfrm>
              <a:off x="105585" y="96206"/>
              <a:ext cx="915072" cy="120208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5529004" y="448315"/>
            <a:ext cx="10644789" cy="9390369"/>
            <a:chOff x="0" y="0"/>
            <a:chExt cx="14193052" cy="12520492"/>
          </a:xfrm>
        </p:grpSpPr>
        <p:grpSp>
          <p:nvGrpSpPr>
            <p:cNvPr name="Group 9" id="9"/>
            <p:cNvGrpSpPr/>
            <p:nvPr/>
          </p:nvGrpSpPr>
          <p:grpSpPr>
            <a:xfrm rot="0">
              <a:off x="0" y="1550099"/>
              <a:ext cx="14193052" cy="10970394"/>
              <a:chOff x="0" y="0"/>
              <a:chExt cx="2090433" cy="1615782"/>
            </a:xfrm>
          </p:grpSpPr>
          <p:sp>
            <p:nvSpPr>
              <p:cNvPr name="Freeform 10" id="10"/>
              <p:cNvSpPr/>
              <p:nvPr/>
            </p:nvSpPr>
            <p:spPr>
              <a:xfrm flipH="false" flipV="false" rot="0">
                <a:off x="0" y="0"/>
                <a:ext cx="2090433" cy="1615782"/>
              </a:xfrm>
              <a:custGeom>
                <a:avLst/>
                <a:gdLst/>
                <a:ahLst/>
                <a:cxnLst/>
                <a:rect r="r" b="b" t="t" l="l"/>
                <a:pathLst>
                  <a:path h="1615782" w="2090433">
                    <a:moveTo>
                      <a:pt x="0" y="0"/>
                    </a:moveTo>
                    <a:lnTo>
                      <a:pt x="2090433" y="0"/>
                    </a:lnTo>
                    <a:lnTo>
                      <a:pt x="2090433" y="1615782"/>
                    </a:lnTo>
                    <a:lnTo>
                      <a:pt x="0" y="1615782"/>
                    </a:lnTo>
                    <a:close/>
                  </a:path>
                </a:pathLst>
              </a:custGeom>
              <a:gradFill rotWithShape="true">
                <a:gsLst>
                  <a:gs pos="0">
                    <a:srgbClr val="FFDA6A">
                      <a:alpha val="100000"/>
                    </a:srgbClr>
                  </a:gs>
                  <a:gs pos="100000">
                    <a:srgbClr val="FFF7DE">
                      <a:alpha val="100000"/>
                    </a:srgbClr>
                  </a:gs>
                </a:gsLst>
                <a:lin ang="5400000"/>
              </a:gradFill>
            </p:spPr>
          </p:sp>
          <p:sp>
            <p:nvSpPr>
              <p:cNvPr name="TextBox 11" id="11"/>
              <p:cNvSpPr txBox="true"/>
              <p:nvPr/>
            </p:nvSpPr>
            <p:spPr>
              <a:xfrm>
                <a:off x="0" y="-38100"/>
                <a:ext cx="2090433" cy="1653882"/>
              </a:xfrm>
              <a:prstGeom prst="rect">
                <a:avLst/>
              </a:prstGeom>
            </p:spPr>
            <p:txBody>
              <a:bodyPr anchor="ctr" rtlCol="false" tIns="28475" lIns="28475" bIns="28475" rIns="28475"/>
              <a:lstStyle/>
              <a:p>
                <a:pPr algn="ctr">
                  <a:lnSpc>
                    <a:spcPts val="2660"/>
                  </a:lnSpc>
                </a:pPr>
              </a:p>
            </p:txBody>
          </p:sp>
        </p:grpSp>
        <p:sp>
          <p:nvSpPr>
            <p:cNvPr name="Freeform 12" id="12"/>
            <p:cNvSpPr/>
            <p:nvPr/>
          </p:nvSpPr>
          <p:spPr>
            <a:xfrm flipH="false" flipV="false" rot="0">
              <a:off x="609652" y="2271498"/>
              <a:ext cx="12973748" cy="9527596"/>
            </a:xfrm>
            <a:custGeom>
              <a:avLst/>
              <a:gdLst/>
              <a:ahLst/>
              <a:cxnLst/>
              <a:rect r="r" b="b" t="t" l="l"/>
              <a:pathLst>
                <a:path h="9527596" w="12973748">
                  <a:moveTo>
                    <a:pt x="0" y="0"/>
                  </a:moveTo>
                  <a:lnTo>
                    <a:pt x="12973748" y="0"/>
                  </a:lnTo>
                  <a:lnTo>
                    <a:pt x="12973748" y="9527595"/>
                  </a:lnTo>
                  <a:lnTo>
                    <a:pt x="0" y="9527595"/>
                  </a:lnTo>
                  <a:lnTo>
                    <a:pt x="0" y="0"/>
                  </a:lnTo>
                  <a:close/>
                </a:path>
              </a:pathLst>
            </a:custGeom>
            <a:blipFill>
              <a:blip r:embed="rId2"/>
              <a:stretch>
                <a:fillRect l="0" t="0" r="0" b="0"/>
              </a:stretch>
            </a:blipFill>
          </p:spPr>
        </p:sp>
        <p:sp>
          <p:nvSpPr>
            <p:cNvPr name="TextBox 13" id="13"/>
            <p:cNvSpPr txBox="true"/>
            <p:nvPr/>
          </p:nvSpPr>
          <p:spPr>
            <a:xfrm rot="0">
              <a:off x="0" y="-171450"/>
              <a:ext cx="14193052" cy="1721549"/>
            </a:xfrm>
            <a:prstGeom prst="rect">
              <a:avLst/>
            </a:prstGeom>
          </p:spPr>
          <p:txBody>
            <a:bodyPr anchor="t" rtlCol="false" tIns="0" lIns="0" bIns="0" rIns="0">
              <a:spAutoFit/>
            </a:bodyPr>
            <a:lstStyle/>
            <a:p>
              <a:pPr algn="ctr">
                <a:lnSpc>
                  <a:spcPts val="9723"/>
                </a:lnSpc>
              </a:pPr>
              <a:r>
                <a:rPr lang="en-US" b="true" sz="7656">
                  <a:solidFill>
                    <a:srgbClr val="000000"/>
                  </a:solidFill>
                  <a:latin typeface="Codec Pro Bold"/>
                  <a:ea typeface="Codec Pro Bold"/>
                  <a:cs typeface="Codec Pro Bold"/>
                  <a:sym typeface="Codec Pro Bold"/>
                </a:rPr>
                <a:t>Diagrama de Clases</a:t>
              </a:r>
            </a:p>
          </p:txBody>
        </p:sp>
      </p:grpSp>
      <p:grpSp>
        <p:nvGrpSpPr>
          <p:cNvPr name="Group 14" id="14"/>
          <p:cNvGrpSpPr/>
          <p:nvPr/>
        </p:nvGrpSpPr>
        <p:grpSpPr>
          <a:xfrm rot="0">
            <a:off x="1270559" y="4299417"/>
            <a:ext cx="2720106" cy="2595085"/>
            <a:chOff x="0" y="0"/>
            <a:chExt cx="3626809" cy="3460113"/>
          </a:xfrm>
        </p:grpSpPr>
        <p:grpSp>
          <p:nvGrpSpPr>
            <p:cNvPr name="Group 15" id="15"/>
            <p:cNvGrpSpPr/>
            <p:nvPr/>
          </p:nvGrpSpPr>
          <p:grpSpPr>
            <a:xfrm rot="0">
              <a:off x="445991" y="319918"/>
              <a:ext cx="2734827" cy="3140195"/>
              <a:chOff x="0" y="0"/>
              <a:chExt cx="3250378" cy="3732164"/>
            </a:xfrm>
          </p:grpSpPr>
          <p:sp>
            <p:nvSpPr>
              <p:cNvPr name="Freeform 16" id="16"/>
              <p:cNvSpPr/>
              <p:nvPr/>
            </p:nvSpPr>
            <p:spPr>
              <a:xfrm flipH="false" flipV="false" rot="0">
                <a:off x="0" y="0"/>
                <a:ext cx="3250378" cy="3732164"/>
              </a:xfrm>
              <a:custGeom>
                <a:avLst/>
                <a:gdLst/>
                <a:ahLst/>
                <a:cxnLst/>
                <a:rect r="r" b="b" t="t" l="l"/>
                <a:pathLst>
                  <a:path h="3732164" w="3250378">
                    <a:moveTo>
                      <a:pt x="0" y="0"/>
                    </a:moveTo>
                    <a:lnTo>
                      <a:pt x="3250378" y="0"/>
                    </a:lnTo>
                    <a:lnTo>
                      <a:pt x="3250378" y="3732164"/>
                    </a:lnTo>
                    <a:lnTo>
                      <a:pt x="0" y="3732164"/>
                    </a:lnTo>
                    <a:close/>
                  </a:path>
                </a:pathLst>
              </a:custGeom>
              <a:gradFill rotWithShape="true">
                <a:gsLst>
                  <a:gs pos="0">
                    <a:srgbClr val="7CCE6B">
                      <a:alpha val="100000"/>
                    </a:srgbClr>
                  </a:gs>
                  <a:gs pos="100000">
                    <a:srgbClr val="D8FFD0">
                      <a:alpha val="100000"/>
                    </a:srgbClr>
                  </a:gs>
                </a:gsLst>
                <a:lin ang="5400000"/>
              </a:gradFill>
            </p:spPr>
          </p:sp>
          <p:sp>
            <p:nvSpPr>
              <p:cNvPr name="TextBox 17" id="17"/>
              <p:cNvSpPr txBox="true"/>
              <p:nvPr/>
            </p:nvSpPr>
            <p:spPr>
              <a:xfrm>
                <a:off x="0" y="-38100"/>
                <a:ext cx="3250378" cy="3770264"/>
              </a:xfrm>
              <a:prstGeom prst="rect">
                <a:avLst/>
              </a:prstGeom>
            </p:spPr>
            <p:txBody>
              <a:bodyPr anchor="ctr" rtlCol="false" tIns="9492" lIns="9492" bIns="9492" rIns="9492"/>
              <a:lstStyle/>
              <a:p>
                <a:pPr algn="ctr">
                  <a:lnSpc>
                    <a:spcPts val="2660"/>
                  </a:lnSpc>
                </a:pPr>
              </a:p>
            </p:txBody>
          </p:sp>
        </p:grpSp>
        <p:sp>
          <p:nvSpPr>
            <p:cNvPr name="Freeform 18" id="18"/>
            <p:cNvSpPr/>
            <p:nvPr/>
          </p:nvSpPr>
          <p:spPr>
            <a:xfrm flipH="false" flipV="false" rot="0">
              <a:off x="649077" y="481010"/>
              <a:ext cx="2328655" cy="2818010"/>
            </a:xfrm>
            <a:custGeom>
              <a:avLst/>
              <a:gdLst/>
              <a:ahLst/>
              <a:cxnLst/>
              <a:rect r="r" b="b" t="t" l="l"/>
              <a:pathLst>
                <a:path h="2818010" w="2328655">
                  <a:moveTo>
                    <a:pt x="0" y="0"/>
                  </a:moveTo>
                  <a:lnTo>
                    <a:pt x="2328655" y="0"/>
                  </a:lnTo>
                  <a:lnTo>
                    <a:pt x="2328655" y="2818010"/>
                  </a:lnTo>
                  <a:lnTo>
                    <a:pt x="0" y="2818010"/>
                  </a:lnTo>
                  <a:lnTo>
                    <a:pt x="0" y="0"/>
                  </a:lnTo>
                  <a:close/>
                </a:path>
              </a:pathLst>
            </a:custGeom>
            <a:blipFill>
              <a:blip r:embed="rId3"/>
              <a:stretch>
                <a:fillRect l="0" t="0" r="0" b="0"/>
              </a:stretch>
            </a:blipFill>
          </p:spPr>
        </p:sp>
        <p:sp>
          <p:nvSpPr>
            <p:cNvPr name="TextBox 19" id="19"/>
            <p:cNvSpPr txBox="true"/>
            <p:nvPr/>
          </p:nvSpPr>
          <p:spPr>
            <a:xfrm rot="0">
              <a:off x="0" y="-47625"/>
              <a:ext cx="3626809" cy="367543"/>
            </a:xfrm>
            <a:prstGeom prst="rect">
              <a:avLst/>
            </a:prstGeom>
          </p:spPr>
          <p:txBody>
            <a:bodyPr anchor="t" rtlCol="false" tIns="0" lIns="0" bIns="0" rIns="0">
              <a:spAutoFit/>
            </a:bodyPr>
            <a:lstStyle/>
            <a:p>
              <a:pPr algn="ctr">
                <a:lnSpc>
                  <a:spcPts val="2033"/>
                </a:lnSpc>
              </a:pPr>
              <a:r>
                <a:rPr lang="en-US" b="true" sz="1601">
                  <a:solidFill>
                    <a:srgbClr val="000000"/>
                  </a:solidFill>
                  <a:latin typeface="Codec Pro Bold"/>
                  <a:ea typeface="Codec Pro Bold"/>
                  <a:cs typeface="Codec Pro Bold"/>
                  <a:sym typeface="Codec Pro Bold"/>
                </a:rPr>
                <a:t>Diagrama Despliegue</a:t>
              </a:r>
            </a:p>
          </p:txBody>
        </p:sp>
      </p:grpSp>
      <p:grpSp>
        <p:nvGrpSpPr>
          <p:cNvPr name="Group 20" id="20"/>
          <p:cNvGrpSpPr/>
          <p:nvPr/>
        </p:nvGrpSpPr>
        <p:grpSpPr>
          <a:xfrm rot="0">
            <a:off x="1028700" y="246225"/>
            <a:ext cx="3203825" cy="1655180"/>
            <a:chOff x="0" y="0"/>
            <a:chExt cx="4271767" cy="2206906"/>
          </a:xfrm>
        </p:grpSpPr>
        <p:grpSp>
          <p:nvGrpSpPr>
            <p:cNvPr name="Group 21" id="21"/>
            <p:cNvGrpSpPr/>
            <p:nvPr/>
          </p:nvGrpSpPr>
          <p:grpSpPr>
            <a:xfrm rot="0">
              <a:off x="731610" y="319918"/>
              <a:ext cx="2808546" cy="1886989"/>
              <a:chOff x="0" y="0"/>
              <a:chExt cx="4319668" cy="2902271"/>
            </a:xfrm>
          </p:grpSpPr>
          <p:sp>
            <p:nvSpPr>
              <p:cNvPr name="Freeform 22" id="22"/>
              <p:cNvSpPr/>
              <p:nvPr/>
            </p:nvSpPr>
            <p:spPr>
              <a:xfrm flipH="false" flipV="false" rot="0">
                <a:off x="0" y="0"/>
                <a:ext cx="4319668" cy="2902271"/>
              </a:xfrm>
              <a:custGeom>
                <a:avLst/>
                <a:gdLst/>
                <a:ahLst/>
                <a:cxnLst/>
                <a:rect r="r" b="b" t="t" l="l"/>
                <a:pathLst>
                  <a:path h="2902271" w="4319668">
                    <a:moveTo>
                      <a:pt x="0" y="0"/>
                    </a:moveTo>
                    <a:lnTo>
                      <a:pt x="4319668" y="0"/>
                    </a:lnTo>
                    <a:lnTo>
                      <a:pt x="4319668" y="2902271"/>
                    </a:lnTo>
                    <a:lnTo>
                      <a:pt x="0" y="2902271"/>
                    </a:lnTo>
                    <a:close/>
                  </a:path>
                </a:pathLst>
              </a:custGeom>
              <a:gradFill rotWithShape="true">
                <a:gsLst>
                  <a:gs pos="0">
                    <a:srgbClr val="F093FF">
                      <a:alpha val="100000"/>
                    </a:srgbClr>
                  </a:gs>
                  <a:gs pos="100000">
                    <a:srgbClr val="FDF1FF">
                      <a:alpha val="100000"/>
                    </a:srgbClr>
                  </a:gs>
                </a:gsLst>
                <a:lin ang="5400000"/>
              </a:gradFill>
            </p:spPr>
          </p:sp>
          <p:sp>
            <p:nvSpPr>
              <p:cNvPr name="TextBox 23" id="23"/>
              <p:cNvSpPr txBox="true"/>
              <p:nvPr/>
            </p:nvSpPr>
            <p:spPr>
              <a:xfrm>
                <a:off x="0" y="-38100"/>
                <a:ext cx="4319668" cy="2940371"/>
              </a:xfrm>
              <a:prstGeom prst="rect">
                <a:avLst/>
              </a:prstGeom>
            </p:spPr>
            <p:txBody>
              <a:bodyPr anchor="ctr" rtlCol="false" tIns="7335" lIns="7335" bIns="7335" rIns="7335"/>
              <a:lstStyle/>
              <a:p>
                <a:pPr algn="ctr">
                  <a:lnSpc>
                    <a:spcPts val="2659"/>
                  </a:lnSpc>
                </a:pPr>
              </a:p>
            </p:txBody>
          </p:sp>
        </p:grpSp>
        <p:sp>
          <p:nvSpPr>
            <p:cNvPr name="Freeform 24" id="24"/>
            <p:cNvSpPr/>
            <p:nvPr/>
          </p:nvSpPr>
          <p:spPr>
            <a:xfrm flipH="false" flipV="false" rot="0">
              <a:off x="813000" y="546439"/>
              <a:ext cx="2645767" cy="1433945"/>
            </a:xfrm>
            <a:custGeom>
              <a:avLst/>
              <a:gdLst/>
              <a:ahLst/>
              <a:cxnLst/>
              <a:rect r="r" b="b" t="t" l="l"/>
              <a:pathLst>
                <a:path h="1433945" w="2645767">
                  <a:moveTo>
                    <a:pt x="0" y="0"/>
                  </a:moveTo>
                  <a:lnTo>
                    <a:pt x="2645767" y="0"/>
                  </a:lnTo>
                  <a:lnTo>
                    <a:pt x="2645767" y="1433945"/>
                  </a:lnTo>
                  <a:lnTo>
                    <a:pt x="0" y="1433945"/>
                  </a:lnTo>
                  <a:lnTo>
                    <a:pt x="0" y="0"/>
                  </a:lnTo>
                  <a:close/>
                </a:path>
              </a:pathLst>
            </a:custGeom>
            <a:blipFill>
              <a:blip r:embed="rId4"/>
              <a:stretch>
                <a:fillRect l="0" t="-855" r="0" b="-855"/>
              </a:stretch>
            </a:blipFill>
          </p:spPr>
        </p:sp>
        <p:sp>
          <p:nvSpPr>
            <p:cNvPr name="TextBox 25" id="25"/>
            <p:cNvSpPr txBox="true"/>
            <p:nvPr/>
          </p:nvSpPr>
          <p:spPr>
            <a:xfrm rot="0">
              <a:off x="0" y="-47625"/>
              <a:ext cx="4271767" cy="367543"/>
            </a:xfrm>
            <a:prstGeom prst="rect">
              <a:avLst/>
            </a:prstGeom>
          </p:spPr>
          <p:txBody>
            <a:bodyPr anchor="t" rtlCol="false" tIns="0" lIns="0" bIns="0" rIns="0">
              <a:spAutoFit/>
            </a:bodyPr>
            <a:lstStyle/>
            <a:p>
              <a:pPr algn="ctr">
                <a:lnSpc>
                  <a:spcPts val="2033"/>
                </a:lnSpc>
              </a:pPr>
              <a:r>
                <a:rPr lang="en-US" b="true" sz="1601">
                  <a:solidFill>
                    <a:srgbClr val="000000"/>
                  </a:solidFill>
                  <a:latin typeface="Codec Pro Bold"/>
                  <a:ea typeface="Codec Pro Bold"/>
                  <a:cs typeface="Codec Pro Bold"/>
                  <a:sym typeface="Codec Pro Bold"/>
                </a:rPr>
                <a:t>MER (Modelo entidad-Relacion)</a:t>
              </a:r>
            </a:p>
          </p:txBody>
        </p:sp>
      </p:grpSp>
      <p:grpSp>
        <p:nvGrpSpPr>
          <p:cNvPr name="Group 26" id="26"/>
          <p:cNvGrpSpPr/>
          <p:nvPr/>
        </p:nvGrpSpPr>
        <p:grpSpPr>
          <a:xfrm rot="0">
            <a:off x="1591230" y="1997717"/>
            <a:ext cx="2078765" cy="2205387"/>
            <a:chOff x="0" y="0"/>
            <a:chExt cx="2771687" cy="2940516"/>
          </a:xfrm>
        </p:grpSpPr>
        <p:grpSp>
          <p:nvGrpSpPr>
            <p:cNvPr name="Group 27" id="27"/>
            <p:cNvGrpSpPr/>
            <p:nvPr/>
          </p:nvGrpSpPr>
          <p:grpSpPr>
            <a:xfrm rot="0">
              <a:off x="36860" y="319918"/>
              <a:ext cx="2734827" cy="2620598"/>
              <a:chOff x="0" y="0"/>
              <a:chExt cx="3250378" cy="3114616"/>
            </a:xfrm>
          </p:grpSpPr>
          <p:sp>
            <p:nvSpPr>
              <p:cNvPr name="Freeform 28" id="28"/>
              <p:cNvSpPr/>
              <p:nvPr/>
            </p:nvSpPr>
            <p:spPr>
              <a:xfrm flipH="false" flipV="false" rot="0">
                <a:off x="0" y="0"/>
                <a:ext cx="3250378" cy="3114616"/>
              </a:xfrm>
              <a:custGeom>
                <a:avLst/>
                <a:gdLst/>
                <a:ahLst/>
                <a:cxnLst/>
                <a:rect r="r" b="b" t="t" l="l"/>
                <a:pathLst>
                  <a:path h="3114616" w="3250378">
                    <a:moveTo>
                      <a:pt x="0" y="0"/>
                    </a:moveTo>
                    <a:lnTo>
                      <a:pt x="3250378" y="0"/>
                    </a:lnTo>
                    <a:lnTo>
                      <a:pt x="3250378" y="3114616"/>
                    </a:lnTo>
                    <a:lnTo>
                      <a:pt x="0" y="3114616"/>
                    </a:lnTo>
                    <a:close/>
                  </a:path>
                </a:pathLst>
              </a:custGeom>
              <a:gradFill rotWithShape="true">
                <a:gsLst>
                  <a:gs pos="0">
                    <a:srgbClr val="FF6767">
                      <a:alpha val="100000"/>
                    </a:srgbClr>
                  </a:gs>
                  <a:gs pos="100000">
                    <a:srgbClr val="FFD1D1">
                      <a:alpha val="100000"/>
                    </a:srgbClr>
                  </a:gs>
                </a:gsLst>
                <a:lin ang="5400000"/>
              </a:gradFill>
            </p:spPr>
          </p:sp>
          <p:sp>
            <p:nvSpPr>
              <p:cNvPr name="TextBox 29" id="29"/>
              <p:cNvSpPr txBox="true"/>
              <p:nvPr/>
            </p:nvSpPr>
            <p:spPr>
              <a:xfrm>
                <a:off x="0" y="-38100"/>
                <a:ext cx="3250378" cy="3152716"/>
              </a:xfrm>
              <a:prstGeom prst="rect">
                <a:avLst/>
              </a:prstGeom>
            </p:spPr>
            <p:txBody>
              <a:bodyPr anchor="ctr" rtlCol="false" tIns="9492" lIns="9492" bIns="9492" rIns="9492"/>
              <a:lstStyle/>
              <a:p>
                <a:pPr algn="ctr">
                  <a:lnSpc>
                    <a:spcPts val="2660"/>
                  </a:lnSpc>
                </a:pPr>
              </a:p>
            </p:txBody>
          </p:sp>
        </p:grpSp>
        <p:sp>
          <p:nvSpPr>
            <p:cNvPr name="Freeform 30" id="30"/>
            <p:cNvSpPr/>
            <p:nvPr/>
          </p:nvSpPr>
          <p:spPr>
            <a:xfrm flipH="false" flipV="false" rot="0">
              <a:off x="198322" y="494549"/>
              <a:ext cx="2411903" cy="2271336"/>
            </a:xfrm>
            <a:custGeom>
              <a:avLst/>
              <a:gdLst/>
              <a:ahLst/>
              <a:cxnLst/>
              <a:rect r="r" b="b" t="t" l="l"/>
              <a:pathLst>
                <a:path h="2271336" w="2411903">
                  <a:moveTo>
                    <a:pt x="0" y="0"/>
                  </a:moveTo>
                  <a:lnTo>
                    <a:pt x="2411903" y="0"/>
                  </a:lnTo>
                  <a:lnTo>
                    <a:pt x="2411903" y="2271336"/>
                  </a:lnTo>
                  <a:lnTo>
                    <a:pt x="0" y="2271336"/>
                  </a:lnTo>
                  <a:lnTo>
                    <a:pt x="0" y="0"/>
                  </a:lnTo>
                  <a:close/>
                </a:path>
              </a:pathLst>
            </a:custGeom>
            <a:blipFill>
              <a:blip r:embed="rId5"/>
              <a:stretch>
                <a:fillRect l="0" t="0" r="0" b="0"/>
              </a:stretch>
            </a:blipFill>
          </p:spPr>
        </p:sp>
        <p:sp>
          <p:nvSpPr>
            <p:cNvPr name="TextBox 31" id="31"/>
            <p:cNvSpPr txBox="true"/>
            <p:nvPr/>
          </p:nvSpPr>
          <p:spPr>
            <a:xfrm rot="0">
              <a:off x="0" y="-47625"/>
              <a:ext cx="2734827" cy="367543"/>
            </a:xfrm>
            <a:prstGeom prst="rect">
              <a:avLst/>
            </a:prstGeom>
          </p:spPr>
          <p:txBody>
            <a:bodyPr anchor="t" rtlCol="false" tIns="0" lIns="0" bIns="0" rIns="0">
              <a:spAutoFit/>
            </a:bodyPr>
            <a:lstStyle/>
            <a:p>
              <a:pPr algn="ctr">
                <a:lnSpc>
                  <a:spcPts val="2033"/>
                </a:lnSpc>
              </a:pPr>
              <a:r>
                <a:rPr lang="en-US" b="true" sz="1601">
                  <a:solidFill>
                    <a:srgbClr val="000000"/>
                  </a:solidFill>
                  <a:latin typeface="Codec Pro Bold"/>
                  <a:ea typeface="Codec Pro Bold"/>
                  <a:cs typeface="Codec Pro Bold"/>
                  <a:sym typeface="Codec Pro Bold"/>
                </a:rPr>
                <a:t>Modelo Relacional</a:t>
              </a:r>
            </a:p>
          </p:txBody>
        </p:sp>
      </p:grpSp>
      <p:grpSp>
        <p:nvGrpSpPr>
          <p:cNvPr name="Group 32" id="32"/>
          <p:cNvGrpSpPr/>
          <p:nvPr/>
        </p:nvGrpSpPr>
        <p:grpSpPr>
          <a:xfrm rot="0">
            <a:off x="1589023" y="6990814"/>
            <a:ext cx="2083178" cy="3065732"/>
            <a:chOff x="0" y="0"/>
            <a:chExt cx="2777571" cy="4087642"/>
          </a:xfrm>
        </p:grpSpPr>
        <p:grpSp>
          <p:nvGrpSpPr>
            <p:cNvPr name="Group 33" id="33"/>
            <p:cNvGrpSpPr/>
            <p:nvPr/>
          </p:nvGrpSpPr>
          <p:grpSpPr>
            <a:xfrm rot="0">
              <a:off x="0" y="384758"/>
              <a:ext cx="2777571" cy="3702884"/>
              <a:chOff x="0" y="0"/>
              <a:chExt cx="1681903" cy="2242208"/>
            </a:xfrm>
          </p:grpSpPr>
          <p:sp>
            <p:nvSpPr>
              <p:cNvPr name="Freeform 34" id="34"/>
              <p:cNvSpPr/>
              <p:nvPr/>
            </p:nvSpPr>
            <p:spPr>
              <a:xfrm flipH="false" flipV="false" rot="0">
                <a:off x="0" y="0"/>
                <a:ext cx="1681903" cy="2242208"/>
              </a:xfrm>
              <a:custGeom>
                <a:avLst/>
                <a:gdLst/>
                <a:ahLst/>
                <a:cxnLst/>
                <a:rect r="r" b="b" t="t" l="l"/>
                <a:pathLst>
                  <a:path h="2242208" w="1681903">
                    <a:moveTo>
                      <a:pt x="0" y="0"/>
                    </a:moveTo>
                    <a:lnTo>
                      <a:pt x="1681903" y="0"/>
                    </a:lnTo>
                    <a:lnTo>
                      <a:pt x="1681903" y="2242208"/>
                    </a:lnTo>
                    <a:lnTo>
                      <a:pt x="0" y="2242208"/>
                    </a:lnTo>
                    <a:close/>
                  </a:path>
                </a:pathLst>
              </a:custGeom>
              <a:gradFill rotWithShape="true">
                <a:gsLst>
                  <a:gs pos="0">
                    <a:srgbClr val="84A9FF">
                      <a:alpha val="100000"/>
                    </a:srgbClr>
                  </a:gs>
                  <a:gs pos="100000">
                    <a:srgbClr val="F5F8FF">
                      <a:alpha val="100000"/>
                    </a:srgbClr>
                  </a:gs>
                </a:gsLst>
                <a:lin ang="5400000"/>
              </a:gradFill>
            </p:spPr>
          </p:sp>
          <p:sp>
            <p:nvSpPr>
              <p:cNvPr name="TextBox 35" id="35"/>
              <p:cNvSpPr txBox="true"/>
              <p:nvPr/>
            </p:nvSpPr>
            <p:spPr>
              <a:xfrm>
                <a:off x="0" y="-38100"/>
                <a:ext cx="1681903" cy="2280308"/>
              </a:xfrm>
              <a:prstGeom prst="rect">
                <a:avLst/>
              </a:prstGeom>
            </p:spPr>
            <p:txBody>
              <a:bodyPr anchor="ctr" rtlCol="false" tIns="27904" lIns="27904" bIns="27904" rIns="27904"/>
              <a:lstStyle/>
              <a:p>
                <a:pPr algn="ctr">
                  <a:lnSpc>
                    <a:spcPts val="2660"/>
                  </a:lnSpc>
                </a:pPr>
              </a:p>
            </p:txBody>
          </p:sp>
        </p:grpSp>
        <p:sp>
          <p:nvSpPr>
            <p:cNvPr name="Freeform 36" id="36"/>
            <p:cNvSpPr/>
            <p:nvPr/>
          </p:nvSpPr>
          <p:spPr>
            <a:xfrm flipH="false" flipV="false" rot="0">
              <a:off x="196242" y="538433"/>
              <a:ext cx="2385088" cy="3395533"/>
            </a:xfrm>
            <a:custGeom>
              <a:avLst/>
              <a:gdLst/>
              <a:ahLst/>
              <a:cxnLst/>
              <a:rect r="r" b="b" t="t" l="l"/>
              <a:pathLst>
                <a:path h="3395533" w="2385088">
                  <a:moveTo>
                    <a:pt x="0" y="0"/>
                  </a:moveTo>
                  <a:lnTo>
                    <a:pt x="2385088" y="0"/>
                  </a:lnTo>
                  <a:lnTo>
                    <a:pt x="2385088" y="3395534"/>
                  </a:lnTo>
                  <a:lnTo>
                    <a:pt x="0" y="3395534"/>
                  </a:lnTo>
                  <a:lnTo>
                    <a:pt x="0" y="0"/>
                  </a:lnTo>
                  <a:close/>
                </a:path>
              </a:pathLst>
            </a:custGeom>
            <a:blipFill>
              <a:blip r:embed="rId6"/>
              <a:stretch>
                <a:fillRect l="0" t="0" r="0" b="0"/>
              </a:stretch>
            </a:blipFill>
          </p:spPr>
        </p:sp>
        <p:sp>
          <p:nvSpPr>
            <p:cNvPr name="TextBox 37" id="37"/>
            <p:cNvSpPr txBox="true"/>
            <p:nvPr/>
          </p:nvSpPr>
          <p:spPr>
            <a:xfrm rot="0">
              <a:off x="0" y="-47625"/>
              <a:ext cx="2777571" cy="432383"/>
            </a:xfrm>
            <a:prstGeom prst="rect">
              <a:avLst/>
            </a:prstGeom>
          </p:spPr>
          <p:txBody>
            <a:bodyPr anchor="t" rtlCol="false" tIns="0" lIns="0" bIns="0" rIns="0">
              <a:spAutoFit/>
            </a:bodyPr>
            <a:lstStyle/>
            <a:p>
              <a:pPr algn="ctr">
                <a:lnSpc>
                  <a:spcPts val="2413"/>
                </a:lnSpc>
              </a:pPr>
              <a:r>
                <a:rPr lang="en-US" b="true" sz="1900">
                  <a:solidFill>
                    <a:srgbClr val="000000"/>
                  </a:solidFill>
                  <a:latin typeface="Codec Pro Bold"/>
                  <a:ea typeface="Codec Pro Bold"/>
                  <a:cs typeface="Codec Pro Bold"/>
                  <a:sym typeface="Codec Pro Bold"/>
                </a:rPr>
                <a:t>Casos de Uso</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310800">
            <a:off x="12831989" y="7210374"/>
            <a:ext cx="11903008" cy="6647001"/>
            <a:chOff x="0" y="0"/>
            <a:chExt cx="3134949" cy="1750650"/>
          </a:xfrm>
        </p:grpSpPr>
        <p:sp>
          <p:nvSpPr>
            <p:cNvPr name="Freeform 3" id="3"/>
            <p:cNvSpPr/>
            <p:nvPr/>
          </p:nvSpPr>
          <p:spPr>
            <a:xfrm flipH="false" flipV="false" rot="0">
              <a:off x="0" y="0"/>
              <a:ext cx="3134949" cy="1750651"/>
            </a:xfrm>
            <a:custGeom>
              <a:avLst/>
              <a:gdLst/>
              <a:ahLst/>
              <a:cxnLst/>
              <a:rect r="r" b="b" t="t" l="l"/>
              <a:pathLst>
                <a:path h="1750651" w="3134949">
                  <a:moveTo>
                    <a:pt x="1567474" y="0"/>
                  </a:moveTo>
                  <a:cubicBezTo>
                    <a:pt x="701782" y="0"/>
                    <a:pt x="0" y="391896"/>
                    <a:pt x="0" y="875325"/>
                  </a:cubicBezTo>
                  <a:cubicBezTo>
                    <a:pt x="0" y="1358754"/>
                    <a:pt x="701782" y="1750651"/>
                    <a:pt x="1567474" y="1750651"/>
                  </a:cubicBezTo>
                  <a:cubicBezTo>
                    <a:pt x="2433166" y="1750651"/>
                    <a:pt x="3134949" y="1358754"/>
                    <a:pt x="3134949" y="875325"/>
                  </a:cubicBezTo>
                  <a:cubicBezTo>
                    <a:pt x="3134949" y="391896"/>
                    <a:pt x="2433166" y="0"/>
                    <a:pt x="1567474" y="0"/>
                  </a:cubicBezTo>
                  <a:close/>
                </a:path>
              </a:pathLst>
            </a:custGeom>
            <a:solidFill>
              <a:srgbClr val="FFECD0"/>
            </a:solidFill>
          </p:spPr>
        </p:sp>
        <p:sp>
          <p:nvSpPr>
            <p:cNvPr name="TextBox 4" id="4"/>
            <p:cNvSpPr txBox="true"/>
            <p:nvPr/>
          </p:nvSpPr>
          <p:spPr>
            <a:xfrm>
              <a:off x="293901" y="126023"/>
              <a:ext cx="2547146" cy="146050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310800">
            <a:off x="15958684" y="-1691004"/>
            <a:ext cx="4276203" cy="5439409"/>
            <a:chOff x="0" y="0"/>
            <a:chExt cx="1126243" cy="1432602"/>
          </a:xfrm>
        </p:grpSpPr>
        <p:sp>
          <p:nvSpPr>
            <p:cNvPr name="Freeform 6" id="6"/>
            <p:cNvSpPr/>
            <p:nvPr/>
          </p:nvSpPr>
          <p:spPr>
            <a:xfrm flipH="false" flipV="false" rot="0">
              <a:off x="0" y="0"/>
              <a:ext cx="1126243" cy="1432602"/>
            </a:xfrm>
            <a:custGeom>
              <a:avLst/>
              <a:gdLst/>
              <a:ahLst/>
              <a:cxnLst/>
              <a:rect r="r" b="b" t="t" l="l"/>
              <a:pathLst>
                <a:path h="1432602" w="1126243">
                  <a:moveTo>
                    <a:pt x="563121" y="0"/>
                  </a:moveTo>
                  <a:cubicBezTo>
                    <a:pt x="252118" y="0"/>
                    <a:pt x="0" y="320699"/>
                    <a:pt x="0" y="716301"/>
                  </a:cubicBezTo>
                  <a:cubicBezTo>
                    <a:pt x="0" y="1111903"/>
                    <a:pt x="252118" y="1432602"/>
                    <a:pt x="563121" y="1432602"/>
                  </a:cubicBezTo>
                  <a:cubicBezTo>
                    <a:pt x="874125" y="1432602"/>
                    <a:pt x="1126243" y="1111903"/>
                    <a:pt x="1126243" y="716301"/>
                  </a:cubicBezTo>
                  <a:cubicBezTo>
                    <a:pt x="1126243" y="320699"/>
                    <a:pt x="874125" y="0"/>
                    <a:pt x="563121" y="0"/>
                  </a:cubicBezTo>
                  <a:close/>
                </a:path>
              </a:pathLst>
            </a:custGeom>
            <a:solidFill>
              <a:srgbClr val="FFECD0"/>
            </a:solidFill>
          </p:spPr>
        </p:sp>
        <p:sp>
          <p:nvSpPr>
            <p:cNvPr name="TextBox 7" id="7"/>
            <p:cNvSpPr txBox="true"/>
            <p:nvPr/>
          </p:nvSpPr>
          <p:spPr>
            <a:xfrm>
              <a:off x="105585" y="96206"/>
              <a:ext cx="915072" cy="120208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4048163" y="1354073"/>
            <a:ext cx="13827104" cy="7578854"/>
            <a:chOff x="0" y="0"/>
            <a:chExt cx="18436139" cy="10105139"/>
          </a:xfrm>
        </p:grpSpPr>
        <p:grpSp>
          <p:nvGrpSpPr>
            <p:cNvPr name="Group 9" id="9"/>
            <p:cNvGrpSpPr/>
            <p:nvPr/>
          </p:nvGrpSpPr>
          <p:grpSpPr>
            <a:xfrm rot="0">
              <a:off x="2684376" y="1325506"/>
              <a:ext cx="13067386" cy="8779633"/>
              <a:chOff x="0" y="0"/>
              <a:chExt cx="4319668" cy="2902271"/>
            </a:xfrm>
          </p:grpSpPr>
          <p:sp>
            <p:nvSpPr>
              <p:cNvPr name="Freeform 10" id="10"/>
              <p:cNvSpPr/>
              <p:nvPr/>
            </p:nvSpPr>
            <p:spPr>
              <a:xfrm flipH="false" flipV="false" rot="0">
                <a:off x="0" y="0"/>
                <a:ext cx="4319668" cy="2902271"/>
              </a:xfrm>
              <a:custGeom>
                <a:avLst/>
                <a:gdLst/>
                <a:ahLst/>
                <a:cxnLst/>
                <a:rect r="r" b="b" t="t" l="l"/>
                <a:pathLst>
                  <a:path h="2902271" w="4319668">
                    <a:moveTo>
                      <a:pt x="0" y="0"/>
                    </a:moveTo>
                    <a:lnTo>
                      <a:pt x="4319668" y="0"/>
                    </a:lnTo>
                    <a:lnTo>
                      <a:pt x="4319668" y="2902271"/>
                    </a:lnTo>
                    <a:lnTo>
                      <a:pt x="0" y="2902271"/>
                    </a:lnTo>
                    <a:close/>
                  </a:path>
                </a:pathLst>
              </a:custGeom>
              <a:gradFill rotWithShape="true">
                <a:gsLst>
                  <a:gs pos="0">
                    <a:srgbClr val="F093FF">
                      <a:alpha val="100000"/>
                    </a:srgbClr>
                  </a:gs>
                  <a:gs pos="100000">
                    <a:srgbClr val="FDF1FF">
                      <a:alpha val="100000"/>
                    </a:srgbClr>
                  </a:gs>
                </a:gsLst>
                <a:lin ang="5400000"/>
              </a:gradFill>
            </p:spPr>
          </p:sp>
          <p:sp>
            <p:nvSpPr>
              <p:cNvPr name="TextBox 11" id="11"/>
              <p:cNvSpPr txBox="true"/>
              <p:nvPr/>
            </p:nvSpPr>
            <p:spPr>
              <a:xfrm>
                <a:off x="0" y="-38100"/>
                <a:ext cx="4319668" cy="2940371"/>
              </a:xfrm>
              <a:prstGeom prst="rect">
                <a:avLst/>
              </a:prstGeom>
            </p:spPr>
            <p:txBody>
              <a:bodyPr anchor="ctr" rtlCol="false" tIns="14746" lIns="14746" bIns="14746" rIns="14746"/>
              <a:lstStyle/>
              <a:p>
                <a:pPr algn="ctr">
                  <a:lnSpc>
                    <a:spcPts val="2659"/>
                  </a:lnSpc>
                </a:pPr>
              </a:p>
            </p:txBody>
          </p:sp>
        </p:grpSp>
        <p:sp>
          <p:nvSpPr>
            <p:cNvPr name="Freeform 12" id="12"/>
            <p:cNvSpPr/>
            <p:nvPr/>
          </p:nvSpPr>
          <p:spPr>
            <a:xfrm flipH="false" flipV="false" rot="0">
              <a:off x="3063061" y="2379448"/>
              <a:ext cx="12310016" cy="6671748"/>
            </a:xfrm>
            <a:custGeom>
              <a:avLst/>
              <a:gdLst/>
              <a:ahLst/>
              <a:cxnLst/>
              <a:rect r="r" b="b" t="t" l="l"/>
              <a:pathLst>
                <a:path h="6671748" w="12310016">
                  <a:moveTo>
                    <a:pt x="0" y="0"/>
                  </a:moveTo>
                  <a:lnTo>
                    <a:pt x="12310016" y="0"/>
                  </a:lnTo>
                  <a:lnTo>
                    <a:pt x="12310016" y="6671748"/>
                  </a:lnTo>
                  <a:lnTo>
                    <a:pt x="0" y="6671748"/>
                  </a:lnTo>
                  <a:lnTo>
                    <a:pt x="0" y="0"/>
                  </a:lnTo>
                  <a:close/>
                </a:path>
              </a:pathLst>
            </a:custGeom>
            <a:blipFill>
              <a:blip r:embed="rId2"/>
              <a:stretch>
                <a:fillRect l="0" t="-855" r="0" b="-855"/>
              </a:stretch>
            </a:blipFill>
          </p:spPr>
        </p:sp>
        <p:sp>
          <p:nvSpPr>
            <p:cNvPr name="TextBox 13" id="13"/>
            <p:cNvSpPr txBox="true"/>
            <p:nvPr/>
          </p:nvSpPr>
          <p:spPr>
            <a:xfrm rot="0">
              <a:off x="0" y="-142875"/>
              <a:ext cx="18436139" cy="1476565"/>
            </a:xfrm>
            <a:prstGeom prst="rect">
              <a:avLst/>
            </a:prstGeom>
          </p:spPr>
          <p:txBody>
            <a:bodyPr anchor="t" rtlCol="false" tIns="0" lIns="0" bIns="0" rIns="0">
              <a:spAutoFit/>
            </a:bodyPr>
            <a:lstStyle/>
            <a:p>
              <a:pPr algn="ctr">
                <a:lnSpc>
                  <a:spcPts val="8366"/>
                </a:lnSpc>
              </a:pPr>
              <a:r>
                <a:rPr lang="en-US" b="true" sz="6587">
                  <a:solidFill>
                    <a:srgbClr val="000000"/>
                  </a:solidFill>
                  <a:latin typeface="Codec Pro Bold"/>
                  <a:ea typeface="Codec Pro Bold"/>
                  <a:cs typeface="Codec Pro Bold"/>
                  <a:sym typeface="Codec Pro Bold"/>
                </a:rPr>
                <a:t>MER (Modelo entidad-Relacion)</a:t>
              </a:r>
            </a:p>
          </p:txBody>
        </p:sp>
      </p:grpSp>
      <p:grpSp>
        <p:nvGrpSpPr>
          <p:cNvPr name="Group 14" id="14"/>
          <p:cNvGrpSpPr/>
          <p:nvPr/>
        </p:nvGrpSpPr>
        <p:grpSpPr>
          <a:xfrm rot="0">
            <a:off x="1030777" y="2479918"/>
            <a:ext cx="2560450" cy="2442766"/>
            <a:chOff x="0" y="0"/>
            <a:chExt cx="3413934" cy="3257022"/>
          </a:xfrm>
        </p:grpSpPr>
        <p:grpSp>
          <p:nvGrpSpPr>
            <p:cNvPr name="Group 15" id="15"/>
            <p:cNvGrpSpPr/>
            <p:nvPr/>
          </p:nvGrpSpPr>
          <p:grpSpPr>
            <a:xfrm rot="0">
              <a:off x="419814" y="301140"/>
              <a:ext cx="2574306" cy="2955882"/>
              <a:chOff x="0" y="0"/>
              <a:chExt cx="3250378" cy="3732164"/>
            </a:xfrm>
          </p:grpSpPr>
          <p:sp>
            <p:nvSpPr>
              <p:cNvPr name="Freeform 16" id="16"/>
              <p:cNvSpPr/>
              <p:nvPr/>
            </p:nvSpPr>
            <p:spPr>
              <a:xfrm flipH="false" flipV="false" rot="0">
                <a:off x="0" y="0"/>
                <a:ext cx="3250378" cy="3732164"/>
              </a:xfrm>
              <a:custGeom>
                <a:avLst/>
                <a:gdLst/>
                <a:ahLst/>
                <a:cxnLst/>
                <a:rect r="r" b="b" t="t" l="l"/>
                <a:pathLst>
                  <a:path h="3732164" w="3250378">
                    <a:moveTo>
                      <a:pt x="0" y="0"/>
                    </a:moveTo>
                    <a:lnTo>
                      <a:pt x="3250378" y="0"/>
                    </a:lnTo>
                    <a:lnTo>
                      <a:pt x="3250378" y="3732164"/>
                    </a:lnTo>
                    <a:lnTo>
                      <a:pt x="0" y="3732164"/>
                    </a:lnTo>
                    <a:close/>
                  </a:path>
                </a:pathLst>
              </a:custGeom>
              <a:gradFill rotWithShape="true">
                <a:gsLst>
                  <a:gs pos="0">
                    <a:srgbClr val="7CCE6B">
                      <a:alpha val="100000"/>
                    </a:srgbClr>
                  </a:gs>
                  <a:gs pos="100000">
                    <a:srgbClr val="D8FFD0">
                      <a:alpha val="100000"/>
                    </a:srgbClr>
                  </a:gs>
                </a:gsLst>
                <a:lin ang="5400000"/>
              </a:gradFill>
            </p:spPr>
          </p:sp>
          <p:sp>
            <p:nvSpPr>
              <p:cNvPr name="TextBox 17" id="17"/>
              <p:cNvSpPr txBox="true"/>
              <p:nvPr/>
            </p:nvSpPr>
            <p:spPr>
              <a:xfrm>
                <a:off x="0" y="-38100"/>
                <a:ext cx="3250378" cy="3770264"/>
              </a:xfrm>
              <a:prstGeom prst="rect">
                <a:avLst/>
              </a:prstGeom>
            </p:spPr>
            <p:txBody>
              <a:bodyPr anchor="ctr" rtlCol="false" tIns="9492" lIns="9492" bIns="9492" rIns="9492"/>
              <a:lstStyle/>
              <a:p>
                <a:pPr algn="ctr">
                  <a:lnSpc>
                    <a:spcPts val="2660"/>
                  </a:lnSpc>
                </a:pPr>
              </a:p>
            </p:txBody>
          </p:sp>
        </p:grpSp>
        <p:sp>
          <p:nvSpPr>
            <p:cNvPr name="Freeform 18" id="18"/>
            <p:cNvSpPr/>
            <p:nvPr/>
          </p:nvSpPr>
          <p:spPr>
            <a:xfrm flipH="false" flipV="false" rot="0">
              <a:off x="610979" y="452777"/>
              <a:ext cx="2191975" cy="2652607"/>
            </a:xfrm>
            <a:custGeom>
              <a:avLst/>
              <a:gdLst/>
              <a:ahLst/>
              <a:cxnLst/>
              <a:rect r="r" b="b" t="t" l="l"/>
              <a:pathLst>
                <a:path h="2652607" w="2191975">
                  <a:moveTo>
                    <a:pt x="0" y="0"/>
                  </a:moveTo>
                  <a:lnTo>
                    <a:pt x="2191975" y="0"/>
                  </a:lnTo>
                  <a:lnTo>
                    <a:pt x="2191975" y="2652608"/>
                  </a:lnTo>
                  <a:lnTo>
                    <a:pt x="0" y="2652608"/>
                  </a:lnTo>
                  <a:lnTo>
                    <a:pt x="0" y="0"/>
                  </a:lnTo>
                  <a:close/>
                </a:path>
              </a:pathLst>
            </a:custGeom>
            <a:blipFill>
              <a:blip r:embed="rId3"/>
              <a:stretch>
                <a:fillRect l="0" t="0" r="0" b="0"/>
              </a:stretch>
            </a:blipFill>
          </p:spPr>
        </p:sp>
        <p:sp>
          <p:nvSpPr>
            <p:cNvPr name="TextBox 19" id="19"/>
            <p:cNvSpPr txBox="true"/>
            <p:nvPr/>
          </p:nvSpPr>
          <p:spPr>
            <a:xfrm rot="0">
              <a:off x="0" y="-47625"/>
              <a:ext cx="3413934" cy="348765"/>
            </a:xfrm>
            <a:prstGeom prst="rect">
              <a:avLst/>
            </a:prstGeom>
          </p:spPr>
          <p:txBody>
            <a:bodyPr anchor="t" rtlCol="false" tIns="0" lIns="0" bIns="0" rIns="0">
              <a:spAutoFit/>
            </a:bodyPr>
            <a:lstStyle/>
            <a:p>
              <a:pPr algn="ctr">
                <a:lnSpc>
                  <a:spcPts val="1914"/>
                </a:lnSpc>
              </a:pPr>
              <a:r>
                <a:rPr lang="en-US" b="true" sz="1507">
                  <a:solidFill>
                    <a:srgbClr val="000000"/>
                  </a:solidFill>
                  <a:latin typeface="Codec Pro Bold"/>
                  <a:ea typeface="Codec Pro Bold"/>
                  <a:cs typeface="Codec Pro Bold"/>
                  <a:sym typeface="Codec Pro Bold"/>
                </a:rPr>
                <a:t>Diagrama Despliegue</a:t>
              </a:r>
            </a:p>
          </p:txBody>
        </p:sp>
      </p:grpSp>
      <p:grpSp>
        <p:nvGrpSpPr>
          <p:cNvPr name="Group 20" id="20"/>
          <p:cNvGrpSpPr/>
          <p:nvPr/>
        </p:nvGrpSpPr>
        <p:grpSpPr>
          <a:xfrm rot="0">
            <a:off x="1332626" y="318250"/>
            <a:ext cx="1956752" cy="2075942"/>
            <a:chOff x="0" y="0"/>
            <a:chExt cx="2609003" cy="2767923"/>
          </a:xfrm>
        </p:grpSpPr>
        <p:grpSp>
          <p:nvGrpSpPr>
            <p:cNvPr name="Group 21" id="21"/>
            <p:cNvGrpSpPr/>
            <p:nvPr/>
          </p:nvGrpSpPr>
          <p:grpSpPr>
            <a:xfrm rot="0">
              <a:off x="34696" y="301140"/>
              <a:ext cx="2574306" cy="2466783"/>
              <a:chOff x="0" y="0"/>
              <a:chExt cx="3250378" cy="3114616"/>
            </a:xfrm>
          </p:grpSpPr>
          <p:sp>
            <p:nvSpPr>
              <p:cNvPr name="Freeform 22" id="22"/>
              <p:cNvSpPr/>
              <p:nvPr/>
            </p:nvSpPr>
            <p:spPr>
              <a:xfrm flipH="false" flipV="false" rot="0">
                <a:off x="0" y="0"/>
                <a:ext cx="3250378" cy="3114616"/>
              </a:xfrm>
              <a:custGeom>
                <a:avLst/>
                <a:gdLst/>
                <a:ahLst/>
                <a:cxnLst/>
                <a:rect r="r" b="b" t="t" l="l"/>
                <a:pathLst>
                  <a:path h="3114616" w="3250378">
                    <a:moveTo>
                      <a:pt x="0" y="0"/>
                    </a:moveTo>
                    <a:lnTo>
                      <a:pt x="3250378" y="0"/>
                    </a:lnTo>
                    <a:lnTo>
                      <a:pt x="3250378" y="3114616"/>
                    </a:lnTo>
                    <a:lnTo>
                      <a:pt x="0" y="3114616"/>
                    </a:lnTo>
                    <a:close/>
                  </a:path>
                </a:pathLst>
              </a:custGeom>
              <a:gradFill rotWithShape="true">
                <a:gsLst>
                  <a:gs pos="0">
                    <a:srgbClr val="FF6767">
                      <a:alpha val="100000"/>
                    </a:srgbClr>
                  </a:gs>
                  <a:gs pos="100000">
                    <a:srgbClr val="FFD1D1">
                      <a:alpha val="100000"/>
                    </a:srgbClr>
                  </a:gs>
                </a:gsLst>
                <a:lin ang="5400000"/>
              </a:gradFill>
            </p:spPr>
          </p:sp>
          <p:sp>
            <p:nvSpPr>
              <p:cNvPr name="TextBox 23" id="23"/>
              <p:cNvSpPr txBox="true"/>
              <p:nvPr/>
            </p:nvSpPr>
            <p:spPr>
              <a:xfrm>
                <a:off x="0" y="-38100"/>
                <a:ext cx="3250378" cy="3152716"/>
              </a:xfrm>
              <a:prstGeom prst="rect">
                <a:avLst/>
              </a:prstGeom>
            </p:spPr>
            <p:txBody>
              <a:bodyPr anchor="ctr" rtlCol="false" tIns="7947" lIns="7947" bIns="7947" rIns="7947"/>
              <a:lstStyle/>
              <a:p>
                <a:pPr algn="ctr">
                  <a:lnSpc>
                    <a:spcPts val="2660"/>
                  </a:lnSpc>
                </a:pPr>
              </a:p>
            </p:txBody>
          </p:sp>
        </p:grpSp>
        <p:sp>
          <p:nvSpPr>
            <p:cNvPr name="Freeform 24" id="24"/>
            <p:cNvSpPr/>
            <p:nvPr/>
          </p:nvSpPr>
          <p:spPr>
            <a:xfrm flipH="false" flipV="false" rot="0">
              <a:off x="186681" y="465521"/>
              <a:ext cx="2270337" cy="2138021"/>
            </a:xfrm>
            <a:custGeom>
              <a:avLst/>
              <a:gdLst/>
              <a:ahLst/>
              <a:cxnLst/>
              <a:rect r="r" b="b" t="t" l="l"/>
              <a:pathLst>
                <a:path h="2138021" w="2270337">
                  <a:moveTo>
                    <a:pt x="0" y="0"/>
                  </a:moveTo>
                  <a:lnTo>
                    <a:pt x="2270337" y="0"/>
                  </a:lnTo>
                  <a:lnTo>
                    <a:pt x="2270337" y="2138021"/>
                  </a:lnTo>
                  <a:lnTo>
                    <a:pt x="0" y="2138021"/>
                  </a:lnTo>
                  <a:lnTo>
                    <a:pt x="0" y="0"/>
                  </a:lnTo>
                  <a:close/>
                </a:path>
              </a:pathLst>
            </a:custGeom>
            <a:blipFill>
              <a:blip r:embed="rId4"/>
              <a:stretch>
                <a:fillRect l="0" t="0" r="0" b="0"/>
              </a:stretch>
            </a:blipFill>
          </p:spPr>
        </p:sp>
        <p:sp>
          <p:nvSpPr>
            <p:cNvPr name="TextBox 25" id="25"/>
            <p:cNvSpPr txBox="true"/>
            <p:nvPr/>
          </p:nvSpPr>
          <p:spPr>
            <a:xfrm rot="0">
              <a:off x="0" y="-47625"/>
              <a:ext cx="2574306" cy="348765"/>
            </a:xfrm>
            <a:prstGeom prst="rect">
              <a:avLst/>
            </a:prstGeom>
          </p:spPr>
          <p:txBody>
            <a:bodyPr anchor="t" rtlCol="false" tIns="0" lIns="0" bIns="0" rIns="0">
              <a:spAutoFit/>
            </a:bodyPr>
            <a:lstStyle/>
            <a:p>
              <a:pPr algn="ctr">
                <a:lnSpc>
                  <a:spcPts val="1914"/>
                </a:lnSpc>
              </a:pPr>
              <a:r>
                <a:rPr lang="en-US" b="true" sz="1507">
                  <a:solidFill>
                    <a:srgbClr val="000000"/>
                  </a:solidFill>
                  <a:latin typeface="Codec Pro Bold"/>
                  <a:ea typeface="Codec Pro Bold"/>
                  <a:cs typeface="Codec Pro Bold"/>
                  <a:sym typeface="Codec Pro Bold"/>
                </a:rPr>
                <a:t>Modelo Relacional</a:t>
              </a:r>
            </a:p>
          </p:txBody>
        </p:sp>
      </p:grpSp>
      <p:grpSp>
        <p:nvGrpSpPr>
          <p:cNvPr name="Group 26" id="26"/>
          <p:cNvGrpSpPr/>
          <p:nvPr/>
        </p:nvGrpSpPr>
        <p:grpSpPr>
          <a:xfrm rot="0">
            <a:off x="1328472" y="5008409"/>
            <a:ext cx="1960907" cy="2885789"/>
            <a:chOff x="0" y="0"/>
            <a:chExt cx="2614542" cy="3847719"/>
          </a:xfrm>
        </p:grpSpPr>
        <p:grpSp>
          <p:nvGrpSpPr>
            <p:cNvPr name="Group 27" id="27"/>
            <p:cNvGrpSpPr/>
            <p:nvPr/>
          </p:nvGrpSpPr>
          <p:grpSpPr>
            <a:xfrm rot="0">
              <a:off x="0" y="362175"/>
              <a:ext cx="2614542" cy="3485544"/>
              <a:chOff x="0" y="0"/>
              <a:chExt cx="1681903" cy="2242208"/>
            </a:xfrm>
          </p:grpSpPr>
          <p:sp>
            <p:nvSpPr>
              <p:cNvPr name="Freeform 28" id="28"/>
              <p:cNvSpPr/>
              <p:nvPr/>
            </p:nvSpPr>
            <p:spPr>
              <a:xfrm flipH="false" flipV="false" rot="0">
                <a:off x="0" y="0"/>
                <a:ext cx="1681903" cy="2242208"/>
              </a:xfrm>
              <a:custGeom>
                <a:avLst/>
                <a:gdLst/>
                <a:ahLst/>
                <a:cxnLst/>
                <a:rect r="r" b="b" t="t" l="l"/>
                <a:pathLst>
                  <a:path h="2242208" w="1681903">
                    <a:moveTo>
                      <a:pt x="0" y="0"/>
                    </a:moveTo>
                    <a:lnTo>
                      <a:pt x="1681903" y="0"/>
                    </a:lnTo>
                    <a:lnTo>
                      <a:pt x="1681903" y="2242208"/>
                    </a:lnTo>
                    <a:lnTo>
                      <a:pt x="0" y="2242208"/>
                    </a:lnTo>
                    <a:close/>
                  </a:path>
                </a:pathLst>
              </a:custGeom>
              <a:gradFill rotWithShape="true">
                <a:gsLst>
                  <a:gs pos="0">
                    <a:srgbClr val="84A9FF">
                      <a:alpha val="100000"/>
                    </a:srgbClr>
                  </a:gs>
                  <a:gs pos="100000">
                    <a:srgbClr val="F5F8FF">
                      <a:alpha val="100000"/>
                    </a:srgbClr>
                  </a:gs>
                </a:gsLst>
                <a:lin ang="5400000"/>
              </a:gradFill>
            </p:spPr>
          </p:sp>
          <p:sp>
            <p:nvSpPr>
              <p:cNvPr name="TextBox 29" id="29"/>
              <p:cNvSpPr txBox="true"/>
              <p:nvPr/>
            </p:nvSpPr>
            <p:spPr>
              <a:xfrm>
                <a:off x="0" y="-38100"/>
                <a:ext cx="1681903" cy="2280308"/>
              </a:xfrm>
              <a:prstGeom prst="rect">
                <a:avLst/>
              </a:prstGeom>
            </p:spPr>
            <p:txBody>
              <a:bodyPr anchor="ctr" rtlCol="false" tIns="27904" lIns="27904" bIns="27904" rIns="27904"/>
              <a:lstStyle/>
              <a:p>
                <a:pPr algn="ctr">
                  <a:lnSpc>
                    <a:spcPts val="2660"/>
                  </a:lnSpc>
                </a:pPr>
              </a:p>
            </p:txBody>
          </p:sp>
        </p:grpSp>
        <p:sp>
          <p:nvSpPr>
            <p:cNvPr name="Freeform 30" id="30"/>
            <p:cNvSpPr/>
            <p:nvPr/>
          </p:nvSpPr>
          <p:spPr>
            <a:xfrm flipH="false" flipV="false" rot="0">
              <a:off x="184723" y="506830"/>
              <a:ext cx="2245096" cy="3196233"/>
            </a:xfrm>
            <a:custGeom>
              <a:avLst/>
              <a:gdLst/>
              <a:ahLst/>
              <a:cxnLst/>
              <a:rect r="r" b="b" t="t" l="l"/>
              <a:pathLst>
                <a:path h="3196233" w="2245096">
                  <a:moveTo>
                    <a:pt x="0" y="0"/>
                  </a:moveTo>
                  <a:lnTo>
                    <a:pt x="2245096" y="0"/>
                  </a:lnTo>
                  <a:lnTo>
                    <a:pt x="2245096" y="3196233"/>
                  </a:lnTo>
                  <a:lnTo>
                    <a:pt x="0" y="3196233"/>
                  </a:lnTo>
                  <a:lnTo>
                    <a:pt x="0" y="0"/>
                  </a:lnTo>
                  <a:close/>
                </a:path>
              </a:pathLst>
            </a:custGeom>
            <a:blipFill>
              <a:blip r:embed="rId5"/>
              <a:stretch>
                <a:fillRect l="0" t="0" r="0" b="0"/>
              </a:stretch>
            </a:blipFill>
          </p:spPr>
        </p:sp>
        <p:sp>
          <p:nvSpPr>
            <p:cNvPr name="TextBox 31" id="31"/>
            <p:cNvSpPr txBox="true"/>
            <p:nvPr/>
          </p:nvSpPr>
          <p:spPr>
            <a:xfrm rot="0">
              <a:off x="0" y="-38100"/>
              <a:ext cx="2614542" cy="400275"/>
            </a:xfrm>
            <a:prstGeom prst="rect">
              <a:avLst/>
            </a:prstGeom>
          </p:spPr>
          <p:txBody>
            <a:bodyPr anchor="t" rtlCol="false" tIns="0" lIns="0" bIns="0" rIns="0">
              <a:spAutoFit/>
            </a:bodyPr>
            <a:lstStyle/>
            <a:p>
              <a:pPr algn="ctr">
                <a:lnSpc>
                  <a:spcPts val="2271"/>
                </a:lnSpc>
              </a:pPr>
              <a:r>
                <a:rPr lang="en-US" b="true" sz="1788">
                  <a:solidFill>
                    <a:srgbClr val="000000"/>
                  </a:solidFill>
                  <a:latin typeface="Codec Pro Bold"/>
                  <a:ea typeface="Codec Pro Bold"/>
                  <a:cs typeface="Codec Pro Bold"/>
                  <a:sym typeface="Codec Pro Bold"/>
                </a:rPr>
                <a:t>Casos de Uso</a:t>
              </a:r>
            </a:p>
          </p:txBody>
        </p:sp>
      </p:grpSp>
      <p:grpSp>
        <p:nvGrpSpPr>
          <p:cNvPr name="Group 32" id="32"/>
          <p:cNvGrpSpPr/>
          <p:nvPr/>
        </p:nvGrpSpPr>
        <p:grpSpPr>
          <a:xfrm rot="0">
            <a:off x="1185586" y="7981561"/>
            <a:ext cx="2246678" cy="1990465"/>
            <a:chOff x="0" y="0"/>
            <a:chExt cx="2995570" cy="2653953"/>
          </a:xfrm>
        </p:grpSpPr>
        <p:grpSp>
          <p:nvGrpSpPr>
            <p:cNvPr name="Group 33" id="33"/>
            <p:cNvGrpSpPr/>
            <p:nvPr/>
          </p:nvGrpSpPr>
          <p:grpSpPr>
            <a:xfrm rot="0">
              <a:off x="0" y="338554"/>
              <a:ext cx="2995570" cy="2315399"/>
              <a:chOff x="0" y="0"/>
              <a:chExt cx="2090433" cy="1615782"/>
            </a:xfrm>
          </p:grpSpPr>
          <p:sp>
            <p:nvSpPr>
              <p:cNvPr name="Freeform 34" id="34"/>
              <p:cNvSpPr/>
              <p:nvPr/>
            </p:nvSpPr>
            <p:spPr>
              <a:xfrm flipH="false" flipV="false" rot="0">
                <a:off x="0" y="0"/>
                <a:ext cx="2090433" cy="1615782"/>
              </a:xfrm>
              <a:custGeom>
                <a:avLst/>
                <a:gdLst/>
                <a:ahLst/>
                <a:cxnLst/>
                <a:rect r="r" b="b" t="t" l="l"/>
                <a:pathLst>
                  <a:path h="1615782" w="2090433">
                    <a:moveTo>
                      <a:pt x="0" y="0"/>
                    </a:moveTo>
                    <a:lnTo>
                      <a:pt x="2090433" y="0"/>
                    </a:lnTo>
                    <a:lnTo>
                      <a:pt x="2090433" y="1615782"/>
                    </a:lnTo>
                    <a:lnTo>
                      <a:pt x="0" y="1615782"/>
                    </a:lnTo>
                    <a:close/>
                  </a:path>
                </a:pathLst>
              </a:custGeom>
              <a:gradFill rotWithShape="true">
                <a:gsLst>
                  <a:gs pos="0">
                    <a:srgbClr val="FFDA6A">
                      <a:alpha val="100000"/>
                    </a:srgbClr>
                  </a:gs>
                  <a:gs pos="100000">
                    <a:srgbClr val="FFF7DE">
                      <a:alpha val="100000"/>
                    </a:srgbClr>
                  </a:gs>
                </a:gsLst>
                <a:lin ang="5400000"/>
              </a:gradFill>
            </p:spPr>
          </p:sp>
          <p:sp>
            <p:nvSpPr>
              <p:cNvPr name="TextBox 35" id="35"/>
              <p:cNvSpPr txBox="true"/>
              <p:nvPr/>
            </p:nvSpPr>
            <p:spPr>
              <a:xfrm>
                <a:off x="0" y="-38100"/>
                <a:ext cx="2090433" cy="1653882"/>
              </a:xfrm>
              <a:prstGeom prst="rect">
                <a:avLst/>
              </a:prstGeom>
            </p:spPr>
            <p:txBody>
              <a:bodyPr anchor="ctr" rtlCol="false" tIns="15276" lIns="15276" bIns="15276" rIns="15276"/>
              <a:lstStyle/>
              <a:p>
                <a:pPr algn="ctr">
                  <a:lnSpc>
                    <a:spcPts val="2660"/>
                  </a:lnSpc>
                </a:pPr>
              </a:p>
            </p:txBody>
          </p:sp>
        </p:grpSp>
        <p:sp>
          <p:nvSpPr>
            <p:cNvPr name="Freeform 36" id="36"/>
            <p:cNvSpPr/>
            <p:nvPr/>
          </p:nvSpPr>
          <p:spPr>
            <a:xfrm flipH="false" flipV="false" rot="0">
              <a:off x="128673" y="490811"/>
              <a:ext cx="2738225" cy="2010884"/>
            </a:xfrm>
            <a:custGeom>
              <a:avLst/>
              <a:gdLst/>
              <a:ahLst/>
              <a:cxnLst/>
              <a:rect r="r" b="b" t="t" l="l"/>
              <a:pathLst>
                <a:path h="2010884" w="2738225">
                  <a:moveTo>
                    <a:pt x="0" y="0"/>
                  </a:moveTo>
                  <a:lnTo>
                    <a:pt x="2738225" y="0"/>
                  </a:lnTo>
                  <a:lnTo>
                    <a:pt x="2738225" y="2010884"/>
                  </a:lnTo>
                  <a:lnTo>
                    <a:pt x="0" y="2010884"/>
                  </a:lnTo>
                  <a:lnTo>
                    <a:pt x="0" y="0"/>
                  </a:lnTo>
                  <a:close/>
                </a:path>
              </a:pathLst>
            </a:custGeom>
            <a:blipFill>
              <a:blip r:embed="rId6"/>
              <a:stretch>
                <a:fillRect l="0" t="0" r="0" b="0"/>
              </a:stretch>
            </a:blipFill>
          </p:spPr>
        </p:sp>
        <p:sp>
          <p:nvSpPr>
            <p:cNvPr name="TextBox 37" id="37"/>
            <p:cNvSpPr txBox="true"/>
            <p:nvPr/>
          </p:nvSpPr>
          <p:spPr>
            <a:xfrm rot="0">
              <a:off x="0" y="-47625"/>
              <a:ext cx="2995570" cy="386179"/>
            </a:xfrm>
            <a:prstGeom prst="rect">
              <a:avLst/>
            </a:prstGeom>
          </p:spPr>
          <p:txBody>
            <a:bodyPr anchor="t" rtlCol="false" tIns="0" lIns="0" bIns="0" rIns="0">
              <a:spAutoFit/>
            </a:bodyPr>
            <a:lstStyle/>
            <a:p>
              <a:pPr algn="ctr">
                <a:lnSpc>
                  <a:spcPts val="2151"/>
                </a:lnSpc>
              </a:pPr>
              <a:r>
                <a:rPr lang="en-US" b="true" sz="1694">
                  <a:solidFill>
                    <a:srgbClr val="000000"/>
                  </a:solidFill>
                  <a:latin typeface="Codec Pro Bold"/>
                  <a:ea typeface="Codec Pro Bold"/>
                  <a:cs typeface="Codec Pro Bold"/>
                  <a:sym typeface="Codec Pro Bold"/>
                </a:rPr>
                <a:t>Diagrama de Clases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310800">
            <a:off x="12831989" y="7210374"/>
            <a:ext cx="11903008" cy="6647001"/>
            <a:chOff x="0" y="0"/>
            <a:chExt cx="3134949" cy="1750650"/>
          </a:xfrm>
        </p:grpSpPr>
        <p:sp>
          <p:nvSpPr>
            <p:cNvPr name="Freeform 3" id="3"/>
            <p:cNvSpPr/>
            <p:nvPr/>
          </p:nvSpPr>
          <p:spPr>
            <a:xfrm flipH="false" flipV="false" rot="0">
              <a:off x="0" y="0"/>
              <a:ext cx="3134949" cy="1750651"/>
            </a:xfrm>
            <a:custGeom>
              <a:avLst/>
              <a:gdLst/>
              <a:ahLst/>
              <a:cxnLst/>
              <a:rect r="r" b="b" t="t" l="l"/>
              <a:pathLst>
                <a:path h="1750651" w="3134949">
                  <a:moveTo>
                    <a:pt x="1567474" y="0"/>
                  </a:moveTo>
                  <a:cubicBezTo>
                    <a:pt x="701782" y="0"/>
                    <a:pt x="0" y="391896"/>
                    <a:pt x="0" y="875325"/>
                  </a:cubicBezTo>
                  <a:cubicBezTo>
                    <a:pt x="0" y="1358754"/>
                    <a:pt x="701782" y="1750651"/>
                    <a:pt x="1567474" y="1750651"/>
                  </a:cubicBezTo>
                  <a:cubicBezTo>
                    <a:pt x="2433166" y="1750651"/>
                    <a:pt x="3134949" y="1358754"/>
                    <a:pt x="3134949" y="875325"/>
                  </a:cubicBezTo>
                  <a:cubicBezTo>
                    <a:pt x="3134949" y="391896"/>
                    <a:pt x="2433166" y="0"/>
                    <a:pt x="1567474" y="0"/>
                  </a:cubicBezTo>
                  <a:close/>
                </a:path>
              </a:pathLst>
            </a:custGeom>
            <a:solidFill>
              <a:srgbClr val="FFECD0"/>
            </a:solidFill>
          </p:spPr>
        </p:sp>
        <p:sp>
          <p:nvSpPr>
            <p:cNvPr name="TextBox 4" id="4"/>
            <p:cNvSpPr txBox="true"/>
            <p:nvPr/>
          </p:nvSpPr>
          <p:spPr>
            <a:xfrm>
              <a:off x="293901" y="126023"/>
              <a:ext cx="2547146" cy="146050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310800">
            <a:off x="15958684" y="-1691004"/>
            <a:ext cx="4276203" cy="5439409"/>
            <a:chOff x="0" y="0"/>
            <a:chExt cx="1126243" cy="1432602"/>
          </a:xfrm>
        </p:grpSpPr>
        <p:sp>
          <p:nvSpPr>
            <p:cNvPr name="Freeform 6" id="6"/>
            <p:cNvSpPr/>
            <p:nvPr/>
          </p:nvSpPr>
          <p:spPr>
            <a:xfrm flipH="false" flipV="false" rot="0">
              <a:off x="0" y="0"/>
              <a:ext cx="1126243" cy="1432602"/>
            </a:xfrm>
            <a:custGeom>
              <a:avLst/>
              <a:gdLst/>
              <a:ahLst/>
              <a:cxnLst/>
              <a:rect r="r" b="b" t="t" l="l"/>
              <a:pathLst>
                <a:path h="1432602" w="1126243">
                  <a:moveTo>
                    <a:pt x="563121" y="0"/>
                  </a:moveTo>
                  <a:cubicBezTo>
                    <a:pt x="252118" y="0"/>
                    <a:pt x="0" y="320699"/>
                    <a:pt x="0" y="716301"/>
                  </a:cubicBezTo>
                  <a:cubicBezTo>
                    <a:pt x="0" y="1111903"/>
                    <a:pt x="252118" y="1432602"/>
                    <a:pt x="563121" y="1432602"/>
                  </a:cubicBezTo>
                  <a:cubicBezTo>
                    <a:pt x="874125" y="1432602"/>
                    <a:pt x="1126243" y="1111903"/>
                    <a:pt x="1126243" y="716301"/>
                  </a:cubicBezTo>
                  <a:cubicBezTo>
                    <a:pt x="1126243" y="320699"/>
                    <a:pt x="874125" y="0"/>
                    <a:pt x="563121" y="0"/>
                  </a:cubicBezTo>
                  <a:close/>
                </a:path>
              </a:pathLst>
            </a:custGeom>
            <a:solidFill>
              <a:srgbClr val="FFECD0"/>
            </a:solidFill>
          </p:spPr>
        </p:sp>
        <p:sp>
          <p:nvSpPr>
            <p:cNvPr name="TextBox 7" id="7"/>
            <p:cNvSpPr txBox="true"/>
            <p:nvPr/>
          </p:nvSpPr>
          <p:spPr>
            <a:xfrm>
              <a:off x="105585" y="96206"/>
              <a:ext cx="915072" cy="120208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28700" y="314974"/>
            <a:ext cx="2560450" cy="2442766"/>
            <a:chOff x="0" y="0"/>
            <a:chExt cx="3413934" cy="3257022"/>
          </a:xfrm>
        </p:grpSpPr>
        <p:grpSp>
          <p:nvGrpSpPr>
            <p:cNvPr name="Group 9" id="9"/>
            <p:cNvGrpSpPr/>
            <p:nvPr/>
          </p:nvGrpSpPr>
          <p:grpSpPr>
            <a:xfrm rot="0">
              <a:off x="419814" y="301140"/>
              <a:ext cx="2574306" cy="2955882"/>
              <a:chOff x="0" y="0"/>
              <a:chExt cx="3250378" cy="3732164"/>
            </a:xfrm>
          </p:grpSpPr>
          <p:sp>
            <p:nvSpPr>
              <p:cNvPr name="Freeform 10" id="10"/>
              <p:cNvSpPr/>
              <p:nvPr/>
            </p:nvSpPr>
            <p:spPr>
              <a:xfrm flipH="false" flipV="false" rot="0">
                <a:off x="0" y="0"/>
                <a:ext cx="3250378" cy="3732164"/>
              </a:xfrm>
              <a:custGeom>
                <a:avLst/>
                <a:gdLst/>
                <a:ahLst/>
                <a:cxnLst/>
                <a:rect r="r" b="b" t="t" l="l"/>
                <a:pathLst>
                  <a:path h="3732164" w="3250378">
                    <a:moveTo>
                      <a:pt x="0" y="0"/>
                    </a:moveTo>
                    <a:lnTo>
                      <a:pt x="3250378" y="0"/>
                    </a:lnTo>
                    <a:lnTo>
                      <a:pt x="3250378" y="3732164"/>
                    </a:lnTo>
                    <a:lnTo>
                      <a:pt x="0" y="3732164"/>
                    </a:lnTo>
                    <a:close/>
                  </a:path>
                </a:pathLst>
              </a:custGeom>
              <a:gradFill rotWithShape="true">
                <a:gsLst>
                  <a:gs pos="0">
                    <a:srgbClr val="7CCE6B">
                      <a:alpha val="100000"/>
                    </a:srgbClr>
                  </a:gs>
                  <a:gs pos="100000">
                    <a:srgbClr val="D8FFD0">
                      <a:alpha val="100000"/>
                    </a:srgbClr>
                  </a:gs>
                </a:gsLst>
                <a:lin ang="5400000"/>
              </a:gradFill>
            </p:spPr>
          </p:sp>
          <p:sp>
            <p:nvSpPr>
              <p:cNvPr name="TextBox 11" id="11"/>
              <p:cNvSpPr txBox="true"/>
              <p:nvPr/>
            </p:nvSpPr>
            <p:spPr>
              <a:xfrm>
                <a:off x="0" y="-38100"/>
                <a:ext cx="3250378" cy="3770264"/>
              </a:xfrm>
              <a:prstGeom prst="rect">
                <a:avLst/>
              </a:prstGeom>
            </p:spPr>
            <p:txBody>
              <a:bodyPr anchor="ctr" rtlCol="false" tIns="9492" lIns="9492" bIns="9492" rIns="9492"/>
              <a:lstStyle/>
              <a:p>
                <a:pPr algn="ctr">
                  <a:lnSpc>
                    <a:spcPts val="2660"/>
                  </a:lnSpc>
                </a:pPr>
              </a:p>
            </p:txBody>
          </p:sp>
        </p:grpSp>
        <p:sp>
          <p:nvSpPr>
            <p:cNvPr name="Freeform 12" id="12"/>
            <p:cNvSpPr/>
            <p:nvPr/>
          </p:nvSpPr>
          <p:spPr>
            <a:xfrm flipH="false" flipV="false" rot="0">
              <a:off x="610979" y="452777"/>
              <a:ext cx="2191975" cy="2652607"/>
            </a:xfrm>
            <a:custGeom>
              <a:avLst/>
              <a:gdLst/>
              <a:ahLst/>
              <a:cxnLst/>
              <a:rect r="r" b="b" t="t" l="l"/>
              <a:pathLst>
                <a:path h="2652607" w="2191975">
                  <a:moveTo>
                    <a:pt x="0" y="0"/>
                  </a:moveTo>
                  <a:lnTo>
                    <a:pt x="2191975" y="0"/>
                  </a:lnTo>
                  <a:lnTo>
                    <a:pt x="2191975" y="2652608"/>
                  </a:lnTo>
                  <a:lnTo>
                    <a:pt x="0" y="2652608"/>
                  </a:lnTo>
                  <a:lnTo>
                    <a:pt x="0" y="0"/>
                  </a:lnTo>
                  <a:close/>
                </a:path>
              </a:pathLst>
            </a:custGeom>
            <a:blipFill>
              <a:blip r:embed="rId2"/>
              <a:stretch>
                <a:fillRect l="0" t="0" r="0" b="0"/>
              </a:stretch>
            </a:blipFill>
          </p:spPr>
        </p:sp>
        <p:sp>
          <p:nvSpPr>
            <p:cNvPr name="TextBox 13" id="13"/>
            <p:cNvSpPr txBox="true"/>
            <p:nvPr/>
          </p:nvSpPr>
          <p:spPr>
            <a:xfrm rot="0">
              <a:off x="0" y="-47625"/>
              <a:ext cx="3413934" cy="348765"/>
            </a:xfrm>
            <a:prstGeom prst="rect">
              <a:avLst/>
            </a:prstGeom>
          </p:spPr>
          <p:txBody>
            <a:bodyPr anchor="t" rtlCol="false" tIns="0" lIns="0" bIns="0" rIns="0">
              <a:spAutoFit/>
            </a:bodyPr>
            <a:lstStyle/>
            <a:p>
              <a:pPr algn="ctr">
                <a:lnSpc>
                  <a:spcPts val="1914"/>
                </a:lnSpc>
              </a:pPr>
              <a:r>
                <a:rPr lang="en-US" b="true" sz="1507">
                  <a:solidFill>
                    <a:srgbClr val="000000"/>
                  </a:solidFill>
                  <a:latin typeface="Codec Pro Bold"/>
                  <a:ea typeface="Codec Pro Bold"/>
                  <a:cs typeface="Codec Pro Bold"/>
                  <a:sym typeface="Codec Pro Bold"/>
                </a:rPr>
                <a:t>Diagrama Despliegue</a:t>
              </a:r>
            </a:p>
          </p:txBody>
        </p:sp>
      </p:grpSp>
      <p:grpSp>
        <p:nvGrpSpPr>
          <p:cNvPr name="Group 14" id="14"/>
          <p:cNvGrpSpPr/>
          <p:nvPr/>
        </p:nvGrpSpPr>
        <p:grpSpPr>
          <a:xfrm rot="0">
            <a:off x="6296490" y="189009"/>
            <a:ext cx="9215848" cy="9908982"/>
            <a:chOff x="0" y="0"/>
            <a:chExt cx="12287797" cy="13211976"/>
          </a:xfrm>
        </p:grpSpPr>
        <p:grpSp>
          <p:nvGrpSpPr>
            <p:cNvPr name="Group 15" id="15"/>
            <p:cNvGrpSpPr/>
            <p:nvPr/>
          </p:nvGrpSpPr>
          <p:grpSpPr>
            <a:xfrm rot="0">
              <a:off x="0" y="1437415"/>
              <a:ext cx="12287797" cy="11774560"/>
              <a:chOff x="0" y="0"/>
              <a:chExt cx="3250378" cy="3114616"/>
            </a:xfrm>
          </p:grpSpPr>
          <p:sp>
            <p:nvSpPr>
              <p:cNvPr name="Freeform 16" id="16"/>
              <p:cNvSpPr/>
              <p:nvPr/>
            </p:nvSpPr>
            <p:spPr>
              <a:xfrm flipH="false" flipV="false" rot="0">
                <a:off x="0" y="0"/>
                <a:ext cx="3250378" cy="3114616"/>
              </a:xfrm>
              <a:custGeom>
                <a:avLst/>
                <a:gdLst/>
                <a:ahLst/>
                <a:cxnLst/>
                <a:rect r="r" b="b" t="t" l="l"/>
                <a:pathLst>
                  <a:path h="3114616" w="3250378">
                    <a:moveTo>
                      <a:pt x="0" y="0"/>
                    </a:moveTo>
                    <a:lnTo>
                      <a:pt x="3250378" y="0"/>
                    </a:lnTo>
                    <a:lnTo>
                      <a:pt x="3250378" y="3114616"/>
                    </a:lnTo>
                    <a:lnTo>
                      <a:pt x="0" y="3114616"/>
                    </a:lnTo>
                    <a:close/>
                  </a:path>
                </a:pathLst>
              </a:custGeom>
              <a:gradFill rotWithShape="true">
                <a:gsLst>
                  <a:gs pos="0">
                    <a:srgbClr val="FF6767">
                      <a:alpha val="100000"/>
                    </a:srgbClr>
                  </a:gs>
                  <a:gs pos="100000">
                    <a:srgbClr val="FFD1D1">
                      <a:alpha val="100000"/>
                    </a:srgbClr>
                  </a:gs>
                </a:gsLst>
                <a:lin ang="5400000"/>
              </a:gradFill>
            </p:spPr>
          </p:sp>
          <p:sp>
            <p:nvSpPr>
              <p:cNvPr name="TextBox 17" id="17"/>
              <p:cNvSpPr txBox="true"/>
              <p:nvPr/>
            </p:nvSpPr>
            <p:spPr>
              <a:xfrm>
                <a:off x="0" y="-38100"/>
                <a:ext cx="3250378" cy="3152716"/>
              </a:xfrm>
              <a:prstGeom prst="rect">
                <a:avLst/>
              </a:prstGeom>
            </p:spPr>
            <p:txBody>
              <a:bodyPr anchor="ctr" rtlCol="false" tIns="37935" lIns="37935" bIns="37935" rIns="37935"/>
              <a:lstStyle/>
              <a:p>
                <a:pPr algn="ctr">
                  <a:lnSpc>
                    <a:spcPts val="2660"/>
                  </a:lnSpc>
                </a:pPr>
              </a:p>
            </p:txBody>
          </p:sp>
        </p:grpSp>
        <p:sp>
          <p:nvSpPr>
            <p:cNvPr name="Freeform 18" id="18"/>
            <p:cNvSpPr/>
            <p:nvPr/>
          </p:nvSpPr>
          <p:spPr>
            <a:xfrm flipH="false" flipV="false" rot="0">
              <a:off x="725460" y="2222046"/>
              <a:ext cx="10836876" cy="10205298"/>
            </a:xfrm>
            <a:custGeom>
              <a:avLst/>
              <a:gdLst/>
              <a:ahLst/>
              <a:cxnLst/>
              <a:rect r="r" b="b" t="t" l="l"/>
              <a:pathLst>
                <a:path h="10205298" w="10836876">
                  <a:moveTo>
                    <a:pt x="0" y="0"/>
                  </a:moveTo>
                  <a:lnTo>
                    <a:pt x="10836876" y="0"/>
                  </a:lnTo>
                  <a:lnTo>
                    <a:pt x="10836876" y="10205299"/>
                  </a:lnTo>
                  <a:lnTo>
                    <a:pt x="0" y="10205299"/>
                  </a:lnTo>
                  <a:lnTo>
                    <a:pt x="0" y="0"/>
                  </a:lnTo>
                  <a:close/>
                </a:path>
              </a:pathLst>
            </a:custGeom>
            <a:blipFill>
              <a:blip r:embed="rId3"/>
              <a:stretch>
                <a:fillRect l="0" t="0" r="0" b="0"/>
              </a:stretch>
            </a:blipFill>
          </p:spPr>
        </p:sp>
        <p:sp>
          <p:nvSpPr>
            <p:cNvPr name="TextBox 19" id="19"/>
            <p:cNvSpPr txBox="true"/>
            <p:nvPr/>
          </p:nvSpPr>
          <p:spPr>
            <a:xfrm rot="0">
              <a:off x="0" y="-152400"/>
              <a:ext cx="12122182" cy="1589815"/>
            </a:xfrm>
            <a:prstGeom prst="rect">
              <a:avLst/>
            </a:prstGeom>
          </p:spPr>
          <p:txBody>
            <a:bodyPr anchor="t" rtlCol="false" tIns="0" lIns="0" bIns="0" rIns="0">
              <a:spAutoFit/>
            </a:bodyPr>
            <a:lstStyle/>
            <a:p>
              <a:pPr algn="ctr">
                <a:lnSpc>
                  <a:spcPts val="9136"/>
                </a:lnSpc>
              </a:pPr>
              <a:r>
                <a:rPr lang="en-US" b="true" sz="7193">
                  <a:solidFill>
                    <a:srgbClr val="000000"/>
                  </a:solidFill>
                  <a:latin typeface="Codec Pro Bold"/>
                  <a:ea typeface="Codec Pro Bold"/>
                  <a:cs typeface="Codec Pro Bold"/>
                  <a:sym typeface="Codec Pro Bold"/>
                </a:rPr>
                <a:t>Modelo Relacional</a:t>
              </a:r>
            </a:p>
          </p:txBody>
        </p:sp>
      </p:grpSp>
      <p:grpSp>
        <p:nvGrpSpPr>
          <p:cNvPr name="Group 20" id="20"/>
          <p:cNvGrpSpPr/>
          <p:nvPr/>
        </p:nvGrpSpPr>
        <p:grpSpPr>
          <a:xfrm rot="0">
            <a:off x="1328472" y="2892509"/>
            <a:ext cx="1960907" cy="2885789"/>
            <a:chOff x="0" y="0"/>
            <a:chExt cx="2614542" cy="3847719"/>
          </a:xfrm>
        </p:grpSpPr>
        <p:grpSp>
          <p:nvGrpSpPr>
            <p:cNvPr name="Group 21" id="21"/>
            <p:cNvGrpSpPr/>
            <p:nvPr/>
          </p:nvGrpSpPr>
          <p:grpSpPr>
            <a:xfrm rot="0">
              <a:off x="0" y="362175"/>
              <a:ext cx="2614542" cy="3485544"/>
              <a:chOff x="0" y="0"/>
              <a:chExt cx="1681903" cy="2242208"/>
            </a:xfrm>
          </p:grpSpPr>
          <p:sp>
            <p:nvSpPr>
              <p:cNvPr name="Freeform 22" id="22"/>
              <p:cNvSpPr/>
              <p:nvPr/>
            </p:nvSpPr>
            <p:spPr>
              <a:xfrm flipH="false" flipV="false" rot="0">
                <a:off x="0" y="0"/>
                <a:ext cx="1681903" cy="2242208"/>
              </a:xfrm>
              <a:custGeom>
                <a:avLst/>
                <a:gdLst/>
                <a:ahLst/>
                <a:cxnLst/>
                <a:rect r="r" b="b" t="t" l="l"/>
                <a:pathLst>
                  <a:path h="2242208" w="1681903">
                    <a:moveTo>
                      <a:pt x="0" y="0"/>
                    </a:moveTo>
                    <a:lnTo>
                      <a:pt x="1681903" y="0"/>
                    </a:lnTo>
                    <a:lnTo>
                      <a:pt x="1681903" y="2242208"/>
                    </a:lnTo>
                    <a:lnTo>
                      <a:pt x="0" y="2242208"/>
                    </a:lnTo>
                    <a:close/>
                  </a:path>
                </a:pathLst>
              </a:custGeom>
              <a:gradFill rotWithShape="true">
                <a:gsLst>
                  <a:gs pos="0">
                    <a:srgbClr val="84A9FF">
                      <a:alpha val="100000"/>
                    </a:srgbClr>
                  </a:gs>
                  <a:gs pos="100000">
                    <a:srgbClr val="F5F8FF">
                      <a:alpha val="100000"/>
                    </a:srgbClr>
                  </a:gs>
                </a:gsLst>
                <a:lin ang="5400000"/>
              </a:gradFill>
            </p:spPr>
          </p:sp>
          <p:sp>
            <p:nvSpPr>
              <p:cNvPr name="TextBox 23" id="23"/>
              <p:cNvSpPr txBox="true"/>
              <p:nvPr/>
            </p:nvSpPr>
            <p:spPr>
              <a:xfrm>
                <a:off x="0" y="-38100"/>
                <a:ext cx="1681903" cy="2280308"/>
              </a:xfrm>
              <a:prstGeom prst="rect">
                <a:avLst/>
              </a:prstGeom>
            </p:spPr>
            <p:txBody>
              <a:bodyPr anchor="ctr" rtlCol="false" tIns="27904" lIns="27904" bIns="27904" rIns="27904"/>
              <a:lstStyle/>
              <a:p>
                <a:pPr algn="ctr">
                  <a:lnSpc>
                    <a:spcPts val="2660"/>
                  </a:lnSpc>
                </a:pPr>
              </a:p>
            </p:txBody>
          </p:sp>
        </p:grpSp>
        <p:sp>
          <p:nvSpPr>
            <p:cNvPr name="Freeform 24" id="24"/>
            <p:cNvSpPr/>
            <p:nvPr/>
          </p:nvSpPr>
          <p:spPr>
            <a:xfrm flipH="false" flipV="false" rot="0">
              <a:off x="184723" y="506830"/>
              <a:ext cx="2245096" cy="3196233"/>
            </a:xfrm>
            <a:custGeom>
              <a:avLst/>
              <a:gdLst/>
              <a:ahLst/>
              <a:cxnLst/>
              <a:rect r="r" b="b" t="t" l="l"/>
              <a:pathLst>
                <a:path h="3196233" w="2245096">
                  <a:moveTo>
                    <a:pt x="0" y="0"/>
                  </a:moveTo>
                  <a:lnTo>
                    <a:pt x="2245096" y="0"/>
                  </a:lnTo>
                  <a:lnTo>
                    <a:pt x="2245096" y="3196233"/>
                  </a:lnTo>
                  <a:lnTo>
                    <a:pt x="0" y="3196233"/>
                  </a:lnTo>
                  <a:lnTo>
                    <a:pt x="0" y="0"/>
                  </a:lnTo>
                  <a:close/>
                </a:path>
              </a:pathLst>
            </a:custGeom>
            <a:blipFill>
              <a:blip r:embed="rId4"/>
              <a:stretch>
                <a:fillRect l="0" t="0" r="0" b="0"/>
              </a:stretch>
            </a:blipFill>
          </p:spPr>
        </p:sp>
        <p:sp>
          <p:nvSpPr>
            <p:cNvPr name="TextBox 25" id="25"/>
            <p:cNvSpPr txBox="true"/>
            <p:nvPr/>
          </p:nvSpPr>
          <p:spPr>
            <a:xfrm rot="0">
              <a:off x="0" y="-38100"/>
              <a:ext cx="2614542" cy="400275"/>
            </a:xfrm>
            <a:prstGeom prst="rect">
              <a:avLst/>
            </a:prstGeom>
          </p:spPr>
          <p:txBody>
            <a:bodyPr anchor="t" rtlCol="false" tIns="0" lIns="0" bIns="0" rIns="0">
              <a:spAutoFit/>
            </a:bodyPr>
            <a:lstStyle/>
            <a:p>
              <a:pPr algn="ctr">
                <a:lnSpc>
                  <a:spcPts val="2271"/>
                </a:lnSpc>
              </a:pPr>
              <a:r>
                <a:rPr lang="en-US" b="true" sz="1788">
                  <a:solidFill>
                    <a:srgbClr val="000000"/>
                  </a:solidFill>
                  <a:latin typeface="Codec Pro Bold"/>
                  <a:ea typeface="Codec Pro Bold"/>
                  <a:cs typeface="Codec Pro Bold"/>
                  <a:sym typeface="Codec Pro Bold"/>
                </a:rPr>
                <a:t>Casos de Uso</a:t>
              </a:r>
            </a:p>
          </p:txBody>
        </p:sp>
      </p:grpSp>
      <p:grpSp>
        <p:nvGrpSpPr>
          <p:cNvPr name="Group 26" id="26"/>
          <p:cNvGrpSpPr/>
          <p:nvPr/>
        </p:nvGrpSpPr>
        <p:grpSpPr>
          <a:xfrm rot="0">
            <a:off x="1185586" y="5913065"/>
            <a:ext cx="2246678" cy="1990465"/>
            <a:chOff x="0" y="0"/>
            <a:chExt cx="2995570" cy="2653953"/>
          </a:xfrm>
        </p:grpSpPr>
        <p:grpSp>
          <p:nvGrpSpPr>
            <p:cNvPr name="Group 27" id="27"/>
            <p:cNvGrpSpPr/>
            <p:nvPr/>
          </p:nvGrpSpPr>
          <p:grpSpPr>
            <a:xfrm rot="0">
              <a:off x="0" y="338554"/>
              <a:ext cx="2995570" cy="2315399"/>
              <a:chOff x="0" y="0"/>
              <a:chExt cx="2090433" cy="1615782"/>
            </a:xfrm>
          </p:grpSpPr>
          <p:sp>
            <p:nvSpPr>
              <p:cNvPr name="Freeform 28" id="28"/>
              <p:cNvSpPr/>
              <p:nvPr/>
            </p:nvSpPr>
            <p:spPr>
              <a:xfrm flipH="false" flipV="false" rot="0">
                <a:off x="0" y="0"/>
                <a:ext cx="2090433" cy="1615782"/>
              </a:xfrm>
              <a:custGeom>
                <a:avLst/>
                <a:gdLst/>
                <a:ahLst/>
                <a:cxnLst/>
                <a:rect r="r" b="b" t="t" l="l"/>
                <a:pathLst>
                  <a:path h="1615782" w="2090433">
                    <a:moveTo>
                      <a:pt x="0" y="0"/>
                    </a:moveTo>
                    <a:lnTo>
                      <a:pt x="2090433" y="0"/>
                    </a:lnTo>
                    <a:lnTo>
                      <a:pt x="2090433" y="1615782"/>
                    </a:lnTo>
                    <a:lnTo>
                      <a:pt x="0" y="1615782"/>
                    </a:lnTo>
                    <a:close/>
                  </a:path>
                </a:pathLst>
              </a:custGeom>
              <a:gradFill rotWithShape="true">
                <a:gsLst>
                  <a:gs pos="0">
                    <a:srgbClr val="FFDA6A">
                      <a:alpha val="100000"/>
                    </a:srgbClr>
                  </a:gs>
                  <a:gs pos="100000">
                    <a:srgbClr val="FFF7DE">
                      <a:alpha val="100000"/>
                    </a:srgbClr>
                  </a:gs>
                </a:gsLst>
                <a:lin ang="5400000"/>
              </a:gradFill>
            </p:spPr>
          </p:sp>
          <p:sp>
            <p:nvSpPr>
              <p:cNvPr name="TextBox 29" id="29"/>
              <p:cNvSpPr txBox="true"/>
              <p:nvPr/>
            </p:nvSpPr>
            <p:spPr>
              <a:xfrm>
                <a:off x="0" y="-38100"/>
                <a:ext cx="2090433" cy="1653882"/>
              </a:xfrm>
              <a:prstGeom prst="rect">
                <a:avLst/>
              </a:prstGeom>
            </p:spPr>
            <p:txBody>
              <a:bodyPr anchor="ctr" rtlCol="false" tIns="15276" lIns="15276" bIns="15276" rIns="15276"/>
              <a:lstStyle/>
              <a:p>
                <a:pPr algn="ctr">
                  <a:lnSpc>
                    <a:spcPts val="2660"/>
                  </a:lnSpc>
                </a:pPr>
              </a:p>
            </p:txBody>
          </p:sp>
        </p:grpSp>
        <p:sp>
          <p:nvSpPr>
            <p:cNvPr name="Freeform 30" id="30"/>
            <p:cNvSpPr/>
            <p:nvPr/>
          </p:nvSpPr>
          <p:spPr>
            <a:xfrm flipH="false" flipV="false" rot="0">
              <a:off x="128673" y="490811"/>
              <a:ext cx="2738225" cy="2010884"/>
            </a:xfrm>
            <a:custGeom>
              <a:avLst/>
              <a:gdLst/>
              <a:ahLst/>
              <a:cxnLst/>
              <a:rect r="r" b="b" t="t" l="l"/>
              <a:pathLst>
                <a:path h="2010884" w="2738225">
                  <a:moveTo>
                    <a:pt x="0" y="0"/>
                  </a:moveTo>
                  <a:lnTo>
                    <a:pt x="2738225" y="0"/>
                  </a:lnTo>
                  <a:lnTo>
                    <a:pt x="2738225" y="2010884"/>
                  </a:lnTo>
                  <a:lnTo>
                    <a:pt x="0" y="2010884"/>
                  </a:lnTo>
                  <a:lnTo>
                    <a:pt x="0" y="0"/>
                  </a:lnTo>
                  <a:close/>
                </a:path>
              </a:pathLst>
            </a:custGeom>
            <a:blipFill>
              <a:blip r:embed="rId5"/>
              <a:stretch>
                <a:fillRect l="0" t="0" r="0" b="0"/>
              </a:stretch>
            </a:blipFill>
          </p:spPr>
        </p:sp>
        <p:sp>
          <p:nvSpPr>
            <p:cNvPr name="TextBox 31" id="31"/>
            <p:cNvSpPr txBox="true"/>
            <p:nvPr/>
          </p:nvSpPr>
          <p:spPr>
            <a:xfrm rot="0">
              <a:off x="0" y="-47625"/>
              <a:ext cx="2995570" cy="386179"/>
            </a:xfrm>
            <a:prstGeom prst="rect">
              <a:avLst/>
            </a:prstGeom>
          </p:spPr>
          <p:txBody>
            <a:bodyPr anchor="t" rtlCol="false" tIns="0" lIns="0" bIns="0" rIns="0">
              <a:spAutoFit/>
            </a:bodyPr>
            <a:lstStyle/>
            <a:p>
              <a:pPr algn="ctr">
                <a:lnSpc>
                  <a:spcPts val="2151"/>
                </a:lnSpc>
              </a:pPr>
              <a:r>
                <a:rPr lang="en-US" b="true" sz="1694">
                  <a:solidFill>
                    <a:srgbClr val="000000"/>
                  </a:solidFill>
                  <a:latin typeface="Codec Pro Bold"/>
                  <a:ea typeface="Codec Pro Bold"/>
                  <a:cs typeface="Codec Pro Bold"/>
                  <a:sym typeface="Codec Pro Bold"/>
                </a:rPr>
                <a:t>Diagrama de Clases</a:t>
              </a:r>
            </a:p>
          </p:txBody>
        </p:sp>
      </p:grpSp>
      <p:grpSp>
        <p:nvGrpSpPr>
          <p:cNvPr name="Group 32" id="32"/>
          <p:cNvGrpSpPr/>
          <p:nvPr/>
        </p:nvGrpSpPr>
        <p:grpSpPr>
          <a:xfrm rot="0">
            <a:off x="707013" y="8038298"/>
            <a:ext cx="3203825" cy="1655180"/>
            <a:chOff x="0" y="0"/>
            <a:chExt cx="4271767" cy="2206906"/>
          </a:xfrm>
        </p:grpSpPr>
        <p:grpSp>
          <p:nvGrpSpPr>
            <p:cNvPr name="Group 33" id="33"/>
            <p:cNvGrpSpPr/>
            <p:nvPr/>
          </p:nvGrpSpPr>
          <p:grpSpPr>
            <a:xfrm rot="0">
              <a:off x="731610" y="319918"/>
              <a:ext cx="2808546" cy="1886989"/>
              <a:chOff x="0" y="0"/>
              <a:chExt cx="4319668" cy="2902271"/>
            </a:xfrm>
          </p:grpSpPr>
          <p:sp>
            <p:nvSpPr>
              <p:cNvPr name="Freeform 34" id="34"/>
              <p:cNvSpPr/>
              <p:nvPr/>
            </p:nvSpPr>
            <p:spPr>
              <a:xfrm flipH="false" flipV="false" rot="0">
                <a:off x="0" y="0"/>
                <a:ext cx="4319668" cy="2902271"/>
              </a:xfrm>
              <a:custGeom>
                <a:avLst/>
                <a:gdLst/>
                <a:ahLst/>
                <a:cxnLst/>
                <a:rect r="r" b="b" t="t" l="l"/>
                <a:pathLst>
                  <a:path h="2902271" w="4319668">
                    <a:moveTo>
                      <a:pt x="0" y="0"/>
                    </a:moveTo>
                    <a:lnTo>
                      <a:pt x="4319668" y="0"/>
                    </a:lnTo>
                    <a:lnTo>
                      <a:pt x="4319668" y="2902271"/>
                    </a:lnTo>
                    <a:lnTo>
                      <a:pt x="0" y="2902271"/>
                    </a:lnTo>
                    <a:close/>
                  </a:path>
                </a:pathLst>
              </a:custGeom>
              <a:gradFill rotWithShape="true">
                <a:gsLst>
                  <a:gs pos="0">
                    <a:srgbClr val="F093FF">
                      <a:alpha val="100000"/>
                    </a:srgbClr>
                  </a:gs>
                  <a:gs pos="100000">
                    <a:srgbClr val="FDF1FF">
                      <a:alpha val="100000"/>
                    </a:srgbClr>
                  </a:gs>
                </a:gsLst>
                <a:lin ang="5400000"/>
              </a:gradFill>
            </p:spPr>
          </p:sp>
          <p:sp>
            <p:nvSpPr>
              <p:cNvPr name="TextBox 35" id="35"/>
              <p:cNvSpPr txBox="true"/>
              <p:nvPr/>
            </p:nvSpPr>
            <p:spPr>
              <a:xfrm>
                <a:off x="0" y="-38100"/>
                <a:ext cx="4319668" cy="2940371"/>
              </a:xfrm>
              <a:prstGeom prst="rect">
                <a:avLst/>
              </a:prstGeom>
            </p:spPr>
            <p:txBody>
              <a:bodyPr anchor="ctr" rtlCol="false" tIns="7335" lIns="7335" bIns="7335" rIns="7335"/>
              <a:lstStyle/>
              <a:p>
                <a:pPr algn="ctr">
                  <a:lnSpc>
                    <a:spcPts val="2659"/>
                  </a:lnSpc>
                </a:pPr>
              </a:p>
            </p:txBody>
          </p:sp>
        </p:grpSp>
        <p:sp>
          <p:nvSpPr>
            <p:cNvPr name="Freeform 36" id="36"/>
            <p:cNvSpPr/>
            <p:nvPr/>
          </p:nvSpPr>
          <p:spPr>
            <a:xfrm flipH="false" flipV="false" rot="0">
              <a:off x="813000" y="546439"/>
              <a:ext cx="2645767" cy="1433945"/>
            </a:xfrm>
            <a:custGeom>
              <a:avLst/>
              <a:gdLst/>
              <a:ahLst/>
              <a:cxnLst/>
              <a:rect r="r" b="b" t="t" l="l"/>
              <a:pathLst>
                <a:path h="1433945" w="2645767">
                  <a:moveTo>
                    <a:pt x="0" y="0"/>
                  </a:moveTo>
                  <a:lnTo>
                    <a:pt x="2645767" y="0"/>
                  </a:lnTo>
                  <a:lnTo>
                    <a:pt x="2645767" y="1433945"/>
                  </a:lnTo>
                  <a:lnTo>
                    <a:pt x="0" y="1433945"/>
                  </a:lnTo>
                  <a:lnTo>
                    <a:pt x="0" y="0"/>
                  </a:lnTo>
                  <a:close/>
                </a:path>
              </a:pathLst>
            </a:custGeom>
            <a:blipFill>
              <a:blip r:embed="rId6"/>
              <a:stretch>
                <a:fillRect l="0" t="-855" r="0" b="-855"/>
              </a:stretch>
            </a:blipFill>
          </p:spPr>
        </p:sp>
        <p:sp>
          <p:nvSpPr>
            <p:cNvPr name="TextBox 37" id="37"/>
            <p:cNvSpPr txBox="true"/>
            <p:nvPr/>
          </p:nvSpPr>
          <p:spPr>
            <a:xfrm rot="0">
              <a:off x="0" y="-47625"/>
              <a:ext cx="4271767" cy="367543"/>
            </a:xfrm>
            <a:prstGeom prst="rect">
              <a:avLst/>
            </a:prstGeom>
          </p:spPr>
          <p:txBody>
            <a:bodyPr anchor="t" rtlCol="false" tIns="0" lIns="0" bIns="0" rIns="0">
              <a:spAutoFit/>
            </a:bodyPr>
            <a:lstStyle/>
            <a:p>
              <a:pPr algn="ctr">
                <a:lnSpc>
                  <a:spcPts val="2033"/>
                </a:lnSpc>
              </a:pPr>
              <a:r>
                <a:rPr lang="en-US" b="true" sz="1601">
                  <a:solidFill>
                    <a:srgbClr val="000000"/>
                  </a:solidFill>
                  <a:latin typeface="Codec Pro Bold"/>
                  <a:ea typeface="Codec Pro Bold"/>
                  <a:cs typeface="Codec Pro Bold"/>
                  <a:sym typeface="Codec Pro Bold"/>
                </a:rPr>
                <a:t>MER (Modelo entidad-Relacion)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310800">
            <a:off x="12831989" y="7210374"/>
            <a:ext cx="11903008" cy="6647001"/>
            <a:chOff x="0" y="0"/>
            <a:chExt cx="3134949" cy="1750650"/>
          </a:xfrm>
        </p:grpSpPr>
        <p:sp>
          <p:nvSpPr>
            <p:cNvPr name="Freeform 3" id="3"/>
            <p:cNvSpPr/>
            <p:nvPr/>
          </p:nvSpPr>
          <p:spPr>
            <a:xfrm flipH="false" flipV="false" rot="0">
              <a:off x="0" y="0"/>
              <a:ext cx="3134949" cy="1750651"/>
            </a:xfrm>
            <a:custGeom>
              <a:avLst/>
              <a:gdLst/>
              <a:ahLst/>
              <a:cxnLst/>
              <a:rect r="r" b="b" t="t" l="l"/>
              <a:pathLst>
                <a:path h="1750651" w="3134949">
                  <a:moveTo>
                    <a:pt x="1567474" y="0"/>
                  </a:moveTo>
                  <a:cubicBezTo>
                    <a:pt x="701782" y="0"/>
                    <a:pt x="0" y="391896"/>
                    <a:pt x="0" y="875325"/>
                  </a:cubicBezTo>
                  <a:cubicBezTo>
                    <a:pt x="0" y="1358754"/>
                    <a:pt x="701782" y="1750651"/>
                    <a:pt x="1567474" y="1750651"/>
                  </a:cubicBezTo>
                  <a:cubicBezTo>
                    <a:pt x="2433166" y="1750651"/>
                    <a:pt x="3134949" y="1358754"/>
                    <a:pt x="3134949" y="875325"/>
                  </a:cubicBezTo>
                  <a:cubicBezTo>
                    <a:pt x="3134949" y="391896"/>
                    <a:pt x="2433166" y="0"/>
                    <a:pt x="1567474" y="0"/>
                  </a:cubicBezTo>
                  <a:close/>
                </a:path>
              </a:pathLst>
            </a:custGeom>
            <a:solidFill>
              <a:srgbClr val="FFECD0"/>
            </a:solidFill>
          </p:spPr>
        </p:sp>
        <p:sp>
          <p:nvSpPr>
            <p:cNvPr name="TextBox 4" id="4"/>
            <p:cNvSpPr txBox="true"/>
            <p:nvPr/>
          </p:nvSpPr>
          <p:spPr>
            <a:xfrm>
              <a:off x="293901" y="126023"/>
              <a:ext cx="2547146" cy="146050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310800">
            <a:off x="15958684" y="-1691004"/>
            <a:ext cx="4276203" cy="5439409"/>
            <a:chOff x="0" y="0"/>
            <a:chExt cx="1126243" cy="1432602"/>
          </a:xfrm>
        </p:grpSpPr>
        <p:sp>
          <p:nvSpPr>
            <p:cNvPr name="Freeform 6" id="6"/>
            <p:cNvSpPr/>
            <p:nvPr/>
          </p:nvSpPr>
          <p:spPr>
            <a:xfrm flipH="false" flipV="false" rot="0">
              <a:off x="0" y="0"/>
              <a:ext cx="1126243" cy="1432602"/>
            </a:xfrm>
            <a:custGeom>
              <a:avLst/>
              <a:gdLst/>
              <a:ahLst/>
              <a:cxnLst/>
              <a:rect r="r" b="b" t="t" l="l"/>
              <a:pathLst>
                <a:path h="1432602" w="1126243">
                  <a:moveTo>
                    <a:pt x="563121" y="0"/>
                  </a:moveTo>
                  <a:cubicBezTo>
                    <a:pt x="252118" y="0"/>
                    <a:pt x="0" y="320699"/>
                    <a:pt x="0" y="716301"/>
                  </a:cubicBezTo>
                  <a:cubicBezTo>
                    <a:pt x="0" y="1111903"/>
                    <a:pt x="252118" y="1432602"/>
                    <a:pt x="563121" y="1432602"/>
                  </a:cubicBezTo>
                  <a:cubicBezTo>
                    <a:pt x="874125" y="1432602"/>
                    <a:pt x="1126243" y="1111903"/>
                    <a:pt x="1126243" y="716301"/>
                  </a:cubicBezTo>
                  <a:cubicBezTo>
                    <a:pt x="1126243" y="320699"/>
                    <a:pt x="874125" y="0"/>
                    <a:pt x="563121" y="0"/>
                  </a:cubicBezTo>
                  <a:close/>
                </a:path>
              </a:pathLst>
            </a:custGeom>
            <a:solidFill>
              <a:srgbClr val="FFECD0"/>
            </a:solidFill>
          </p:spPr>
        </p:sp>
        <p:sp>
          <p:nvSpPr>
            <p:cNvPr name="TextBox 7" id="7"/>
            <p:cNvSpPr txBox="true"/>
            <p:nvPr/>
          </p:nvSpPr>
          <p:spPr>
            <a:xfrm>
              <a:off x="105585" y="96206"/>
              <a:ext cx="915072" cy="120208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190482" y="509108"/>
            <a:ext cx="9666649" cy="9268784"/>
            <a:chOff x="0" y="0"/>
            <a:chExt cx="12888865" cy="12358379"/>
          </a:xfrm>
        </p:grpSpPr>
        <p:grpSp>
          <p:nvGrpSpPr>
            <p:cNvPr name="Group 9" id="9"/>
            <p:cNvGrpSpPr/>
            <p:nvPr/>
          </p:nvGrpSpPr>
          <p:grpSpPr>
            <a:xfrm rot="0">
              <a:off x="1584952" y="1198829"/>
              <a:ext cx="9718961" cy="11159550"/>
              <a:chOff x="0" y="0"/>
              <a:chExt cx="3250378" cy="3732164"/>
            </a:xfrm>
          </p:grpSpPr>
          <p:sp>
            <p:nvSpPr>
              <p:cNvPr name="Freeform 10" id="10"/>
              <p:cNvSpPr/>
              <p:nvPr/>
            </p:nvSpPr>
            <p:spPr>
              <a:xfrm flipH="false" flipV="false" rot="0">
                <a:off x="0" y="0"/>
                <a:ext cx="3250378" cy="3732164"/>
              </a:xfrm>
              <a:custGeom>
                <a:avLst/>
                <a:gdLst/>
                <a:ahLst/>
                <a:cxnLst/>
                <a:rect r="r" b="b" t="t" l="l"/>
                <a:pathLst>
                  <a:path h="3732164" w="3250378">
                    <a:moveTo>
                      <a:pt x="0" y="0"/>
                    </a:moveTo>
                    <a:lnTo>
                      <a:pt x="3250378" y="0"/>
                    </a:lnTo>
                    <a:lnTo>
                      <a:pt x="3250378" y="3732164"/>
                    </a:lnTo>
                    <a:lnTo>
                      <a:pt x="0" y="3732164"/>
                    </a:lnTo>
                    <a:close/>
                  </a:path>
                </a:pathLst>
              </a:custGeom>
              <a:gradFill rotWithShape="true">
                <a:gsLst>
                  <a:gs pos="0">
                    <a:srgbClr val="7CCE6B">
                      <a:alpha val="100000"/>
                    </a:srgbClr>
                  </a:gs>
                  <a:gs pos="100000">
                    <a:srgbClr val="D8FFD0">
                      <a:alpha val="100000"/>
                    </a:srgbClr>
                  </a:gs>
                </a:gsLst>
                <a:lin ang="5400000"/>
              </a:gradFill>
            </p:spPr>
          </p:sp>
          <p:sp>
            <p:nvSpPr>
              <p:cNvPr name="TextBox 11" id="11"/>
              <p:cNvSpPr txBox="true"/>
              <p:nvPr/>
            </p:nvSpPr>
            <p:spPr>
              <a:xfrm>
                <a:off x="0" y="-38100"/>
                <a:ext cx="3250378" cy="3770264"/>
              </a:xfrm>
              <a:prstGeom prst="rect">
                <a:avLst/>
              </a:prstGeom>
            </p:spPr>
            <p:txBody>
              <a:bodyPr anchor="ctr" rtlCol="false" tIns="30004" lIns="30004" bIns="30004" rIns="30004"/>
              <a:lstStyle/>
              <a:p>
                <a:pPr algn="ctr">
                  <a:lnSpc>
                    <a:spcPts val="2660"/>
                  </a:lnSpc>
                </a:pPr>
              </a:p>
            </p:txBody>
          </p:sp>
        </p:grpSp>
        <p:sp>
          <p:nvSpPr>
            <p:cNvPr name="Freeform 12" id="12"/>
            <p:cNvSpPr/>
            <p:nvPr/>
          </p:nvSpPr>
          <p:spPr>
            <a:xfrm flipH="false" flipV="false" rot="0">
              <a:off x="2306674" y="1771316"/>
              <a:ext cx="8275518" cy="10014576"/>
            </a:xfrm>
            <a:custGeom>
              <a:avLst/>
              <a:gdLst/>
              <a:ahLst/>
              <a:cxnLst/>
              <a:rect r="r" b="b" t="t" l="l"/>
              <a:pathLst>
                <a:path h="10014576" w="8275518">
                  <a:moveTo>
                    <a:pt x="0" y="0"/>
                  </a:moveTo>
                  <a:lnTo>
                    <a:pt x="8275518" y="0"/>
                  </a:lnTo>
                  <a:lnTo>
                    <a:pt x="8275518" y="10014576"/>
                  </a:lnTo>
                  <a:lnTo>
                    <a:pt x="0" y="10014576"/>
                  </a:lnTo>
                  <a:lnTo>
                    <a:pt x="0" y="0"/>
                  </a:lnTo>
                  <a:close/>
                </a:path>
              </a:pathLst>
            </a:custGeom>
            <a:blipFill>
              <a:blip r:embed="rId2"/>
              <a:stretch>
                <a:fillRect l="0" t="0" r="0" b="0"/>
              </a:stretch>
            </a:blipFill>
          </p:spPr>
        </p:sp>
        <p:sp>
          <p:nvSpPr>
            <p:cNvPr name="TextBox 13" id="13"/>
            <p:cNvSpPr txBox="true"/>
            <p:nvPr/>
          </p:nvSpPr>
          <p:spPr>
            <a:xfrm rot="0">
              <a:off x="0" y="-133350"/>
              <a:ext cx="12888865" cy="1332179"/>
            </a:xfrm>
            <a:prstGeom prst="rect">
              <a:avLst/>
            </a:prstGeom>
          </p:spPr>
          <p:txBody>
            <a:bodyPr anchor="t" rtlCol="false" tIns="0" lIns="0" bIns="0" rIns="0">
              <a:spAutoFit/>
            </a:bodyPr>
            <a:lstStyle/>
            <a:p>
              <a:pPr algn="ctr">
                <a:lnSpc>
                  <a:spcPts val="7520"/>
                </a:lnSpc>
              </a:pPr>
              <a:r>
                <a:rPr lang="en-US" b="true" sz="5921">
                  <a:solidFill>
                    <a:srgbClr val="000000"/>
                  </a:solidFill>
                  <a:latin typeface="Codec Pro Bold"/>
                  <a:ea typeface="Codec Pro Bold"/>
                  <a:cs typeface="Codec Pro Bold"/>
                  <a:sym typeface="Codec Pro Bold"/>
                </a:rPr>
                <a:t>Diagrama Despliegue</a:t>
              </a:r>
            </a:p>
          </p:txBody>
        </p:sp>
      </p:grpSp>
      <p:grpSp>
        <p:nvGrpSpPr>
          <p:cNvPr name="Group 14" id="14"/>
          <p:cNvGrpSpPr/>
          <p:nvPr/>
        </p:nvGrpSpPr>
        <p:grpSpPr>
          <a:xfrm rot="0">
            <a:off x="1680196" y="420623"/>
            <a:ext cx="2055683" cy="3025268"/>
            <a:chOff x="0" y="0"/>
            <a:chExt cx="2740911" cy="4033690"/>
          </a:xfrm>
        </p:grpSpPr>
        <p:grpSp>
          <p:nvGrpSpPr>
            <p:cNvPr name="Group 15" id="15"/>
            <p:cNvGrpSpPr/>
            <p:nvPr/>
          </p:nvGrpSpPr>
          <p:grpSpPr>
            <a:xfrm rot="0">
              <a:off x="0" y="379680"/>
              <a:ext cx="2740911" cy="3654011"/>
              <a:chOff x="0" y="0"/>
              <a:chExt cx="1681903" cy="2242208"/>
            </a:xfrm>
          </p:grpSpPr>
          <p:sp>
            <p:nvSpPr>
              <p:cNvPr name="Freeform 16" id="16"/>
              <p:cNvSpPr/>
              <p:nvPr/>
            </p:nvSpPr>
            <p:spPr>
              <a:xfrm flipH="false" flipV="false" rot="0">
                <a:off x="0" y="0"/>
                <a:ext cx="1681903" cy="2242208"/>
              </a:xfrm>
              <a:custGeom>
                <a:avLst/>
                <a:gdLst/>
                <a:ahLst/>
                <a:cxnLst/>
                <a:rect r="r" b="b" t="t" l="l"/>
                <a:pathLst>
                  <a:path h="2242208" w="1681903">
                    <a:moveTo>
                      <a:pt x="0" y="0"/>
                    </a:moveTo>
                    <a:lnTo>
                      <a:pt x="1681903" y="0"/>
                    </a:lnTo>
                    <a:lnTo>
                      <a:pt x="1681903" y="2242208"/>
                    </a:lnTo>
                    <a:lnTo>
                      <a:pt x="0" y="2242208"/>
                    </a:lnTo>
                    <a:close/>
                  </a:path>
                </a:pathLst>
              </a:custGeom>
              <a:gradFill rotWithShape="true">
                <a:gsLst>
                  <a:gs pos="0">
                    <a:srgbClr val="84A9FF">
                      <a:alpha val="100000"/>
                    </a:srgbClr>
                  </a:gs>
                  <a:gs pos="100000">
                    <a:srgbClr val="F5F8FF">
                      <a:alpha val="100000"/>
                    </a:srgbClr>
                  </a:gs>
                </a:gsLst>
                <a:lin ang="5400000"/>
              </a:gradFill>
            </p:spPr>
          </p:sp>
          <p:sp>
            <p:nvSpPr>
              <p:cNvPr name="TextBox 17" id="17"/>
              <p:cNvSpPr txBox="true"/>
              <p:nvPr/>
            </p:nvSpPr>
            <p:spPr>
              <a:xfrm>
                <a:off x="0" y="-38100"/>
                <a:ext cx="1681903" cy="2280308"/>
              </a:xfrm>
              <a:prstGeom prst="rect">
                <a:avLst/>
              </a:prstGeom>
            </p:spPr>
            <p:txBody>
              <a:bodyPr anchor="ctr" rtlCol="false" tIns="27904" lIns="27904" bIns="27904" rIns="27904"/>
              <a:lstStyle/>
              <a:p>
                <a:pPr algn="ctr">
                  <a:lnSpc>
                    <a:spcPts val="2660"/>
                  </a:lnSpc>
                </a:pPr>
              </a:p>
            </p:txBody>
          </p:sp>
        </p:grpSp>
        <p:sp>
          <p:nvSpPr>
            <p:cNvPr name="Freeform 18" id="18"/>
            <p:cNvSpPr/>
            <p:nvPr/>
          </p:nvSpPr>
          <p:spPr>
            <a:xfrm flipH="false" flipV="false" rot="0">
              <a:off x="193651" y="531327"/>
              <a:ext cx="2353608" cy="3350716"/>
            </a:xfrm>
            <a:custGeom>
              <a:avLst/>
              <a:gdLst/>
              <a:ahLst/>
              <a:cxnLst/>
              <a:rect r="r" b="b" t="t" l="l"/>
              <a:pathLst>
                <a:path h="3350716" w="2353608">
                  <a:moveTo>
                    <a:pt x="0" y="0"/>
                  </a:moveTo>
                  <a:lnTo>
                    <a:pt x="2353608" y="0"/>
                  </a:lnTo>
                  <a:lnTo>
                    <a:pt x="2353608" y="3350716"/>
                  </a:lnTo>
                  <a:lnTo>
                    <a:pt x="0" y="3350716"/>
                  </a:lnTo>
                  <a:lnTo>
                    <a:pt x="0" y="0"/>
                  </a:lnTo>
                  <a:close/>
                </a:path>
              </a:pathLst>
            </a:custGeom>
            <a:blipFill>
              <a:blip r:embed="rId3"/>
              <a:stretch>
                <a:fillRect l="0" t="0" r="0" b="0"/>
              </a:stretch>
            </a:blipFill>
          </p:spPr>
        </p:sp>
        <p:sp>
          <p:nvSpPr>
            <p:cNvPr name="TextBox 19" id="19"/>
            <p:cNvSpPr txBox="true"/>
            <p:nvPr/>
          </p:nvSpPr>
          <p:spPr>
            <a:xfrm rot="0">
              <a:off x="0" y="-47625"/>
              <a:ext cx="2740911" cy="427305"/>
            </a:xfrm>
            <a:prstGeom prst="rect">
              <a:avLst/>
            </a:prstGeom>
          </p:spPr>
          <p:txBody>
            <a:bodyPr anchor="t" rtlCol="false" tIns="0" lIns="0" bIns="0" rIns="0">
              <a:spAutoFit/>
            </a:bodyPr>
            <a:lstStyle/>
            <a:p>
              <a:pPr algn="ctr">
                <a:lnSpc>
                  <a:spcPts val="2381"/>
                </a:lnSpc>
              </a:pPr>
              <a:r>
                <a:rPr lang="en-US" b="true" sz="1875">
                  <a:solidFill>
                    <a:srgbClr val="000000"/>
                  </a:solidFill>
                  <a:latin typeface="Codec Pro Bold"/>
                  <a:ea typeface="Codec Pro Bold"/>
                  <a:cs typeface="Codec Pro Bold"/>
                  <a:sym typeface="Codec Pro Bold"/>
                </a:rPr>
                <a:t>Casos de Uso</a:t>
              </a:r>
            </a:p>
          </p:txBody>
        </p:sp>
      </p:grpSp>
      <p:grpSp>
        <p:nvGrpSpPr>
          <p:cNvPr name="Group 20" id="20"/>
          <p:cNvGrpSpPr/>
          <p:nvPr/>
        </p:nvGrpSpPr>
        <p:grpSpPr>
          <a:xfrm rot="0">
            <a:off x="1530405" y="3586677"/>
            <a:ext cx="2355266" cy="2086670"/>
            <a:chOff x="0" y="0"/>
            <a:chExt cx="3140355" cy="2782226"/>
          </a:xfrm>
        </p:grpSpPr>
        <p:grpSp>
          <p:nvGrpSpPr>
            <p:cNvPr name="Group 21" id="21"/>
            <p:cNvGrpSpPr/>
            <p:nvPr/>
          </p:nvGrpSpPr>
          <p:grpSpPr>
            <a:xfrm rot="0">
              <a:off x="0" y="354917"/>
              <a:ext cx="3140355" cy="2427310"/>
              <a:chOff x="0" y="0"/>
              <a:chExt cx="2090433" cy="1615782"/>
            </a:xfrm>
          </p:grpSpPr>
          <p:sp>
            <p:nvSpPr>
              <p:cNvPr name="Freeform 22" id="22"/>
              <p:cNvSpPr/>
              <p:nvPr/>
            </p:nvSpPr>
            <p:spPr>
              <a:xfrm flipH="false" flipV="false" rot="0">
                <a:off x="0" y="0"/>
                <a:ext cx="2090433" cy="1615782"/>
              </a:xfrm>
              <a:custGeom>
                <a:avLst/>
                <a:gdLst/>
                <a:ahLst/>
                <a:cxnLst/>
                <a:rect r="r" b="b" t="t" l="l"/>
                <a:pathLst>
                  <a:path h="1615782" w="2090433">
                    <a:moveTo>
                      <a:pt x="0" y="0"/>
                    </a:moveTo>
                    <a:lnTo>
                      <a:pt x="2090433" y="0"/>
                    </a:lnTo>
                    <a:lnTo>
                      <a:pt x="2090433" y="1615782"/>
                    </a:lnTo>
                    <a:lnTo>
                      <a:pt x="0" y="1615782"/>
                    </a:lnTo>
                    <a:close/>
                  </a:path>
                </a:pathLst>
              </a:custGeom>
              <a:gradFill rotWithShape="true">
                <a:gsLst>
                  <a:gs pos="0">
                    <a:srgbClr val="FFDA6A">
                      <a:alpha val="100000"/>
                    </a:srgbClr>
                  </a:gs>
                  <a:gs pos="100000">
                    <a:srgbClr val="FFF7DE">
                      <a:alpha val="100000"/>
                    </a:srgbClr>
                  </a:gs>
                </a:gsLst>
                <a:lin ang="5400000"/>
              </a:gradFill>
            </p:spPr>
          </p:sp>
          <p:sp>
            <p:nvSpPr>
              <p:cNvPr name="TextBox 23" id="23"/>
              <p:cNvSpPr txBox="true"/>
              <p:nvPr/>
            </p:nvSpPr>
            <p:spPr>
              <a:xfrm>
                <a:off x="0" y="-38100"/>
                <a:ext cx="2090433" cy="1653882"/>
              </a:xfrm>
              <a:prstGeom prst="rect">
                <a:avLst/>
              </a:prstGeom>
            </p:spPr>
            <p:txBody>
              <a:bodyPr anchor="ctr" rtlCol="false" tIns="15276" lIns="15276" bIns="15276" rIns="15276"/>
              <a:lstStyle/>
              <a:p>
                <a:pPr algn="ctr">
                  <a:lnSpc>
                    <a:spcPts val="2660"/>
                  </a:lnSpc>
                </a:pPr>
              </a:p>
            </p:txBody>
          </p:sp>
        </p:grpSp>
        <p:sp>
          <p:nvSpPr>
            <p:cNvPr name="Freeform 24" id="24"/>
            <p:cNvSpPr/>
            <p:nvPr/>
          </p:nvSpPr>
          <p:spPr>
            <a:xfrm flipH="false" flipV="false" rot="0">
              <a:off x="134892" y="514534"/>
              <a:ext cx="2870572" cy="2108076"/>
            </a:xfrm>
            <a:custGeom>
              <a:avLst/>
              <a:gdLst/>
              <a:ahLst/>
              <a:cxnLst/>
              <a:rect r="r" b="b" t="t" l="l"/>
              <a:pathLst>
                <a:path h="2108076" w="2870572">
                  <a:moveTo>
                    <a:pt x="0" y="0"/>
                  </a:moveTo>
                  <a:lnTo>
                    <a:pt x="2870571" y="0"/>
                  </a:lnTo>
                  <a:lnTo>
                    <a:pt x="2870571" y="2108076"/>
                  </a:lnTo>
                  <a:lnTo>
                    <a:pt x="0" y="2108076"/>
                  </a:lnTo>
                  <a:lnTo>
                    <a:pt x="0" y="0"/>
                  </a:lnTo>
                  <a:close/>
                </a:path>
              </a:pathLst>
            </a:custGeom>
            <a:blipFill>
              <a:blip r:embed="rId4"/>
              <a:stretch>
                <a:fillRect l="0" t="0" r="0" b="0"/>
              </a:stretch>
            </a:blipFill>
          </p:spPr>
        </p:sp>
        <p:sp>
          <p:nvSpPr>
            <p:cNvPr name="TextBox 25" id="25"/>
            <p:cNvSpPr txBox="true"/>
            <p:nvPr/>
          </p:nvSpPr>
          <p:spPr>
            <a:xfrm rot="0">
              <a:off x="0" y="-38100"/>
              <a:ext cx="3140355" cy="393017"/>
            </a:xfrm>
            <a:prstGeom prst="rect">
              <a:avLst/>
            </a:prstGeom>
          </p:spPr>
          <p:txBody>
            <a:bodyPr anchor="t" rtlCol="false" tIns="0" lIns="0" bIns="0" rIns="0">
              <a:spAutoFit/>
            </a:bodyPr>
            <a:lstStyle/>
            <a:p>
              <a:pPr algn="ctr">
                <a:lnSpc>
                  <a:spcPts val="2255"/>
                </a:lnSpc>
              </a:pPr>
              <a:r>
                <a:rPr lang="en-US" b="true" sz="1776">
                  <a:solidFill>
                    <a:srgbClr val="000000"/>
                  </a:solidFill>
                  <a:latin typeface="Codec Pro Bold"/>
                  <a:ea typeface="Codec Pro Bold"/>
                  <a:cs typeface="Codec Pro Bold"/>
                  <a:sym typeface="Codec Pro Bold"/>
                </a:rPr>
                <a:t>Diagrama de Clases</a:t>
              </a:r>
            </a:p>
          </p:txBody>
        </p:sp>
      </p:grpSp>
      <p:grpSp>
        <p:nvGrpSpPr>
          <p:cNvPr name="Group 26" id="26"/>
          <p:cNvGrpSpPr/>
          <p:nvPr/>
        </p:nvGrpSpPr>
        <p:grpSpPr>
          <a:xfrm rot="0">
            <a:off x="1028700" y="5814133"/>
            <a:ext cx="3358676" cy="1735179"/>
            <a:chOff x="0" y="0"/>
            <a:chExt cx="4478234" cy="2313573"/>
          </a:xfrm>
        </p:grpSpPr>
        <p:grpSp>
          <p:nvGrpSpPr>
            <p:cNvPr name="Group 27" id="27"/>
            <p:cNvGrpSpPr/>
            <p:nvPr/>
          </p:nvGrpSpPr>
          <p:grpSpPr>
            <a:xfrm rot="0">
              <a:off x="766971" y="335380"/>
              <a:ext cx="2944292" cy="1978192"/>
              <a:chOff x="0" y="0"/>
              <a:chExt cx="4319668" cy="2902271"/>
            </a:xfrm>
          </p:grpSpPr>
          <p:sp>
            <p:nvSpPr>
              <p:cNvPr name="Freeform 28" id="28"/>
              <p:cNvSpPr/>
              <p:nvPr/>
            </p:nvSpPr>
            <p:spPr>
              <a:xfrm flipH="false" flipV="false" rot="0">
                <a:off x="0" y="0"/>
                <a:ext cx="4319668" cy="2902271"/>
              </a:xfrm>
              <a:custGeom>
                <a:avLst/>
                <a:gdLst/>
                <a:ahLst/>
                <a:cxnLst/>
                <a:rect r="r" b="b" t="t" l="l"/>
                <a:pathLst>
                  <a:path h="2902271" w="4319668">
                    <a:moveTo>
                      <a:pt x="0" y="0"/>
                    </a:moveTo>
                    <a:lnTo>
                      <a:pt x="4319668" y="0"/>
                    </a:lnTo>
                    <a:lnTo>
                      <a:pt x="4319668" y="2902271"/>
                    </a:lnTo>
                    <a:lnTo>
                      <a:pt x="0" y="2902271"/>
                    </a:lnTo>
                    <a:close/>
                  </a:path>
                </a:pathLst>
              </a:custGeom>
              <a:gradFill rotWithShape="true">
                <a:gsLst>
                  <a:gs pos="0">
                    <a:srgbClr val="F093FF">
                      <a:alpha val="100000"/>
                    </a:srgbClr>
                  </a:gs>
                  <a:gs pos="100000">
                    <a:srgbClr val="FDF1FF">
                      <a:alpha val="100000"/>
                    </a:srgbClr>
                  </a:gs>
                </a:gsLst>
                <a:lin ang="5400000"/>
              </a:gradFill>
            </p:spPr>
          </p:sp>
          <p:sp>
            <p:nvSpPr>
              <p:cNvPr name="TextBox 29" id="29"/>
              <p:cNvSpPr txBox="true"/>
              <p:nvPr/>
            </p:nvSpPr>
            <p:spPr>
              <a:xfrm>
                <a:off x="0" y="-38100"/>
                <a:ext cx="4319668" cy="2940371"/>
              </a:xfrm>
              <a:prstGeom prst="rect">
                <a:avLst/>
              </a:prstGeom>
            </p:spPr>
            <p:txBody>
              <a:bodyPr anchor="ctr" rtlCol="false" tIns="7335" lIns="7335" bIns="7335" rIns="7335"/>
              <a:lstStyle/>
              <a:p>
                <a:pPr algn="ctr">
                  <a:lnSpc>
                    <a:spcPts val="2659"/>
                  </a:lnSpc>
                </a:pPr>
              </a:p>
            </p:txBody>
          </p:sp>
        </p:grpSp>
        <p:sp>
          <p:nvSpPr>
            <p:cNvPr name="Freeform 30" id="30"/>
            <p:cNvSpPr/>
            <p:nvPr/>
          </p:nvSpPr>
          <p:spPr>
            <a:xfrm flipH="false" flipV="false" rot="0">
              <a:off x="852295" y="572850"/>
              <a:ext cx="2773644" cy="1503252"/>
            </a:xfrm>
            <a:custGeom>
              <a:avLst/>
              <a:gdLst/>
              <a:ahLst/>
              <a:cxnLst/>
              <a:rect r="r" b="b" t="t" l="l"/>
              <a:pathLst>
                <a:path h="1503252" w="2773644">
                  <a:moveTo>
                    <a:pt x="0" y="0"/>
                  </a:moveTo>
                  <a:lnTo>
                    <a:pt x="2773644" y="0"/>
                  </a:lnTo>
                  <a:lnTo>
                    <a:pt x="2773644" y="1503252"/>
                  </a:lnTo>
                  <a:lnTo>
                    <a:pt x="0" y="1503252"/>
                  </a:lnTo>
                  <a:lnTo>
                    <a:pt x="0" y="0"/>
                  </a:lnTo>
                  <a:close/>
                </a:path>
              </a:pathLst>
            </a:custGeom>
            <a:blipFill>
              <a:blip r:embed="rId5"/>
              <a:stretch>
                <a:fillRect l="0" t="-855" r="0" b="-855"/>
              </a:stretch>
            </a:blipFill>
          </p:spPr>
        </p:sp>
        <p:sp>
          <p:nvSpPr>
            <p:cNvPr name="TextBox 31" id="31"/>
            <p:cNvSpPr txBox="true"/>
            <p:nvPr/>
          </p:nvSpPr>
          <p:spPr>
            <a:xfrm rot="0">
              <a:off x="0" y="-47625"/>
              <a:ext cx="4478234" cy="383005"/>
            </a:xfrm>
            <a:prstGeom prst="rect">
              <a:avLst/>
            </a:prstGeom>
          </p:spPr>
          <p:txBody>
            <a:bodyPr anchor="t" rtlCol="false" tIns="0" lIns="0" bIns="0" rIns="0">
              <a:spAutoFit/>
            </a:bodyPr>
            <a:lstStyle/>
            <a:p>
              <a:pPr algn="ctr">
                <a:lnSpc>
                  <a:spcPts val="2131"/>
                </a:lnSpc>
              </a:pPr>
              <a:r>
                <a:rPr lang="en-US" b="true" sz="1678">
                  <a:solidFill>
                    <a:srgbClr val="000000"/>
                  </a:solidFill>
                  <a:latin typeface="Codec Pro Bold"/>
                  <a:ea typeface="Codec Pro Bold"/>
                  <a:cs typeface="Codec Pro Bold"/>
                  <a:sym typeface="Codec Pro Bold"/>
                </a:rPr>
                <a:t>MER (Modelo entidad-Relacion)</a:t>
              </a:r>
            </a:p>
          </p:txBody>
        </p:sp>
      </p:grpSp>
      <p:grpSp>
        <p:nvGrpSpPr>
          <p:cNvPr name="Group 32" id="32"/>
          <p:cNvGrpSpPr/>
          <p:nvPr/>
        </p:nvGrpSpPr>
        <p:grpSpPr>
          <a:xfrm rot="0">
            <a:off x="1682374" y="7690098"/>
            <a:ext cx="2051328" cy="2176279"/>
            <a:chOff x="0" y="0"/>
            <a:chExt cx="2735104" cy="2901705"/>
          </a:xfrm>
        </p:grpSpPr>
        <p:grpSp>
          <p:nvGrpSpPr>
            <p:cNvPr name="Group 33" id="33"/>
            <p:cNvGrpSpPr/>
            <p:nvPr/>
          </p:nvGrpSpPr>
          <p:grpSpPr>
            <a:xfrm rot="0">
              <a:off x="36373" y="315695"/>
              <a:ext cx="2698730" cy="2586010"/>
              <a:chOff x="0" y="0"/>
              <a:chExt cx="3250378" cy="3114616"/>
            </a:xfrm>
          </p:grpSpPr>
          <p:sp>
            <p:nvSpPr>
              <p:cNvPr name="Freeform 34" id="34"/>
              <p:cNvSpPr/>
              <p:nvPr/>
            </p:nvSpPr>
            <p:spPr>
              <a:xfrm flipH="false" flipV="false" rot="0">
                <a:off x="0" y="0"/>
                <a:ext cx="3250378" cy="3114616"/>
              </a:xfrm>
              <a:custGeom>
                <a:avLst/>
                <a:gdLst/>
                <a:ahLst/>
                <a:cxnLst/>
                <a:rect r="r" b="b" t="t" l="l"/>
                <a:pathLst>
                  <a:path h="3114616" w="3250378">
                    <a:moveTo>
                      <a:pt x="0" y="0"/>
                    </a:moveTo>
                    <a:lnTo>
                      <a:pt x="3250378" y="0"/>
                    </a:lnTo>
                    <a:lnTo>
                      <a:pt x="3250378" y="3114616"/>
                    </a:lnTo>
                    <a:lnTo>
                      <a:pt x="0" y="3114616"/>
                    </a:lnTo>
                    <a:close/>
                  </a:path>
                </a:pathLst>
              </a:custGeom>
              <a:gradFill rotWithShape="true">
                <a:gsLst>
                  <a:gs pos="0">
                    <a:srgbClr val="FF6767">
                      <a:alpha val="100000"/>
                    </a:srgbClr>
                  </a:gs>
                  <a:gs pos="100000">
                    <a:srgbClr val="FFD1D1">
                      <a:alpha val="100000"/>
                    </a:srgbClr>
                  </a:gs>
                </a:gsLst>
                <a:lin ang="5400000"/>
              </a:gradFill>
            </p:spPr>
          </p:sp>
          <p:sp>
            <p:nvSpPr>
              <p:cNvPr name="TextBox 35" id="35"/>
              <p:cNvSpPr txBox="true"/>
              <p:nvPr/>
            </p:nvSpPr>
            <p:spPr>
              <a:xfrm>
                <a:off x="0" y="-38100"/>
                <a:ext cx="3250378" cy="3152716"/>
              </a:xfrm>
              <a:prstGeom prst="rect">
                <a:avLst/>
              </a:prstGeom>
            </p:spPr>
            <p:txBody>
              <a:bodyPr anchor="ctr" rtlCol="false" tIns="9492" lIns="9492" bIns="9492" rIns="9492"/>
              <a:lstStyle/>
              <a:p>
                <a:pPr algn="ctr">
                  <a:lnSpc>
                    <a:spcPts val="2660"/>
                  </a:lnSpc>
                </a:pPr>
              </a:p>
            </p:txBody>
          </p:sp>
        </p:grpSp>
        <p:sp>
          <p:nvSpPr>
            <p:cNvPr name="Freeform 36" id="36"/>
            <p:cNvSpPr/>
            <p:nvPr/>
          </p:nvSpPr>
          <p:spPr>
            <a:xfrm flipH="false" flipV="false" rot="0">
              <a:off x="195704" y="488021"/>
              <a:ext cx="2380069" cy="2241358"/>
            </a:xfrm>
            <a:custGeom>
              <a:avLst/>
              <a:gdLst/>
              <a:ahLst/>
              <a:cxnLst/>
              <a:rect r="r" b="b" t="t" l="l"/>
              <a:pathLst>
                <a:path h="2241358" w="2380069">
                  <a:moveTo>
                    <a:pt x="0" y="0"/>
                  </a:moveTo>
                  <a:lnTo>
                    <a:pt x="2380069" y="0"/>
                  </a:lnTo>
                  <a:lnTo>
                    <a:pt x="2380069" y="2241358"/>
                  </a:lnTo>
                  <a:lnTo>
                    <a:pt x="0" y="2241358"/>
                  </a:lnTo>
                  <a:lnTo>
                    <a:pt x="0" y="0"/>
                  </a:lnTo>
                  <a:close/>
                </a:path>
              </a:pathLst>
            </a:custGeom>
            <a:blipFill>
              <a:blip r:embed="rId6"/>
              <a:stretch>
                <a:fillRect l="0" t="0" r="0" b="0"/>
              </a:stretch>
            </a:blipFill>
          </p:spPr>
        </p:sp>
        <p:sp>
          <p:nvSpPr>
            <p:cNvPr name="TextBox 37" id="37"/>
            <p:cNvSpPr txBox="true"/>
            <p:nvPr/>
          </p:nvSpPr>
          <p:spPr>
            <a:xfrm rot="0">
              <a:off x="0" y="-47625"/>
              <a:ext cx="2698730" cy="363320"/>
            </a:xfrm>
            <a:prstGeom prst="rect">
              <a:avLst/>
            </a:prstGeom>
          </p:spPr>
          <p:txBody>
            <a:bodyPr anchor="t" rtlCol="false" tIns="0" lIns="0" bIns="0" rIns="0">
              <a:spAutoFit/>
            </a:bodyPr>
            <a:lstStyle/>
            <a:p>
              <a:pPr algn="ctr">
                <a:lnSpc>
                  <a:spcPts val="2006"/>
                </a:lnSpc>
              </a:pPr>
              <a:r>
                <a:rPr lang="en-US" b="true" sz="1579">
                  <a:solidFill>
                    <a:srgbClr val="000000"/>
                  </a:solidFill>
                  <a:latin typeface="Codec Pro Bold"/>
                  <a:ea typeface="Codec Pro Bold"/>
                  <a:cs typeface="Codec Pro Bold"/>
                  <a:sym typeface="Codec Pro Bold"/>
                </a:rPr>
                <a:t>Modelo Relacional</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85042" y="8253052"/>
            <a:ext cx="21125942" cy="4067896"/>
            <a:chOff x="0" y="0"/>
            <a:chExt cx="1560444" cy="300470"/>
          </a:xfrm>
        </p:grpSpPr>
        <p:sp>
          <p:nvSpPr>
            <p:cNvPr name="Freeform 3" id="3"/>
            <p:cNvSpPr/>
            <p:nvPr/>
          </p:nvSpPr>
          <p:spPr>
            <a:xfrm flipH="false" flipV="false" rot="0">
              <a:off x="0" y="0"/>
              <a:ext cx="1560444" cy="300470"/>
            </a:xfrm>
            <a:custGeom>
              <a:avLst/>
              <a:gdLst/>
              <a:ahLst/>
              <a:cxnLst/>
              <a:rect r="r" b="b" t="t" l="l"/>
              <a:pathLst>
                <a:path h="300470" w="1560444">
                  <a:moveTo>
                    <a:pt x="780222" y="0"/>
                  </a:moveTo>
                  <a:cubicBezTo>
                    <a:pt x="349317" y="0"/>
                    <a:pt x="0" y="67263"/>
                    <a:pt x="0" y="150235"/>
                  </a:cubicBezTo>
                  <a:cubicBezTo>
                    <a:pt x="0" y="233208"/>
                    <a:pt x="349317" y="300470"/>
                    <a:pt x="780222" y="300470"/>
                  </a:cubicBezTo>
                  <a:cubicBezTo>
                    <a:pt x="1211126" y="300470"/>
                    <a:pt x="1560444" y="233208"/>
                    <a:pt x="1560444" y="150235"/>
                  </a:cubicBezTo>
                  <a:cubicBezTo>
                    <a:pt x="1560444" y="67263"/>
                    <a:pt x="1211126" y="0"/>
                    <a:pt x="780222" y="0"/>
                  </a:cubicBezTo>
                  <a:close/>
                </a:path>
              </a:pathLst>
            </a:custGeom>
            <a:solidFill>
              <a:srgbClr val="FFECD0"/>
            </a:solidFill>
          </p:spPr>
        </p:sp>
        <p:sp>
          <p:nvSpPr>
            <p:cNvPr name="TextBox 4" id="4"/>
            <p:cNvSpPr txBox="true"/>
            <p:nvPr/>
          </p:nvSpPr>
          <p:spPr>
            <a:xfrm>
              <a:off x="146292" y="-9931"/>
              <a:ext cx="1267860" cy="28223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6991762" y="5284989"/>
            <a:ext cx="4304475" cy="4196864"/>
          </a:xfrm>
          <a:custGeom>
            <a:avLst/>
            <a:gdLst/>
            <a:ahLst/>
            <a:cxnLst/>
            <a:rect r="r" b="b" t="t" l="l"/>
            <a:pathLst>
              <a:path h="4196864" w="4304475">
                <a:moveTo>
                  <a:pt x="0" y="0"/>
                </a:moveTo>
                <a:lnTo>
                  <a:pt x="4304476" y="0"/>
                </a:lnTo>
                <a:lnTo>
                  <a:pt x="4304476" y="4196864"/>
                </a:lnTo>
                <a:lnTo>
                  <a:pt x="0" y="4196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208132" y="3655281"/>
            <a:ext cx="11871736" cy="1488219"/>
          </a:xfrm>
          <a:prstGeom prst="rect">
            <a:avLst/>
          </a:prstGeom>
        </p:spPr>
        <p:txBody>
          <a:bodyPr anchor="t" rtlCol="false" tIns="0" lIns="0" bIns="0" rIns="0">
            <a:spAutoFit/>
          </a:bodyPr>
          <a:lstStyle/>
          <a:p>
            <a:pPr algn="ctr" marL="0" indent="0" lvl="0">
              <a:lnSpc>
                <a:spcPts val="9729"/>
              </a:lnSpc>
              <a:spcBef>
                <a:spcPct val="0"/>
              </a:spcBef>
            </a:pPr>
            <a:r>
              <a:rPr lang="en-US" b="true" sz="10810">
                <a:solidFill>
                  <a:srgbClr val="000000"/>
                </a:solidFill>
                <a:latin typeface="Codec Pro Bold"/>
                <a:ea typeface="Codec Pro Bold"/>
                <a:cs typeface="Codec Pro Bold"/>
                <a:sym typeface="Codec Pro Bold"/>
              </a:rPr>
              <a:t>Mockups</a:t>
            </a:r>
          </a:p>
        </p:txBody>
      </p:sp>
      <p:grpSp>
        <p:nvGrpSpPr>
          <p:cNvPr name="Group 7" id="7"/>
          <p:cNvGrpSpPr/>
          <p:nvPr/>
        </p:nvGrpSpPr>
        <p:grpSpPr>
          <a:xfrm rot="0">
            <a:off x="15241058" y="-1601296"/>
            <a:ext cx="5259992" cy="525999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5046156" y="5508541"/>
            <a:ext cx="2213144" cy="221314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106572" y="588295"/>
            <a:ext cx="2213144" cy="221314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813179" y="4499788"/>
            <a:ext cx="3221898" cy="322189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93124" y="-3636628"/>
            <a:ext cx="5033565" cy="50335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64183" y="-1794490"/>
            <a:ext cx="3896277" cy="389627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307030" y="9025192"/>
            <a:ext cx="2894697" cy="28946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3479838" y="1108510"/>
            <a:ext cx="14619312" cy="8069980"/>
            <a:chOff x="0" y="0"/>
            <a:chExt cx="19492416" cy="10759974"/>
          </a:xfrm>
        </p:grpSpPr>
        <p:grpSp>
          <p:nvGrpSpPr>
            <p:cNvPr name="Group 12" id="12"/>
            <p:cNvGrpSpPr/>
            <p:nvPr/>
          </p:nvGrpSpPr>
          <p:grpSpPr>
            <a:xfrm rot="0">
              <a:off x="3367815" y="1060299"/>
              <a:ext cx="12756787" cy="9699674"/>
              <a:chOff x="0" y="0"/>
              <a:chExt cx="2706619" cy="2057989"/>
            </a:xfrm>
          </p:grpSpPr>
          <p:sp>
            <p:nvSpPr>
              <p:cNvPr name="Freeform 13" id="13"/>
              <p:cNvSpPr/>
              <p:nvPr/>
            </p:nvSpPr>
            <p:spPr>
              <a:xfrm flipH="false" flipV="false" rot="0">
                <a:off x="0" y="0"/>
                <a:ext cx="2706619" cy="2057989"/>
              </a:xfrm>
              <a:custGeom>
                <a:avLst/>
                <a:gdLst/>
                <a:ahLst/>
                <a:cxnLst/>
                <a:rect r="r" b="b" t="t" l="l"/>
                <a:pathLst>
                  <a:path h="2057989" w="2706619">
                    <a:moveTo>
                      <a:pt x="0" y="0"/>
                    </a:moveTo>
                    <a:lnTo>
                      <a:pt x="2706619" y="0"/>
                    </a:lnTo>
                    <a:lnTo>
                      <a:pt x="2706619" y="2057989"/>
                    </a:lnTo>
                    <a:lnTo>
                      <a:pt x="0" y="2057989"/>
                    </a:lnTo>
                    <a:close/>
                  </a:path>
                </a:pathLst>
              </a:custGeom>
              <a:gradFill rotWithShape="true">
                <a:gsLst>
                  <a:gs pos="0">
                    <a:srgbClr val="FF6767">
                      <a:alpha val="100000"/>
                    </a:srgbClr>
                  </a:gs>
                  <a:gs pos="100000">
                    <a:srgbClr val="FFD1D1">
                      <a:alpha val="100000"/>
                    </a:srgbClr>
                  </a:gs>
                </a:gsLst>
                <a:lin ang="5400000"/>
              </a:gradFill>
            </p:spPr>
          </p:sp>
          <p:sp>
            <p:nvSpPr>
              <p:cNvPr name="TextBox 14" id="14"/>
              <p:cNvSpPr txBox="true"/>
              <p:nvPr/>
            </p:nvSpPr>
            <p:spPr>
              <a:xfrm>
                <a:off x="0" y="-38100"/>
                <a:ext cx="2706619" cy="2096089"/>
              </a:xfrm>
              <a:prstGeom prst="rect">
                <a:avLst/>
              </a:prstGeom>
            </p:spPr>
            <p:txBody>
              <a:bodyPr anchor="ctr" rtlCol="false" tIns="36954" lIns="36954" bIns="36954" rIns="36954"/>
              <a:lstStyle/>
              <a:p>
                <a:pPr algn="ctr">
                  <a:lnSpc>
                    <a:spcPts val="2660"/>
                  </a:lnSpc>
                </a:pPr>
              </a:p>
            </p:txBody>
          </p:sp>
        </p:grpSp>
        <p:sp>
          <p:nvSpPr>
            <p:cNvPr name="Freeform 15" id="15"/>
            <p:cNvSpPr/>
            <p:nvPr/>
          </p:nvSpPr>
          <p:spPr>
            <a:xfrm flipH="false" flipV="false" rot="0">
              <a:off x="3857029" y="1456662"/>
              <a:ext cx="11778358" cy="8906949"/>
            </a:xfrm>
            <a:custGeom>
              <a:avLst/>
              <a:gdLst/>
              <a:ahLst/>
              <a:cxnLst/>
              <a:rect r="r" b="b" t="t" l="l"/>
              <a:pathLst>
                <a:path h="8906949" w="11778358">
                  <a:moveTo>
                    <a:pt x="0" y="0"/>
                  </a:moveTo>
                  <a:lnTo>
                    <a:pt x="11778358" y="0"/>
                  </a:lnTo>
                  <a:lnTo>
                    <a:pt x="11778358" y="8906949"/>
                  </a:lnTo>
                  <a:lnTo>
                    <a:pt x="0" y="8906949"/>
                  </a:lnTo>
                  <a:lnTo>
                    <a:pt x="0" y="0"/>
                  </a:lnTo>
                  <a:close/>
                </a:path>
              </a:pathLst>
            </a:custGeom>
            <a:blipFill>
              <a:blip r:embed="rId2"/>
              <a:stretch>
                <a:fillRect l="0" t="-3944" r="-2063" b="-3944"/>
              </a:stretch>
            </a:blipFill>
          </p:spPr>
        </p:sp>
        <p:sp>
          <p:nvSpPr>
            <p:cNvPr name="TextBox 16" id="16"/>
            <p:cNvSpPr txBox="true"/>
            <p:nvPr/>
          </p:nvSpPr>
          <p:spPr>
            <a:xfrm rot="0">
              <a:off x="0" y="-123825"/>
              <a:ext cx="19492416" cy="1184124"/>
            </a:xfrm>
            <a:prstGeom prst="rect">
              <a:avLst/>
            </a:prstGeom>
          </p:spPr>
          <p:txBody>
            <a:bodyPr anchor="t" rtlCol="false" tIns="0" lIns="0" bIns="0" rIns="0">
              <a:spAutoFit/>
            </a:bodyPr>
            <a:lstStyle/>
            <a:p>
              <a:pPr algn="ctr">
                <a:lnSpc>
                  <a:spcPts val="6651"/>
                </a:lnSpc>
              </a:pPr>
              <a:r>
                <a:rPr lang="en-US" b="true" sz="5237">
                  <a:solidFill>
                    <a:srgbClr val="000000"/>
                  </a:solidFill>
                  <a:latin typeface="Codec Pro Bold"/>
                  <a:ea typeface="Codec Pro Bold"/>
                  <a:cs typeface="Codec Pro Bold"/>
                  <a:sym typeface="Codec Pro Bold"/>
                </a:rPr>
                <a:t>Vista del Recepcionista y Guardia de Acceso</a:t>
              </a:r>
            </a:p>
          </p:txBody>
        </p:sp>
      </p:grpSp>
      <p:grpSp>
        <p:nvGrpSpPr>
          <p:cNvPr name="Group 17" id="17"/>
          <p:cNvGrpSpPr/>
          <p:nvPr/>
        </p:nvGrpSpPr>
        <p:grpSpPr>
          <a:xfrm rot="0">
            <a:off x="1241693" y="170379"/>
            <a:ext cx="1882812" cy="1496319"/>
            <a:chOff x="0" y="0"/>
            <a:chExt cx="2510416" cy="1995092"/>
          </a:xfrm>
        </p:grpSpPr>
        <p:grpSp>
          <p:nvGrpSpPr>
            <p:cNvPr name="Group 18" id="18"/>
            <p:cNvGrpSpPr/>
            <p:nvPr/>
          </p:nvGrpSpPr>
          <p:grpSpPr>
            <a:xfrm rot="0">
              <a:off x="0" y="275505"/>
              <a:ext cx="2510416" cy="1719587"/>
              <a:chOff x="0" y="0"/>
              <a:chExt cx="3114165" cy="2133143"/>
            </a:xfrm>
          </p:grpSpPr>
          <p:sp>
            <p:nvSpPr>
              <p:cNvPr name="Freeform 19" id="19"/>
              <p:cNvSpPr/>
              <p:nvPr/>
            </p:nvSpPr>
            <p:spPr>
              <a:xfrm flipH="false" flipV="false" rot="0">
                <a:off x="0" y="0"/>
                <a:ext cx="3114165" cy="2133143"/>
              </a:xfrm>
              <a:custGeom>
                <a:avLst/>
                <a:gdLst/>
                <a:ahLst/>
                <a:cxnLst/>
                <a:rect r="r" b="b" t="t" l="l"/>
                <a:pathLst>
                  <a:path h="2133143" w="3114165">
                    <a:moveTo>
                      <a:pt x="0" y="0"/>
                    </a:moveTo>
                    <a:lnTo>
                      <a:pt x="3114165" y="0"/>
                    </a:lnTo>
                    <a:lnTo>
                      <a:pt x="3114165" y="2133143"/>
                    </a:lnTo>
                    <a:lnTo>
                      <a:pt x="0" y="2133143"/>
                    </a:lnTo>
                    <a:close/>
                  </a:path>
                </a:pathLst>
              </a:custGeom>
              <a:gradFill rotWithShape="true">
                <a:gsLst>
                  <a:gs pos="0">
                    <a:srgbClr val="FF9869">
                      <a:alpha val="100000"/>
                    </a:srgbClr>
                  </a:gs>
                  <a:gs pos="100000">
                    <a:srgbClr val="FFD2BD">
                      <a:alpha val="100000"/>
                    </a:srgbClr>
                  </a:gs>
                </a:gsLst>
                <a:lin ang="5400000"/>
              </a:gradFill>
            </p:spPr>
          </p:sp>
          <p:sp>
            <p:nvSpPr>
              <p:cNvPr name="TextBox 20" id="20"/>
              <p:cNvSpPr txBox="true"/>
              <p:nvPr/>
            </p:nvSpPr>
            <p:spPr>
              <a:xfrm>
                <a:off x="0" y="-38100"/>
                <a:ext cx="3114165" cy="2171243"/>
              </a:xfrm>
              <a:prstGeom prst="rect">
                <a:avLst/>
              </a:prstGeom>
            </p:spPr>
            <p:txBody>
              <a:bodyPr anchor="ctr" rtlCol="false" tIns="8364" lIns="8364" bIns="8364" rIns="8364"/>
              <a:lstStyle/>
              <a:p>
                <a:pPr algn="ctr">
                  <a:lnSpc>
                    <a:spcPts val="2660"/>
                  </a:lnSpc>
                </a:pPr>
              </a:p>
            </p:txBody>
          </p:sp>
        </p:grpSp>
        <p:sp>
          <p:nvSpPr>
            <p:cNvPr name="Freeform 21" id="21"/>
            <p:cNvSpPr/>
            <p:nvPr/>
          </p:nvSpPr>
          <p:spPr>
            <a:xfrm flipH="false" flipV="false" rot="0">
              <a:off x="85537" y="404254"/>
              <a:ext cx="2339341" cy="1462088"/>
            </a:xfrm>
            <a:custGeom>
              <a:avLst/>
              <a:gdLst/>
              <a:ahLst/>
              <a:cxnLst/>
              <a:rect r="r" b="b" t="t" l="l"/>
              <a:pathLst>
                <a:path h="1462088" w="2339341">
                  <a:moveTo>
                    <a:pt x="0" y="0"/>
                  </a:moveTo>
                  <a:lnTo>
                    <a:pt x="2339341" y="0"/>
                  </a:lnTo>
                  <a:lnTo>
                    <a:pt x="2339341" y="1462089"/>
                  </a:lnTo>
                  <a:lnTo>
                    <a:pt x="0" y="1462089"/>
                  </a:lnTo>
                  <a:lnTo>
                    <a:pt x="0" y="0"/>
                  </a:lnTo>
                  <a:close/>
                </a:path>
              </a:pathLst>
            </a:custGeom>
            <a:blipFill>
              <a:blip r:embed="rId3"/>
              <a:stretch>
                <a:fillRect l="0" t="0" r="0" b="0"/>
              </a:stretch>
            </a:blipFill>
          </p:spPr>
        </p:sp>
        <p:sp>
          <p:nvSpPr>
            <p:cNvPr name="TextBox 22" id="22"/>
            <p:cNvSpPr txBox="true"/>
            <p:nvPr/>
          </p:nvSpPr>
          <p:spPr>
            <a:xfrm rot="0">
              <a:off x="0" y="-38100"/>
              <a:ext cx="2510416"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Mecanico</a:t>
              </a:r>
            </a:p>
          </p:txBody>
        </p:sp>
      </p:grpSp>
      <p:grpSp>
        <p:nvGrpSpPr>
          <p:cNvPr name="Group 23" id="23"/>
          <p:cNvGrpSpPr/>
          <p:nvPr/>
        </p:nvGrpSpPr>
        <p:grpSpPr>
          <a:xfrm rot="0">
            <a:off x="1057803" y="1784508"/>
            <a:ext cx="2250592" cy="1439886"/>
            <a:chOff x="0" y="0"/>
            <a:chExt cx="3000789" cy="1919848"/>
          </a:xfrm>
        </p:grpSpPr>
        <p:grpSp>
          <p:nvGrpSpPr>
            <p:cNvPr name="Group 24" id="24"/>
            <p:cNvGrpSpPr/>
            <p:nvPr/>
          </p:nvGrpSpPr>
          <p:grpSpPr>
            <a:xfrm rot="0">
              <a:off x="245187" y="275505"/>
              <a:ext cx="2510416" cy="1644343"/>
              <a:chOff x="0" y="0"/>
              <a:chExt cx="3114165" cy="2039803"/>
            </a:xfrm>
          </p:grpSpPr>
          <p:sp>
            <p:nvSpPr>
              <p:cNvPr name="Freeform 25" id="25"/>
              <p:cNvSpPr/>
              <p:nvPr/>
            </p:nvSpPr>
            <p:spPr>
              <a:xfrm flipH="false" flipV="false" rot="0">
                <a:off x="0" y="0"/>
                <a:ext cx="3114165" cy="2039803"/>
              </a:xfrm>
              <a:custGeom>
                <a:avLst/>
                <a:gdLst/>
                <a:ahLst/>
                <a:cxnLst/>
                <a:rect r="r" b="b" t="t" l="l"/>
                <a:pathLst>
                  <a:path h="2039803" w="3114165">
                    <a:moveTo>
                      <a:pt x="0" y="0"/>
                    </a:moveTo>
                    <a:lnTo>
                      <a:pt x="3114165" y="0"/>
                    </a:lnTo>
                    <a:lnTo>
                      <a:pt x="3114165" y="2039803"/>
                    </a:lnTo>
                    <a:lnTo>
                      <a:pt x="0" y="2039803"/>
                    </a:lnTo>
                    <a:close/>
                  </a:path>
                </a:pathLst>
              </a:custGeom>
              <a:gradFill rotWithShape="true">
                <a:gsLst>
                  <a:gs pos="0">
                    <a:srgbClr val="FFDA6A">
                      <a:alpha val="100000"/>
                    </a:srgbClr>
                  </a:gs>
                  <a:gs pos="100000">
                    <a:srgbClr val="FFF7DE">
                      <a:alpha val="100000"/>
                    </a:srgbClr>
                  </a:gs>
                </a:gsLst>
                <a:lin ang="5400000"/>
              </a:gradFill>
            </p:spPr>
          </p:sp>
          <p:sp>
            <p:nvSpPr>
              <p:cNvPr name="TextBox 26" id="26"/>
              <p:cNvSpPr txBox="true"/>
              <p:nvPr/>
            </p:nvSpPr>
            <p:spPr>
              <a:xfrm>
                <a:off x="0" y="-38100"/>
                <a:ext cx="3114165" cy="2077903"/>
              </a:xfrm>
              <a:prstGeom prst="rect">
                <a:avLst/>
              </a:prstGeom>
            </p:spPr>
            <p:txBody>
              <a:bodyPr anchor="ctr" rtlCol="false" tIns="8364" lIns="8364" bIns="8364" rIns="8364"/>
              <a:lstStyle/>
              <a:p>
                <a:pPr algn="ctr">
                  <a:lnSpc>
                    <a:spcPts val="2660"/>
                  </a:lnSpc>
                </a:pPr>
              </a:p>
            </p:txBody>
          </p:sp>
        </p:grpSp>
        <p:sp>
          <p:nvSpPr>
            <p:cNvPr name="Freeform 27" id="27"/>
            <p:cNvSpPr/>
            <p:nvPr/>
          </p:nvSpPr>
          <p:spPr>
            <a:xfrm flipH="false" flipV="false" rot="0">
              <a:off x="348303" y="377619"/>
              <a:ext cx="2304183" cy="1440114"/>
            </a:xfrm>
            <a:custGeom>
              <a:avLst/>
              <a:gdLst/>
              <a:ahLst/>
              <a:cxnLst/>
              <a:rect r="r" b="b" t="t" l="l"/>
              <a:pathLst>
                <a:path h="1440114" w="2304183">
                  <a:moveTo>
                    <a:pt x="0" y="0"/>
                  </a:moveTo>
                  <a:lnTo>
                    <a:pt x="2304183" y="0"/>
                  </a:lnTo>
                  <a:lnTo>
                    <a:pt x="2304183" y="1440115"/>
                  </a:lnTo>
                  <a:lnTo>
                    <a:pt x="0" y="1440115"/>
                  </a:lnTo>
                  <a:lnTo>
                    <a:pt x="0" y="0"/>
                  </a:lnTo>
                  <a:close/>
                </a:path>
              </a:pathLst>
            </a:custGeom>
            <a:blipFill>
              <a:blip r:embed="rId4"/>
              <a:stretch>
                <a:fillRect l="0" t="0" r="0" b="0"/>
              </a:stretch>
            </a:blipFill>
          </p:spPr>
        </p:sp>
        <p:sp>
          <p:nvSpPr>
            <p:cNvPr name="TextBox 28" id="28"/>
            <p:cNvSpPr txBox="true"/>
            <p:nvPr/>
          </p:nvSpPr>
          <p:spPr>
            <a:xfrm rot="0">
              <a:off x="0" y="-38100"/>
              <a:ext cx="300078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Jefe de Taller</a:t>
              </a:r>
            </a:p>
          </p:txBody>
        </p:sp>
      </p:grpSp>
      <p:grpSp>
        <p:nvGrpSpPr>
          <p:cNvPr name="Group 29" id="29"/>
          <p:cNvGrpSpPr/>
          <p:nvPr/>
        </p:nvGrpSpPr>
        <p:grpSpPr>
          <a:xfrm rot="0">
            <a:off x="676218" y="3317213"/>
            <a:ext cx="3013762" cy="1757247"/>
            <a:chOff x="0" y="0"/>
            <a:chExt cx="4018349" cy="2342996"/>
          </a:xfrm>
        </p:grpSpPr>
        <p:grpSp>
          <p:nvGrpSpPr>
            <p:cNvPr name="Group 30" id="30"/>
            <p:cNvGrpSpPr/>
            <p:nvPr/>
          </p:nvGrpSpPr>
          <p:grpSpPr>
            <a:xfrm rot="0">
              <a:off x="753967" y="275505"/>
              <a:ext cx="2510416" cy="2067491"/>
              <a:chOff x="0" y="0"/>
              <a:chExt cx="2623623" cy="2160724"/>
            </a:xfrm>
          </p:grpSpPr>
          <p:sp>
            <p:nvSpPr>
              <p:cNvPr name="Freeform 31" id="31"/>
              <p:cNvSpPr/>
              <p:nvPr/>
            </p:nvSpPr>
            <p:spPr>
              <a:xfrm flipH="false" flipV="false" rot="0">
                <a:off x="0" y="0"/>
                <a:ext cx="2623623" cy="2160724"/>
              </a:xfrm>
              <a:custGeom>
                <a:avLst/>
                <a:gdLst/>
                <a:ahLst/>
                <a:cxnLst/>
                <a:rect r="r" b="b" t="t" l="l"/>
                <a:pathLst>
                  <a:path h="2160724" w="2623623">
                    <a:moveTo>
                      <a:pt x="0" y="0"/>
                    </a:moveTo>
                    <a:lnTo>
                      <a:pt x="2623623" y="0"/>
                    </a:lnTo>
                    <a:lnTo>
                      <a:pt x="2623623" y="2160724"/>
                    </a:lnTo>
                    <a:lnTo>
                      <a:pt x="0" y="2160724"/>
                    </a:lnTo>
                    <a:close/>
                  </a:path>
                </a:pathLst>
              </a:custGeom>
              <a:gradFill rotWithShape="true">
                <a:gsLst>
                  <a:gs pos="0">
                    <a:srgbClr val="7CCE6B">
                      <a:alpha val="100000"/>
                    </a:srgbClr>
                  </a:gs>
                  <a:gs pos="100000">
                    <a:srgbClr val="D8FFD0">
                      <a:alpha val="100000"/>
                    </a:srgbClr>
                  </a:gs>
                </a:gsLst>
                <a:lin ang="5400000"/>
              </a:gradFill>
            </p:spPr>
          </p:sp>
          <p:sp>
            <p:nvSpPr>
              <p:cNvPr name="TextBox 32" id="32"/>
              <p:cNvSpPr txBox="true"/>
              <p:nvPr/>
            </p:nvSpPr>
            <p:spPr>
              <a:xfrm>
                <a:off x="0" y="-38100"/>
                <a:ext cx="2623623" cy="2198824"/>
              </a:xfrm>
              <a:prstGeom prst="rect">
                <a:avLst/>
              </a:prstGeom>
            </p:spPr>
            <p:txBody>
              <a:bodyPr anchor="ctr" rtlCol="false" tIns="33077" lIns="33077" bIns="33077" rIns="33077"/>
              <a:lstStyle/>
              <a:p>
                <a:pPr algn="ctr">
                  <a:lnSpc>
                    <a:spcPts val="2660"/>
                  </a:lnSpc>
                </a:pPr>
              </a:p>
            </p:txBody>
          </p:sp>
        </p:grpSp>
        <p:sp>
          <p:nvSpPr>
            <p:cNvPr name="Freeform 33" id="33"/>
            <p:cNvSpPr/>
            <p:nvPr/>
          </p:nvSpPr>
          <p:spPr>
            <a:xfrm flipH="false" flipV="false" rot="0">
              <a:off x="893662" y="387358"/>
              <a:ext cx="2231025" cy="1851750"/>
            </a:xfrm>
            <a:custGeom>
              <a:avLst/>
              <a:gdLst/>
              <a:ahLst/>
              <a:cxnLst/>
              <a:rect r="r" b="b" t="t" l="l"/>
              <a:pathLst>
                <a:path h="1851750" w="2231025">
                  <a:moveTo>
                    <a:pt x="0" y="0"/>
                  </a:moveTo>
                  <a:lnTo>
                    <a:pt x="2231025" y="0"/>
                  </a:lnTo>
                  <a:lnTo>
                    <a:pt x="2231025" y="1851751"/>
                  </a:lnTo>
                  <a:lnTo>
                    <a:pt x="0" y="1851751"/>
                  </a:lnTo>
                  <a:lnTo>
                    <a:pt x="0" y="0"/>
                  </a:lnTo>
                  <a:close/>
                </a:path>
              </a:pathLst>
            </a:custGeom>
            <a:blipFill>
              <a:blip r:embed="rId5"/>
              <a:stretch>
                <a:fillRect l="0" t="0" r="0" b="0"/>
              </a:stretch>
            </a:blipFill>
          </p:spPr>
        </p:sp>
        <p:sp>
          <p:nvSpPr>
            <p:cNvPr name="TextBox 34" id="34"/>
            <p:cNvSpPr txBox="true"/>
            <p:nvPr/>
          </p:nvSpPr>
          <p:spPr>
            <a:xfrm rot="0">
              <a:off x="0" y="-38100"/>
              <a:ext cx="401834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Asistente de Repuesto</a:t>
              </a:r>
            </a:p>
          </p:txBody>
        </p:sp>
      </p:grpSp>
      <p:grpSp>
        <p:nvGrpSpPr>
          <p:cNvPr name="Group 35" id="35"/>
          <p:cNvGrpSpPr/>
          <p:nvPr/>
        </p:nvGrpSpPr>
        <p:grpSpPr>
          <a:xfrm rot="0">
            <a:off x="808994" y="5167279"/>
            <a:ext cx="2748210" cy="1658253"/>
            <a:chOff x="0" y="0"/>
            <a:chExt cx="3664279" cy="2211004"/>
          </a:xfrm>
        </p:grpSpPr>
        <p:grpSp>
          <p:nvGrpSpPr>
            <p:cNvPr name="Group 36" id="36"/>
            <p:cNvGrpSpPr/>
            <p:nvPr/>
          </p:nvGrpSpPr>
          <p:grpSpPr>
            <a:xfrm rot="0">
              <a:off x="576932" y="313289"/>
              <a:ext cx="2510416" cy="1897715"/>
              <a:chOff x="0" y="0"/>
              <a:chExt cx="2787980" cy="2107536"/>
            </a:xfrm>
          </p:grpSpPr>
          <p:sp>
            <p:nvSpPr>
              <p:cNvPr name="Freeform 37" id="37"/>
              <p:cNvSpPr/>
              <p:nvPr/>
            </p:nvSpPr>
            <p:spPr>
              <a:xfrm flipH="false" flipV="false" rot="0">
                <a:off x="0" y="0"/>
                <a:ext cx="2787980" cy="2107536"/>
              </a:xfrm>
              <a:custGeom>
                <a:avLst/>
                <a:gdLst/>
                <a:ahLst/>
                <a:cxnLst/>
                <a:rect r="r" b="b" t="t" l="l"/>
                <a:pathLst>
                  <a:path h="2107536" w="2787980">
                    <a:moveTo>
                      <a:pt x="0" y="0"/>
                    </a:moveTo>
                    <a:lnTo>
                      <a:pt x="2787980" y="0"/>
                    </a:lnTo>
                    <a:lnTo>
                      <a:pt x="2787980" y="2107536"/>
                    </a:lnTo>
                    <a:lnTo>
                      <a:pt x="0" y="2107536"/>
                    </a:lnTo>
                    <a:close/>
                  </a:path>
                </a:pathLst>
              </a:custGeom>
              <a:gradFill rotWithShape="true">
                <a:gsLst>
                  <a:gs pos="0">
                    <a:srgbClr val="7AF6EE">
                      <a:alpha val="100000"/>
                    </a:srgbClr>
                  </a:gs>
                  <a:gs pos="100000">
                    <a:srgbClr val="EAFFFE">
                      <a:alpha val="100000"/>
                    </a:srgbClr>
                  </a:gs>
                </a:gsLst>
                <a:lin ang="5400000"/>
              </a:gradFill>
            </p:spPr>
          </p:sp>
          <p:sp>
            <p:nvSpPr>
              <p:cNvPr name="TextBox 38" id="38"/>
              <p:cNvSpPr txBox="true"/>
              <p:nvPr/>
            </p:nvSpPr>
            <p:spPr>
              <a:xfrm>
                <a:off x="0" y="-38100"/>
                <a:ext cx="2787980" cy="2145636"/>
              </a:xfrm>
              <a:prstGeom prst="rect">
                <a:avLst/>
              </a:prstGeom>
            </p:spPr>
            <p:txBody>
              <a:bodyPr anchor="ctr" rtlCol="false" tIns="27060" lIns="27060" bIns="27060" rIns="27060"/>
              <a:lstStyle/>
              <a:p>
                <a:pPr algn="ctr">
                  <a:lnSpc>
                    <a:spcPts val="2660"/>
                  </a:lnSpc>
                </a:pPr>
              </a:p>
            </p:txBody>
          </p:sp>
        </p:grpSp>
        <p:sp>
          <p:nvSpPr>
            <p:cNvPr name="Freeform 39" id="39"/>
            <p:cNvSpPr/>
            <p:nvPr/>
          </p:nvSpPr>
          <p:spPr>
            <a:xfrm flipH="false" flipV="false" rot="0">
              <a:off x="687262" y="410644"/>
              <a:ext cx="2289755" cy="1703005"/>
            </a:xfrm>
            <a:custGeom>
              <a:avLst/>
              <a:gdLst/>
              <a:ahLst/>
              <a:cxnLst/>
              <a:rect r="r" b="b" t="t" l="l"/>
              <a:pathLst>
                <a:path h="1703005" w="2289755">
                  <a:moveTo>
                    <a:pt x="0" y="0"/>
                  </a:moveTo>
                  <a:lnTo>
                    <a:pt x="2289755" y="0"/>
                  </a:lnTo>
                  <a:lnTo>
                    <a:pt x="2289755" y="1703005"/>
                  </a:lnTo>
                  <a:lnTo>
                    <a:pt x="0" y="1703005"/>
                  </a:lnTo>
                  <a:lnTo>
                    <a:pt x="0" y="0"/>
                  </a:lnTo>
                  <a:close/>
                </a:path>
              </a:pathLst>
            </a:custGeom>
            <a:blipFill>
              <a:blip r:embed="rId6"/>
              <a:stretch>
                <a:fillRect l="0" t="0" r="0" b="0"/>
              </a:stretch>
            </a:blipFill>
          </p:spPr>
        </p:sp>
        <p:sp>
          <p:nvSpPr>
            <p:cNvPr name="TextBox 40" id="40"/>
            <p:cNvSpPr txBox="true"/>
            <p:nvPr/>
          </p:nvSpPr>
          <p:spPr>
            <a:xfrm rot="0">
              <a:off x="0" y="-38100"/>
              <a:ext cx="366427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Coordinador Zonal</a:t>
              </a:r>
            </a:p>
          </p:txBody>
        </p:sp>
      </p:grpSp>
      <p:grpSp>
        <p:nvGrpSpPr>
          <p:cNvPr name="Group 41" id="41"/>
          <p:cNvGrpSpPr/>
          <p:nvPr/>
        </p:nvGrpSpPr>
        <p:grpSpPr>
          <a:xfrm rot="0">
            <a:off x="1201602" y="6890014"/>
            <a:ext cx="1962994" cy="1670818"/>
            <a:chOff x="0" y="0"/>
            <a:chExt cx="2617325" cy="2227758"/>
          </a:xfrm>
        </p:grpSpPr>
        <p:grpSp>
          <p:nvGrpSpPr>
            <p:cNvPr name="Group 42" id="42"/>
            <p:cNvGrpSpPr/>
            <p:nvPr/>
          </p:nvGrpSpPr>
          <p:grpSpPr>
            <a:xfrm rot="0">
              <a:off x="53455" y="313289"/>
              <a:ext cx="2510416" cy="1914469"/>
              <a:chOff x="0" y="0"/>
              <a:chExt cx="2904776" cy="2215212"/>
            </a:xfrm>
          </p:grpSpPr>
          <p:sp>
            <p:nvSpPr>
              <p:cNvPr name="Freeform 43" id="43"/>
              <p:cNvSpPr/>
              <p:nvPr/>
            </p:nvSpPr>
            <p:spPr>
              <a:xfrm flipH="false" flipV="false" rot="0">
                <a:off x="0" y="0"/>
                <a:ext cx="2904776" cy="2215212"/>
              </a:xfrm>
              <a:custGeom>
                <a:avLst/>
                <a:gdLst/>
                <a:ahLst/>
                <a:cxnLst/>
                <a:rect r="r" b="b" t="t" l="l"/>
                <a:pathLst>
                  <a:path h="2215212" w="2904776">
                    <a:moveTo>
                      <a:pt x="0" y="0"/>
                    </a:moveTo>
                    <a:lnTo>
                      <a:pt x="2904776" y="0"/>
                    </a:lnTo>
                    <a:lnTo>
                      <a:pt x="2904776" y="2215212"/>
                    </a:lnTo>
                    <a:lnTo>
                      <a:pt x="0" y="2215212"/>
                    </a:lnTo>
                    <a:close/>
                  </a:path>
                </a:pathLst>
              </a:custGeom>
              <a:gradFill rotWithShape="true">
                <a:gsLst>
                  <a:gs pos="0">
                    <a:srgbClr val="F093FF">
                      <a:alpha val="100000"/>
                    </a:srgbClr>
                  </a:gs>
                  <a:gs pos="100000">
                    <a:srgbClr val="FDF1FF">
                      <a:alpha val="100000"/>
                    </a:srgbClr>
                  </a:gs>
                </a:gsLst>
                <a:lin ang="5400000"/>
              </a:gradFill>
            </p:spPr>
          </p:sp>
          <p:sp>
            <p:nvSpPr>
              <p:cNvPr name="TextBox 44" id="44"/>
              <p:cNvSpPr txBox="true"/>
              <p:nvPr/>
            </p:nvSpPr>
            <p:spPr>
              <a:xfrm>
                <a:off x="0" y="-38100"/>
                <a:ext cx="2904776" cy="2253312"/>
              </a:xfrm>
              <a:prstGeom prst="rect">
                <a:avLst/>
              </a:prstGeom>
            </p:spPr>
            <p:txBody>
              <a:bodyPr anchor="ctr" rtlCol="false" tIns="7852" lIns="7852" bIns="7852" rIns="7852"/>
              <a:lstStyle/>
              <a:p>
                <a:pPr algn="ctr">
                  <a:lnSpc>
                    <a:spcPts val="2660"/>
                  </a:lnSpc>
                </a:pPr>
              </a:p>
            </p:txBody>
          </p:sp>
        </p:grpSp>
        <p:sp>
          <p:nvSpPr>
            <p:cNvPr name="Freeform 45" id="45"/>
            <p:cNvSpPr/>
            <p:nvPr/>
          </p:nvSpPr>
          <p:spPr>
            <a:xfrm flipH="false" flipV="false" rot="0">
              <a:off x="181161" y="474226"/>
              <a:ext cx="2255003" cy="1592596"/>
            </a:xfrm>
            <a:custGeom>
              <a:avLst/>
              <a:gdLst/>
              <a:ahLst/>
              <a:cxnLst/>
              <a:rect r="r" b="b" t="t" l="l"/>
              <a:pathLst>
                <a:path h="1592596" w="2255003">
                  <a:moveTo>
                    <a:pt x="0" y="0"/>
                  </a:moveTo>
                  <a:lnTo>
                    <a:pt x="2255003" y="0"/>
                  </a:lnTo>
                  <a:lnTo>
                    <a:pt x="2255003" y="1592595"/>
                  </a:lnTo>
                  <a:lnTo>
                    <a:pt x="0" y="1592595"/>
                  </a:lnTo>
                  <a:lnTo>
                    <a:pt x="0" y="0"/>
                  </a:lnTo>
                  <a:close/>
                </a:path>
              </a:pathLst>
            </a:custGeom>
            <a:blipFill>
              <a:blip r:embed="rId7"/>
              <a:stretch>
                <a:fillRect l="0" t="0" r="0" b="0"/>
              </a:stretch>
            </a:blipFill>
          </p:spPr>
        </p:sp>
        <p:sp>
          <p:nvSpPr>
            <p:cNvPr name="TextBox 46" id="46"/>
            <p:cNvSpPr txBox="true"/>
            <p:nvPr/>
          </p:nvSpPr>
          <p:spPr>
            <a:xfrm rot="0">
              <a:off x="0" y="-38100"/>
              <a:ext cx="2617325"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Supervisor</a:t>
              </a:r>
            </a:p>
          </p:txBody>
        </p:sp>
      </p:grpSp>
      <p:grpSp>
        <p:nvGrpSpPr>
          <p:cNvPr name="Group 47" id="47"/>
          <p:cNvGrpSpPr/>
          <p:nvPr/>
        </p:nvGrpSpPr>
        <p:grpSpPr>
          <a:xfrm rot="0">
            <a:off x="1037758" y="8625314"/>
            <a:ext cx="2290683" cy="1491307"/>
            <a:chOff x="0" y="0"/>
            <a:chExt cx="3054244" cy="1988409"/>
          </a:xfrm>
        </p:grpSpPr>
        <p:grpSp>
          <p:nvGrpSpPr>
            <p:cNvPr name="Group 48" id="48"/>
            <p:cNvGrpSpPr/>
            <p:nvPr/>
          </p:nvGrpSpPr>
          <p:grpSpPr>
            <a:xfrm rot="0">
              <a:off x="271914" y="313289"/>
              <a:ext cx="2510416" cy="1675120"/>
              <a:chOff x="0" y="0"/>
              <a:chExt cx="3286308" cy="2192849"/>
            </a:xfrm>
          </p:grpSpPr>
          <p:sp>
            <p:nvSpPr>
              <p:cNvPr name="Freeform 49" id="49"/>
              <p:cNvSpPr/>
              <p:nvPr/>
            </p:nvSpPr>
            <p:spPr>
              <a:xfrm flipH="false" flipV="false" rot="0">
                <a:off x="0" y="0"/>
                <a:ext cx="3286308" cy="2192849"/>
              </a:xfrm>
              <a:custGeom>
                <a:avLst/>
                <a:gdLst/>
                <a:ahLst/>
                <a:cxnLst/>
                <a:rect r="r" b="b" t="t" l="l"/>
                <a:pathLst>
                  <a:path h="2192849" w="3286308">
                    <a:moveTo>
                      <a:pt x="0" y="0"/>
                    </a:moveTo>
                    <a:lnTo>
                      <a:pt x="3286308" y="0"/>
                    </a:lnTo>
                    <a:lnTo>
                      <a:pt x="3286308" y="2192849"/>
                    </a:lnTo>
                    <a:lnTo>
                      <a:pt x="0" y="2192849"/>
                    </a:lnTo>
                    <a:close/>
                  </a:path>
                </a:pathLst>
              </a:custGeom>
              <a:gradFill rotWithShape="true">
                <a:gsLst>
                  <a:gs pos="0">
                    <a:srgbClr val="84A9FF">
                      <a:alpha val="100000"/>
                    </a:srgbClr>
                  </a:gs>
                  <a:gs pos="100000">
                    <a:srgbClr val="F5F8FF">
                      <a:alpha val="100000"/>
                    </a:srgbClr>
                  </a:gs>
                </a:gsLst>
                <a:lin ang="5400000"/>
              </a:gradFill>
            </p:spPr>
          </p:sp>
          <p:sp>
            <p:nvSpPr>
              <p:cNvPr name="TextBox 50" id="50"/>
              <p:cNvSpPr txBox="true"/>
              <p:nvPr/>
            </p:nvSpPr>
            <p:spPr>
              <a:xfrm>
                <a:off x="0" y="-38100"/>
                <a:ext cx="3286308" cy="2230949"/>
              </a:xfrm>
              <a:prstGeom prst="rect">
                <a:avLst/>
              </a:prstGeom>
            </p:spPr>
            <p:txBody>
              <a:bodyPr anchor="ctr" rtlCol="false" tIns="8533" lIns="8533" bIns="8533" rIns="8533"/>
              <a:lstStyle/>
              <a:p>
                <a:pPr algn="ctr">
                  <a:lnSpc>
                    <a:spcPts val="2660"/>
                  </a:lnSpc>
                </a:pPr>
              </a:p>
            </p:txBody>
          </p:sp>
        </p:grpSp>
        <p:sp>
          <p:nvSpPr>
            <p:cNvPr name="Freeform 51" id="51"/>
            <p:cNvSpPr/>
            <p:nvPr/>
          </p:nvSpPr>
          <p:spPr>
            <a:xfrm flipH="false" flipV="false" rot="0">
              <a:off x="399867" y="446315"/>
              <a:ext cx="2254510" cy="1409069"/>
            </a:xfrm>
            <a:custGeom>
              <a:avLst/>
              <a:gdLst/>
              <a:ahLst/>
              <a:cxnLst/>
              <a:rect r="r" b="b" t="t" l="l"/>
              <a:pathLst>
                <a:path h="1409069" w="2254510">
                  <a:moveTo>
                    <a:pt x="0" y="0"/>
                  </a:moveTo>
                  <a:lnTo>
                    <a:pt x="2254510" y="0"/>
                  </a:lnTo>
                  <a:lnTo>
                    <a:pt x="2254510" y="1409069"/>
                  </a:lnTo>
                  <a:lnTo>
                    <a:pt x="0" y="1409069"/>
                  </a:lnTo>
                  <a:lnTo>
                    <a:pt x="0" y="0"/>
                  </a:lnTo>
                  <a:close/>
                </a:path>
              </a:pathLst>
            </a:custGeom>
            <a:blipFill>
              <a:blip r:embed="rId8"/>
              <a:stretch>
                <a:fillRect l="0" t="0" r="0" b="0"/>
              </a:stretch>
            </a:blipFill>
          </p:spPr>
        </p:sp>
        <p:sp>
          <p:nvSpPr>
            <p:cNvPr name="TextBox 52" id="52"/>
            <p:cNvSpPr txBox="true"/>
            <p:nvPr/>
          </p:nvSpPr>
          <p:spPr>
            <a:xfrm rot="0">
              <a:off x="0" y="-38100"/>
              <a:ext cx="3054244"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Administrador</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93124" y="-3636628"/>
            <a:ext cx="5033565" cy="50335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64183" y="-1794490"/>
            <a:ext cx="3896277" cy="389627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307030" y="9025192"/>
            <a:ext cx="2894697" cy="28946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257886" y="8523778"/>
            <a:ext cx="3851298" cy="1638232"/>
            <a:chOff x="0" y="0"/>
            <a:chExt cx="5135064" cy="2184310"/>
          </a:xfrm>
        </p:grpSpPr>
        <p:grpSp>
          <p:nvGrpSpPr>
            <p:cNvPr name="Group 12" id="12"/>
            <p:cNvGrpSpPr/>
            <p:nvPr/>
          </p:nvGrpSpPr>
          <p:grpSpPr>
            <a:xfrm rot="0">
              <a:off x="1312324" y="275505"/>
              <a:ext cx="2510416" cy="1908805"/>
              <a:chOff x="0" y="0"/>
              <a:chExt cx="2706619" cy="2057989"/>
            </a:xfrm>
          </p:grpSpPr>
          <p:sp>
            <p:nvSpPr>
              <p:cNvPr name="Freeform 13" id="13"/>
              <p:cNvSpPr/>
              <p:nvPr/>
            </p:nvSpPr>
            <p:spPr>
              <a:xfrm flipH="false" flipV="false" rot="0">
                <a:off x="0" y="0"/>
                <a:ext cx="2706619" cy="2057989"/>
              </a:xfrm>
              <a:custGeom>
                <a:avLst/>
                <a:gdLst/>
                <a:ahLst/>
                <a:cxnLst/>
                <a:rect r="r" b="b" t="t" l="l"/>
                <a:pathLst>
                  <a:path h="2057989" w="2706619">
                    <a:moveTo>
                      <a:pt x="0" y="0"/>
                    </a:moveTo>
                    <a:lnTo>
                      <a:pt x="2706619" y="0"/>
                    </a:lnTo>
                    <a:lnTo>
                      <a:pt x="2706619" y="2057989"/>
                    </a:lnTo>
                    <a:lnTo>
                      <a:pt x="0" y="2057989"/>
                    </a:lnTo>
                    <a:close/>
                  </a:path>
                </a:pathLst>
              </a:custGeom>
              <a:gradFill rotWithShape="true">
                <a:gsLst>
                  <a:gs pos="0">
                    <a:srgbClr val="FF6767">
                      <a:alpha val="100000"/>
                    </a:srgbClr>
                  </a:gs>
                  <a:gs pos="100000">
                    <a:srgbClr val="FFD1D1">
                      <a:alpha val="100000"/>
                    </a:srgbClr>
                  </a:gs>
                </a:gsLst>
                <a:lin ang="5400000"/>
              </a:gradFill>
            </p:spPr>
          </p:sp>
          <p:sp>
            <p:nvSpPr>
              <p:cNvPr name="TextBox 14" id="14"/>
              <p:cNvSpPr txBox="true"/>
              <p:nvPr/>
            </p:nvSpPr>
            <p:spPr>
              <a:xfrm>
                <a:off x="0" y="-38100"/>
                <a:ext cx="2706619" cy="2096089"/>
              </a:xfrm>
              <a:prstGeom prst="rect">
                <a:avLst/>
              </a:prstGeom>
            </p:spPr>
            <p:txBody>
              <a:bodyPr anchor="ctr" rtlCol="false" tIns="8682" lIns="8682" bIns="8682" rIns="8682"/>
              <a:lstStyle/>
              <a:p>
                <a:pPr algn="ctr">
                  <a:lnSpc>
                    <a:spcPts val="2660"/>
                  </a:lnSpc>
                </a:pPr>
              </a:p>
            </p:txBody>
          </p:sp>
        </p:grpSp>
        <p:sp>
          <p:nvSpPr>
            <p:cNvPr name="Freeform 15" id="15"/>
            <p:cNvSpPr/>
            <p:nvPr/>
          </p:nvSpPr>
          <p:spPr>
            <a:xfrm flipH="false" flipV="false" rot="0">
              <a:off x="1408597" y="353506"/>
              <a:ext cx="2317870" cy="1752804"/>
            </a:xfrm>
            <a:custGeom>
              <a:avLst/>
              <a:gdLst/>
              <a:ahLst/>
              <a:cxnLst/>
              <a:rect r="r" b="b" t="t" l="l"/>
              <a:pathLst>
                <a:path h="1752804" w="2317870">
                  <a:moveTo>
                    <a:pt x="0" y="0"/>
                  </a:moveTo>
                  <a:lnTo>
                    <a:pt x="2317870" y="0"/>
                  </a:lnTo>
                  <a:lnTo>
                    <a:pt x="2317870" y="1752803"/>
                  </a:lnTo>
                  <a:lnTo>
                    <a:pt x="0" y="1752803"/>
                  </a:lnTo>
                  <a:lnTo>
                    <a:pt x="0" y="0"/>
                  </a:lnTo>
                  <a:close/>
                </a:path>
              </a:pathLst>
            </a:custGeom>
            <a:blipFill>
              <a:blip r:embed="rId2"/>
              <a:stretch>
                <a:fillRect l="0" t="-3944" r="-2063" b="-3944"/>
              </a:stretch>
            </a:blipFill>
          </p:spPr>
        </p:sp>
        <p:sp>
          <p:nvSpPr>
            <p:cNvPr name="TextBox 16" id="16"/>
            <p:cNvSpPr txBox="true"/>
            <p:nvPr/>
          </p:nvSpPr>
          <p:spPr>
            <a:xfrm rot="0">
              <a:off x="0" y="-38100"/>
              <a:ext cx="5135064"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Recepcionista y Guardia de Acceso</a:t>
              </a:r>
            </a:p>
          </p:txBody>
        </p:sp>
      </p:grpSp>
      <p:grpSp>
        <p:nvGrpSpPr>
          <p:cNvPr name="Group 17" id="17"/>
          <p:cNvGrpSpPr/>
          <p:nvPr/>
        </p:nvGrpSpPr>
        <p:grpSpPr>
          <a:xfrm rot="0">
            <a:off x="5307030" y="549935"/>
            <a:ext cx="11345265" cy="9187130"/>
            <a:chOff x="0" y="0"/>
            <a:chExt cx="15127020" cy="12249507"/>
          </a:xfrm>
        </p:grpSpPr>
        <p:grpSp>
          <p:nvGrpSpPr>
            <p:cNvPr name="Group 18" id="18"/>
            <p:cNvGrpSpPr/>
            <p:nvPr/>
          </p:nvGrpSpPr>
          <p:grpSpPr>
            <a:xfrm rot="0">
              <a:off x="0" y="1887788"/>
              <a:ext cx="15127020" cy="10361719"/>
              <a:chOff x="0" y="0"/>
              <a:chExt cx="3114165" cy="2133143"/>
            </a:xfrm>
          </p:grpSpPr>
          <p:sp>
            <p:nvSpPr>
              <p:cNvPr name="Freeform 19" id="19"/>
              <p:cNvSpPr/>
              <p:nvPr/>
            </p:nvSpPr>
            <p:spPr>
              <a:xfrm flipH="false" flipV="false" rot="0">
                <a:off x="0" y="0"/>
                <a:ext cx="3114165" cy="2133143"/>
              </a:xfrm>
              <a:custGeom>
                <a:avLst/>
                <a:gdLst/>
                <a:ahLst/>
                <a:cxnLst/>
                <a:rect r="r" b="b" t="t" l="l"/>
                <a:pathLst>
                  <a:path h="2133143" w="3114165">
                    <a:moveTo>
                      <a:pt x="0" y="0"/>
                    </a:moveTo>
                    <a:lnTo>
                      <a:pt x="3114165" y="0"/>
                    </a:lnTo>
                    <a:lnTo>
                      <a:pt x="3114165" y="2133143"/>
                    </a:lnTo>
                    <a:lnTo>
                      <a:pt x="0" y="2133143"/>
                    </a:lnTo>
                    <a:close/>
                  </a:path>
                </a:pathLst>
              </a:custGeom>
              <a:gradFill rotWithShape="true">
                <a:gsLst>
                  <a:gs pos="0">
                    <a:srgbClr val="FF9869">
                      <a:alpha val="100000"/>
                    </a:srgbClr>
                  </a:gs>
                  <a:gs pos="100000">
                    <a:srgbClr val="FFD2BD">
                      <a:alpha val="100000"/>
                    </a:srgbClr>
                  </a:gs>
                </a:gsLst>
                <a:lin ang="5400000"/>
              </a:gradFill>
            </p:spPr>
          </p:sp>
          <p:sp>
            <p:nvSpPr>
              <p:cNvPr name="TextBox 20" id="20"/>
              <p:cNvSpPr txBox="true"/>
              <p:nvPr/>
            </p:nvSpPr>
            <p:spPr>
              <a:xfrm>
                <a:off x="0" y="-38100"/>
                <a:ext cx="3114165" cy="2171243"/>
              </a:xfrm>
              <a:prstGeom prst="rect">
                <a:avLst/>
              </a:prstGeom>
            </p:spPr>
            <p:txBody>
              <a:bodyPr anchor="ctr" rtlCol="false" tIns="8364" lIns="8364" bIns="8364" rIns="8364"/>
              <a:lstStyle/>
              <a:p>
                <a:pPr algn="ctr">
                  <a:lnSpc>
                    <a:spcPts val="2660"/>
                  </a:lnSpc>
                </a:pPr>
              </a:p>
            </p:txBody>
          </p:sp>
        </p:grpSp>
        <p:sp>
          <p:nvSpPr>
            <p:cNvPr name="Freeform 21" id="21"/>
            <p:cNvSpPr/>
            <p:nvPr/>
          </p:nvSpPr>
          <p:spPr>
            <a:xfrm flipH="false" flipV="false" rot="0">
              <a:off x="515421" y="2663592"/>
              <a:ext cx="14096177" cy="8810111"/>
            </a:xfrm>
            <a:custGeom>
              <a:avLst/>
              <a:gdLst/>
              <a:ahLst/>
              <a:cxnLst/>
              <a:rect r="r" b="b" t="t" l="l"/>
              <a:pathLst>
                <a:path h="8810111" w="14096177">
                  <a:moveTo>
                    <a:pt x="0" y="0"/>
                  </a:moveTo>
                  <a:lnTo>
                    <a:pt x="14096177" y="0"/>
                  </a:lnTo>
                  <a:lnTo>
                    <a:pt x="14096177" y="8810111"/>
                  </a:lnTo>
                  <a:lnTo>
                    <a:pt x="0" y="8810111"/>
                  </a:lnTo>
                  <a:lnTo>
                    <a:pt x="0" y="0"/>
                  </a:lnTo>
                  <a:close/>
                </a:path>
              </a:pathLst>
            </a:custGeom>
            <a:blipFill>
              <a:blip r:embed="rId3"/>
              <a:stretch>
                <a:fillRect l="0" t="0" r="0" b="0"/>
              </a:stretch>
            </a:blipFill>
          </p:spPr>
        </p:sp>
        <p:sp>
          <p:nvSpPr>
            <p:cNvPr name="TextBox 22" id="22"/>
            <p:cNvSpPr txBox="true"/>
            <p:nvPr/>
          </p:nvSpPr>
          <p:spPr>
            <a:xfrm rot="0">
              <a:off x="0" y="-200025"/>
              <a:ext cx="15127020" cy="2087813"/>
            </a:xfrm>
            <a:prstGeom prst="rect">
              <a:avLst/>
            </a:prstGeom>
          </p:spPr>
          <p:txBody>
            <a:bodyPr anchor="t" rtlCol="false" tIns="0" lIns="0" bIns="0" rIns="0">
              <a:spAutoFit/>
            </a:bodyPr>
            <a:lstStyle/>
            <a:p>
              <a:pPr algn="ctr">
                <a:lnSpc>
                  <a:spcPts val="11833"/>
                </a:lnSpc>
              </a:pPr>
              <a:r>
                <a:rPr lang="en-US" b="true" sz="9317">
                  <a:solidFill>
                    <a:srgbClr val="000000"/>
                  </a:solidFill>
                  <a:latin typeface="Codec Pro Bold"/>
                  <a:ea typeface="Codec Pro Bold"/>
                  <a:cs typeface="Codec Pro Bold"/>
                  <a:sym typeface="Codec Pro Bold"/>
                </a:rPr>
                <a:t>Vista del Mecanico</a:t>
              </a:r>
            </a:p>
          </p:txBody>
        </p:sp>
      </p:grpSp>
      <p:grpSp>
        <p:nvGrpSpPr>
          <p:cNvPr name="Group 23" id="23"/>
          <p:cNvGrpSpPr/>
          <p:nvPr/>
        </p:nvGrpSpPr>
        <p:grpSpPr>
          <a:xfrm rot="0">
            <a:off x="1058239" y="124990"/>
            <a:ext cx="2250592" cy="1439886"/>
            <a:chOff x="0" y="0"/>
            <a:chExt cx="3000789" cy="1919848"/>
          </a:xfrm>
        </p:grpSpPr>
        <p:grpSp>
          <p:nvGrpSpPr>
            <p:cNvPr name="Group 24" id="24"/>
            <p:cNvGrpSpPr/>
            <p:nvPr/>
          </p:nvGrpSpPr>
          <p:grpSpPr>
            <a:xfrm rot="0">
              <a:off x="245187" y="275505"/>
              <a:ext cx="2510416" cy="1644343"/>
              <a:chOff x="0" y="0"/>
              <a:chExt cx="3114165" cy="2039803"/>
            </a:xfrm>
          </p:grpSpPr>
          <p:sp>
            <p:nvSpPr>
              <p:cNvPr name="Freeform 25" id="25"/>
              <p:cNvSpPr/>
              <p:nvPr/>
            </p:nvSpPr>
            <p:spPr>
              <a:xfrm flipH="false" flipV="false" rot="0">
                <a:off x="0" y="0"/>
                <a:ext cx="3114165" cy="2039803"/>
              </a:xfrm>
              <a:custGeom>
                <a:avLst/>
                <a:gdLst/>
                <a:ahLst/>
                <a:cxnLst/>
                <a:rect r="r" b="b" t="t" l="l"/>
                <a:pathLst>
                  <a:path h="2039803" w="3114165">
                    <a:moveTo>
                      <a:pt x="0" y="0"/>
                    </a:moveTo>
                    <a:lnTo>
                      <a:pt x="3114165" y="0"/>
                    </a:lnTo>
                    <a:lnTo>
                      <a:pt x="3114165" y="2039803"/>
                    </a:lnTo>
                    <a:lnTo>
                      <a:pt x="0" y="2039803"/>
                    </a:lnTo>
                    <a:close/>
                  </a:path>
                </a:pathLst>
              </a:custGeom>
              <a:gradFill rotWithShape="true">
                <a:gsLst>
                  <a:gs pos="0">
                    <a:srgbClr val="FFDA6A">
                      <a:alpha val="100000"/>
                    </a:srgbClr>
                  </a:gs>
                  <a:gs pos="100000">
                    <a:srgbClr val="FFF7DE">
                      <a:alpha val="100000"/>
                    </a:srgbClr>
                  </a:gs>
                </a:gsLst>
                <a:lin ang="5400000"/>
              </a:gradFill>
            </p:spPr>
          </p:sp>
          <p:sp>
            <p:nvSpPr>
              <p:cNvPr name="TextBox 26" id="26"/>
              <p:cNvSpPr txBox="true"/>
              <p:nvPr/>
            </p:nvSpPr>
            <p:spPr>
              <a:xfrm>
                <a:off x="0" y="-38100"/>
                <a:ext cx="3114165" cy="2077903"/>
              </a:xfrm>
              <a:prstGeom prst="rect">
                <a:avLst/>
              </a:prstGeom>
            </p:spPr>
            <p:txBody>
              <a:bodyPr anchor="ctr" rtlCol="false" tIns="8364" lIns="8364" bIns="8364" rIns="8364"/>
              <a:lstStyle/>
              <a:p>
                <a:pPr algn="ctr">
                  <a:lnSpc>
                    <a:spcPts val="2660"/>
                  </a:lnSpc>
                </a:pPr>
              </a:p>
            </p:txBody>
          </p:sp>
        </p:grpSp>
        <p:sp>
          <p:nvSpPr>
            <p:cNvPr name="Freeform 27" id="27"/>
            <p:cNvSpPr/>
            <p:nvPr/>
          </p:nvSpPr>
          <p:spPr>
            <a:xfrm flipH="false" flipV="false" rot="0">
              <a:off x="348303" y="377619"/>
              <a:ext cx="2304183" cy="1440114"/>
            </a:xfrm>
            <a:custGeom>
              <a:avLst/>
              <a:gdLst/>
              <a:ahLst/>
              <a:cxnLst/>
              <a:rect r="r" b="b" t="t" l="l"/>
              <a:pathLst>
                <a:path h="1440114" w="2304183">
                  <a:moveTo>
                    <a:pt x="0" y="0"/>
                  </a:moveTo>
                  <a:lnTo>
                    <a:pt x="2304183" y="0"/>
                  </a:lnTo>
                  <a:lnTo>
                    <a:pt x="2304183" y="1440115"/>
                  </a:lnTo>
                  <a:lnTo>
                    <a:pt x="0" y="1440115"/>
                  </a:lnTo>
                  <a:lnTo>
                    <a:pt x="0" y="0"/>
                  </a:lnTo>
                  <a:close/>
                </a:path>
              </a:pathLst>
            </a:custGeom>
            <a:blipFill>
              <a:blip r:embed="rId4"/>
              <a:stretch>
                <a:fillRect l="0" t="0" r="0" b="0"/>
              </a:stretch>
            </a:blipFill>
          </p:spPr>
        </p:sp>
        <p:sp>
          <p:nvSpPr>
            <p:cNvPr name="TextBox 28" id="28"/>
            <p:cNvSpPr txBox="true"/>
            <p:nvPr/>
          </p:nvSpPr>
          <p:spPr>
            <a:xfrm rot="0">
              <a:off x="0" y="-38100"/>
              <a:ext cx="300078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Jefe de Taller</a:t>
              </a:r>
            </a:p>
          </p:txBody>
        </p:sp>
      </p:grpSp>
      <p:grpSp>
        <p:nvGrpSpPr>
          <p:cNvPr name="Group 29" id="29"/>
          <p:cNvGrpSpPr/>
          <p:nvPr/>
        </p:nvGrpSpPr>
        <p:grpSpPr>
          <a:xfrm rot="0">
            <a:off x="676654" y="1657695"/>
            <a:ext cx="3013762" cy="1757247"/>
            <a:chOff x="0" y="0"/>
            <a:chExt cx="4018349" cy="2342996"/>
          </a:xfrm>
        </p:grpSpPr>
        <p:grpSp>
          <p:nvGrpSpPr>
            <p:cNvPr name="Group 30" id="30"/>
            <p:cNvGrpSpPr/>
            <p:nvPr/>
          </p:nvGrpSpPr>
          <p:grpSpPr>
            <a:xfrm rot="0">
              <a:off x="753967" y="275505"/>
              <a:ext cx="2510416" cy="2067491"/>
              <a:chOff x="0" y="0"/>
              <a:chExt cx="2623623" cy="2160724"/>
            </a:xfrm>
          </p:grpSpPr>
          <p:sp>
            <p:nvSpPr>
              <p:cNvPr name="Freeform 31" id="31"/>
              <p:cNvSpPr/>
              <p:nvPr/>
            </p:nvSpPr>
            <p:spPr>
              <a:xfrm flipH="false" flipV="false" rot="0">
                <a:off x="0" y="0"/>
                <a:ext cx="2623623" cy="2160724"/>
              </a:xfrm>
              <a:custGeom>
                <a:avLst/>
                <a:gdLst/>
                <a:ahLst/>
                <a:cxnLst/>
                <a:rect r="r" b="b" t="t" l="l"/>
                <a:pathLst>
                  <a:path h="2160724" w="2623623">
                    <a:moveTo>
                      <a:pt x="0" y="0"/>
                    </a:moveTo>
                    <a:lnTo>
                      <a:pt x="2623623" y="0"/>
                    </a:lnTo>
                    <a:lnTo>
                      <a:pt x="2623623" y="2160724"/>
                    </a:lnTo>
                    <a:lnTo>
                      <a:pt x="0" y="2160724"/>
                    </a:lnTo>
                    <a:close/>
                  </a:path>
                </a:pathLst>
              </a:custGeom>
              <a:gradFill rotWithShape="true">
                <a:gsLst>
                  <a:gs pos="0">
                    <a:srgbClr val="7CCE6B">
                      <a:alpha val="100000"/>
                    </a:srgbClr>
                  </a:gs>
                  <a:gs pos="100000">
                    <a:srgbClr val="D8FFD0">
                      <a:alpha val="100000"/>
                    </a:srgbClr>
                  </a:gs>
                </a:gsLst>
                <a:lin ang="5400000"/>
              </a:gradFill>
            </p:spPr>
          </p:sp>
          <p:sp>
            <p:nvSpPr>
              <p:cNvPr name="TextBox 32" id="32"/>
              <p:cNvSpPr txBox="true"/>
              <p:nvPr/>
            </p:nvSpPr>
            <p:spPr>
              <a:xfrm>
                <a:off x="0" y="-38100"/>
                <a:ext cx="2623623" cy="2198824"/>
              </a:xfrm>
              <a:prstGeom prst="rect">
                <a:avLst/>
              </a:prstGeom>
            </p:spPr>
            <p:txBody>
              <a:bodyPr anchor="ctr" rtlCol="false" tIns="33077" lIns="33077" bIns="33077" rIns="33077"/>
              <a:lstStyle/>
              <a:p>
                <a:pPr algn="ctr">
                  <a:lnSpc>
                    <a:spcPts val="2660"/>
                  </a:lnSpc>
                </a:pPr>
              </a:p>
            </p:txBody>
          </p:sp>
        </p:grpSp>
        <p:sp>
          <p:nvSpPr>
            <p:cNvPr name="Freeform 33" id="33"/>
            <p:cNvSpPr/>
            <p:nvPr/>
          </p:nvSpPr>
          <p:spPr>
            <a:xfrm flipH="false" flipV="false" rot="0">
              <a:off x="893662" y="387358"/>
              <a:ext cx="2231025" cy="1851750"/>
            </a:xfrm>
            <a:custGeom>
              <a:avLst/>
              <a:gdLst/>
              <a:ahLst/>
              <a:cxnLst/>
              <a:rect r="r" b="b" t="t" l="l"/>
              <a:pathLst>
                <a:path h="1851750" w="2231025">
                  <a:moveTo>
                    <a:pt x="0" y="0"/>
                  </a:moveTo>
                  <a:lnTo>
                    <a:pt x="2231025" y="0"/>
                  </a:lnTo>
                  <a:lnTo>
                    <a:pt x="2231025" y="1851751"/>
                  </a:lnTo>
                  <a:lnTo>
                    <a:pt x="0" y="1851751"/>
                  </a:lnTo>
                  <a:lnTo>
                    <a:pt x="0" y="0"/>
                  </a:lnTo>
                  <a:close/>
                </a:path>
              </a:pathLst>
            </a:custGeom>
            <a:blipFill>
              <a:blip r:embed="rId5"/>
              <a:stretch>
                <a:fillRect l="0" t="0" r="0" b="0"/>
              </a:stretch>
            </a:blipFill>
          </p:spPr>
        </p:sp>
        <p:sp>
          <p:nvSpPr>
            <p:cNvPr name="TextBox 34" id="34"/>
            <p:cNvSpPr txBox="true"/>
            <p:nvPr/>
          </p:nvSpPr>
          <p:spPr>
            <a:xfrm rot="0">
              <a:off x="0" y="-38100"/>
              <a:ext cx="401834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Asistente de Repuesto</a:t>
              </a:r>
            </a:p>
          </p:txBody>
        </p:sp>
      </p:grpSp>
      <p:grpSp>
        <p:nvGrpSpPr>
          <p:cNvPr name="Group 35" id="35"/>
          <p:cNvGrpSpPr/>
          <p:nvPr/>
        </p:nvGrpSpPr>
        <p:grpSpPr>
          <a:xfrm rot="0">
            <a:off x="809430" y="3507761"/>
            <a:ext cx="2748210" cy="1658253"/>
            <a:chOff x="0" y="0"/>
            <a:chExt cx="3664279" cy="2211004"/>
          </a:xfrm>
        </p:grpSpPr>
        <p:grpSp>
          <p:nvGrpSpPr>
            <p:cNvPr name="Group 36" id="36"/>
            <p:cNvGrpSpPr/>
            <p:nvPr/>
          </p:nvGrpSpPr>
          <p:grpSpPr>
            <a:xfrm rot="0">
              <a:off x="576932" y="313289"/>
              <a:ext cx="2510416" cy="1897715"/>
              <a:chOff x="0" y="0"/>
              <a:chExt cx="2787980" cy="2107536"/>
            </a:xfrm>
          </p:grpSpPr>
          <p:sp>
            <p:nvSpPr>
              <p:cNvPr name="Freeform 37" id="37"/>
              <p:cNvSpPr/>
              <p:nvPr/>
            </p:nvSpPr>
            <p:spPr>
              <a:xfrm flipH="false" flipV="false" rot="0">
                <a:off x="0" y="0"/>
                <a:ext cx="2787980" cy="2107536"/>
              </a:xfrm>
              <a:custGeom>
                <a:avLst/>
                <a:gdLst/>
                <a:ahLst/>
                <a:cxnLst/>
                <a:rect r="r" b="b" t="t" l="l"/>
                <a:pathLst>
                  <a:path h="2107536" w="2787980">
                    <a:moveTo>
                      <a:pt x="0" y="0"/>
                    </a:moveTo>
                    <a:lnTo>
                      <a:pt x="2787980" y="0"/>
                    </a:lnTo>
                    <a:lnTo>
                      <a:pt x="2787980" y="2107536"/>
                    </a:lnTo>
                    <a:lnTo>
                      <a:pt x="0" y="2107536"/>
                    </a:lnTo>
                    <a:close/>
                  </a:path>
                </a:pathLst>
              </a:custGeom>
              <a:gradFill rotWithShape="true">
                <a:gsLst>
                  <a:gs pos="0">
                    <a:srgbClr val="7AF6EE">
                      <a:alpha val="100000"/>
                    </a:srgbClr>
                  </a:gs>
                  <a:gs pos="100000">
                    <a:srgbClr val="EAFFFE">
                      <a:alpha val="100000"/>
                    </a:srgbClr>
                  </a:gs>
                </a:gsLst>
                <a:lin ang="5400000"/>
              </a:gradFill>
            </p:spPr>
          </p:sp>
          <p:sp>
            <p:nvSpPr>
              <p:cNvPr name="TextBox 38" id="38"/>
              <p:cNvSpPr txBox="true"/>
              <p:nvPr/>
            </p:nvSpPr>
            <p:spPr>
              <a:xfrm>
                <a:off x="0" y="-38100"/>
                <a:ext cx="2787980" cy="2145636"/>
              </a:xfrm>
              <a:prstGeom prst="rect">
                <a:avLst/>
              </a:prstGeom>
            </p:spPr>
            <p:txBody>
              <a:bodyPr anchor="ctr" rtlCol="false" tIns="27060" lIns="27060" bIns="27060" rIns="27060"/>
              <a:lstStyle/>
              <a:p>
                <a:pPr algn="ctr">
                  <a:lnSpc>
                    <a:spcPts val="2660"/>
                  </a:lnSpc>
                </a:pPr>
              </a:p>
            </p:txBody>
          </p:sp>
        </p:grpSp>
        <p:sp>
          <p:nvSpPr>
            <p:cNvPr name="Freeform 39" id="39"/>
            <p:cNvSpPr/>
            <p:nvPr/>
          </p:nvSpPr>
          <p:spPr>
            <a:xfrm flipH="false" flipV="false" rot="0">
              <a:off x="687262" y="410644"/>
              <a:ext cx="2289755" cy="1703005"/>
            </a:xfrm>
            <a:custGeom>
              <a:avLst/>
              <a:gdLst/>
              <a:ahLst/>
              <a:cxnLst/>
              <a:rect r="r" b="b" t="t" l="l"/>
              <a:pathLst>
                <a:path h="1703005" w="2289755">
                  <a:moveTo>
                    <a:pt x="0" y="0"/>
                  </a:moveTo>
                  <a:lnTo>
                    <a:pt x="2289755" y="0"/>
                  </a:lnTo>
                  <a:lnTo>
                    <a:pt x="2289755" y="1703005"/>
                  </a:lnTo>
                  <a:lnTo>
                    <a:pt x="0" y="1703005"/>
                  </a:lnTo>
                  <a:lnTo>
                    <a:pt x="0" y="0"/>
                  </a:lnTo>
                  <a:close/>
                </a:path>
              </a:pathLst>
            </a:custGeom>
            <a:blipFill>
              <a:blip r:embed="rId6"/>
              <a:stretch>
                <a:fillRect l="0" t="0" r="0" b="0"/>
              </a:stretch>
            </a:blipFill>
          </p:spPr>
        </p:sp>
        <p:sp>
          <p:nvSpPr>
            <p:cNvPr name="TextBox 40" id="40"/>
            <p:cNvSpPr txBox="true"/>
            <p:nvPr/>
          </p:nvSpPr>
          <p:spPr>
            <a:xfrm rot="0">
              <a:off x="0" y="-38100"/>
              <a:ext cx="366427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Coordinador Zonal</a:t>
              </a:r>
            </a:p>
          </p:txBody>
        </p:sp>
      </p:grpSp>
      <p:grpSp>
        <p:nvGrpSpPr>
          <p:cNvPr name="Group 41" id="41"/>
          <p:cNvGrpSpPr/>
          <p:nvPr/>
        </p:nvGrpSpPr>
        <p:grpSpPr>
          <a:xfrm rot="0">
            <a:off x="1202038" y="5230496"/>
            <a:ext cx="1962994" cy="1670818"/>
            <a:chOff x="0" y="0"/>
            <a:chExt cx="2617325" cy="2227758"/>
          </a:xfrm>
        </p:grpSpPr>
        <p:grpSp>
          <p:nvGrpSpPr>
            <p:cNvPr name="Group 42" id="42"/>
            <p:cNvGrpSpPr/>
            <p:nvPr/>
          </p:nvGrpSpPr>
          <p:grpSpPr>
            <a:xfrm rot="0">
              <a:off x="53455" y="313289"/>
              <a:ext cx="2510416" cy="1914469"/>
              <a:chOff x="0" y="0"/>
              <a:chExt cx="2904776" cy="2215212"/>
            </a:xfrm>
          </p:grpSpPr>
          <p:sp>
            <p:nvSpPr>
              <p:cNvPr name="Freeform 43" id="43"/>
              <p:cNvSpPr/>
              <p:nvPr/>
            </p:nvSpPr>
            <p:spPr>
              <a:xfrm flipH="false" flipV="false" rot="0">
                <a:off x="0" y="0"/>
                <a:ext cx="2904776" cy="2215212"/>
              </a:xfrm>
              <a:custGeom>
                <a:avLst/>
                <a:gdLst/>
                <a:ahLst/>
                <a:cxnLst/>
                <a:rect r="r" b="b" t="t" l="l"/>
                <a:pathLst>
                  <a:path h="2215212" w="2904776">
                    <a:moveTo>
                      <a:pt x="0" y="0"/>
                    </a:moveTo>
                    <a:lnTo>
                      <a:pt x="2904776" y="0"/>
                    </a:lnTo>
                    <a:lnTo>
                      <a:pt x="2904776" y="2215212"/>
                    </a:lnTo>
                    <a:lnTo>
                      <a:pt x="0" y="2215212"/>
                    </a:lnTo>
                    <a:close/>
                  </a:path>
                </a:pathLst>
              </a:custGeom>
              <a:gradFill rotWithShape="true">
                <a:gsLst>
                  <a:gs pos="0">
                    <a:srgbClr val="F093FF">
                      <a:alpha val="100000"/>
                    </a:srgbClr>
                  </a:gs>
                  <a:gs pos="100000">
                    <a:srgbClr val="FDF1FF">
                      <a:alpha val="100000"/>
                    </a:srgbClr>
                  </a:gs>
                </a:gsLst>
                <a:lin ang="5400000"/>
              </a:gradFill>
            </p:spPr>
          </p:sp>
          <p:sp>
            <p:nvSpPr>
              <p:cNvPr name="TextBox 44" id="44"/>
              <p:cNvSpPr txBox="true"/>
              <p:nvPr/>
            </p:nvSpPr>
            <p:spPr>
              <a:xfrm>
                <a:off x="0" y="-38100"/>
                <a:ext cx="2904776" cy="2253312"/>
              </a:xfrm>
              <a:prstGeom prst="rect">
                <a:avLst/>
              </a:prstGeom>
            </p:spPr>
            <p:txBody>
              <a:bodyPr anchor="ctr" rtlCol="false" tIns="7852" lIns="7852" bIns="7852" rIns="7852"/>
              <a:lstStyle/>
              <a:p>
                <a:pPr algn="ctr">
                  <a:lnSpc>
                    <a:spcPts val="2660"/>
                  </a:lnSpc>
                </a:pPr>
              </a:p>
            </p:txBody>
          </p:sp>
        </p:grpSp>
        <p:sp>
          <p:nvSpPr>
            <p:cNvPr name="Freeform 45" id="45"/>
            <p:cNvSpPr/>
            <p:nvPr/>
          </p:nvSpPr>
          <p:spPr>
            <a:xfrm flipH="false" flipV="false" rot="0">
              <a:off x="181161" y="474226"/>
              <a:ext cx="2255003" cy="1592596"/>
            </a:xfrm>
            <a:custGeom>
              <a:avLst/>
              <a:gdLst/>
              <a:ahLst/>
              <a:cxnLst/>
              <a:rect r="r" b="b" t="t" l="l"/>
              <a:pathLst>
                <a:path h="1592596" w="2255003">
                  <a:moveTo>
                    <a:pt x="0" y="0"/>
                  </a:moveTo>
                  <a:lnTo>
                    <a:pt x="2255003" y="0"/>
                  </a:lnTo>
                  <a:lnTo>
                    <a:pt x="2255003" y="1592595"/>
                  </a:lnTo>
                  <a:lnTo>
                    <a:pt x="0" y="1592595"/>
                  </a:lnTo>
                  <a:lnTo>
                    <a:pt x="0" y="0"/>
                  </a:lnTo>
                  <a:close/>
                </a:path>
              </a:pathLst>
            </a:custGeom>
            <a:blipFill>
              <a:blip r:embed="rId7"/>
              <a:stretch>
                <a:fillRect l="0" t="0" r="0" b="0"/>
              </a:stretch>
            </a:blipFill>
          </p:spPr>
        </p:sp>
        <p:sp>
          <p:nvSpPr>
            <p:cNvPr name="TextBox 46" id="46"/>
            <p:cNvSpPr txBox="true"/>
            <p:nvPr/>
          </p:nvSpPr>
          <p:spPr>
            <a:xfrm rot="0">
              <a:off x="0" y="-38100"/>
              <a:ext cx="2617325"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Supervisor</a:t>
              </a:r>
            </a:p>
          </p:txBody>
        </p:sp>
      </p:grpSp>
      <p:grpSp>
        <p:nvGrpSpPr>
          <p:cNvPr name="Group 47" id="47"/>
          <p:cNvGrpSpPr/>
          <p:nvPr/>
        </p:nvGrpSpPr>
        <p:grpSpPr>
          <a:xfrm rot="0">
            <a:off x="1038194" y="6965796"/>
            <a:ext cx="2290683" cy="1491307"/>
            <a:chOff x="0" y="0"/>
            <a:chExt cx="3054244" cy="1988409"/>
          </a:xfrm>
        </p:grpSpPr>
        <p:grpSp>
          <p:nvGrpSpPr>
            <p:cNvPr name="Group 48" id="48"/>
            <p:cNvGrpSpPr/>
            <p:nvPr/>
          </p:nvGrpSpPr>
          <p:grpSpPr>
            <a:xfrm rot="0">
              <a:off x="271914" y="313289"/>
              <a:ext cx="2510416" cy="1675120"/>
              <a:chOff x="0" y="0"/>
              <a:chExt cx="3286308" cy="2192849"/>
            </a:xfrm>
          </p:grpSpPr>
          <p:sp>
            <p:nvSpPr>
              <p:cNvPr name="Freeform 49" id="49"/>
              <p:cNvSpPr/>
              <p:nvPr/>
            </p:nvSpPr>
            <p:spPr>
              <a:xfrm flipH="false" flipV="false" rot="0">
                <a:off x="0" y="0"/>
                <a:ext cx="3286308" cy="2192849"/>
              </a:xfrm>
              <a:custGeom>
                <a:avLst/>
                <a:gdLst/>
                <a:ahLst/>
                <a:cxnLst/>
                <a:rect r="r" b="b" t="t" l="l"/>
                <a:pathLst>
                  <a:path h="2192849" w="3286308">
                    <a:moveTo>
                      <a:pt x="0" y="0"/>
                    </a:moveTo>
                    <a:lnTo>
                      <a:pt x="3286308" y="0"/>
                    </a:lnTo>
                    <a:lnTo>
                      <a:pt x="3286308" y="2192849"/>
                    </a:lnTo>
                    <a:lnTo>
                      <a:pt x="0" y="2192849"/>
                    </a:lnTo>
                    <a:close/>
                  </a:path>
                </a:pathLst>
              </a:custGeom>
              <a:gradFill rotWithShape="true">
                <a:gsLst>
                  <a:gs pos="0">
                    <a:srgbClr val="84A9FF">
                      <a:alpha val="100000"/>
                    </a:srgbClr>
                  </a:gs>
                  <a:gs pos="100000">
                    <a:srgbClr val="F5F8FF">
                      <a:alpha val="100000"/>
                    </a:srgbClr>
                  </a:gs>
                </a:gsLst>
                <a:lin ang="5400000"/>
              </a:gradFill>
            </p:spPr>
          </p:sp>
          <p:sp>
            <p:nvSpPr>
              <p:cNvPr name="TextBox 50" id="50"/>
              <p:cNvSpPr txBox="true"/>
              <p:nvPr/>
            </p:nvSpPr>
            <p:spPr>
              <a:xfrm>
                <a:off x="0" y="-38100"/>
                <a:ext cx="3286308" cy="2230949"/>
              </a:xfrm>
              <a:prstGeom prst="rect">
                <a:avLst/>
              </a:prstGeom>
            </p:spPr>
            <p:txBody>
              <a:bodyPr anchor="ctr" rtlCol="false" tIns="7665" lIns="7665" bIns="7665" rIns="7665"/>
              <a:lstStyle/>
              <a:p>
                <a:pPr algn="ctr">
                  <a:lnSpc>
                    <a:spcPts val="2660"/>
                  </a:lnSpc>
                </a:pPr>
              </a:p>
            </p:txBody>
          </p:sp>
        </p:grpSp>
        <p:sp>
          <p:nvSpPr>
            <p:cNvPr name="Freeform 51" id="51"/>
            <p:cNvSpPr/>
            <p:nvPr/>
          </p:nvSpPr>
          <p:spPr>
            <a:xfrm flipH="false" flipV="false" rot="0">
              <a:off x="399867" y="446315"/>
              <a:ext cx="2254510" cy="1409069"/>
            </a:xfrm>
            <a:custGeom>
              <a:avLst/>
              <a:gdLst/>
              <a:ahLst/>
              <a:cxnLst/>
              <a:rect r="r" b="b" t="t" l="l"/>
              <a:pathLst>
                <a:path h="1409069" w="2254510">
                  <a:moveTo>
                    <a:pt x="0" y="0"/>
                  </a:moveTo>
                  <a:lnTo>
                    <a:pt x="2254510" y="0"/>
                  </a:lnTo>
                  <a:lnTo>
                    <a:pt x="2254510" y="1409069"/>
                  </a:lnTo>
                  <a:lnTo>
                    <a:pt x="0" y="1409069"/>
                  </a:lnTo>
                  <a:lnTo>
                    <a:pt x="0" y="0"/>
                  </a:lnTo>
                  <a:close/>
                </a:path>
              </a:pathLst>
            </a:custGeom>
            <a:blipFill>
              <a:blip r:embed="rId8"/>
              <a:stretch>
                <a:fillRect l="0" t="0" r="0" b="0"/>
              </a:stretch>
            </a:blipFill>
          </p:spPr>
        </p:sp>
        <p:sp>
          <p:nvSpPr>
            <p:cNvPr name="TextBox 52" id="52"/>
            <p:cNvSpPr txBox="true"/>
            <p:nvPr/>
          </p:nvSpPr>
          <p:spPr>
            <a:xfrm rot="0">
              <a:off x="0" y="-38100"/>
              <a:ext cx="3054244"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Administrador</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93124" y="-3636628"/>
            <a:ext cx="5033565" cy="50335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64183" y="-1794490"/>
            <a:ext cx="3896277" cy="389627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307030" y="9025192"/>
            <a:ext cx="2894697" cy="28946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386829" y="6975928"/>
            <a:ext cx="3851298" cy="1638232"/>
            <a:chOff x="0" y="0"/>
            <a:chExt cx="5135064" cy="2184310"/>
          </a:xfrm>
        </p:grpSpPr>
        <p:grpSp>
          <p:nvGrpSpPr>
            <p:cNvPr name="Group 12" id="12"/>
            <p:cNvGrpSpPr/>
            <p:nvPr/>
          </p:nvGrpSpPr>
          <p:grpSpPr>
            <a:xfrm rot="0">
              <a:off x="1312324" y="275505"/>
              <a:ext cx="2510416" cy="1908805"/>
              <a:chOff x="0" y="0"/>
              <a:chExt cx="2706619" cy="2057989"/>
            </a:xfrm>
          </p:grpSpPr>
          <p:sp>
            <p:nvSpPr>
              <p:cNvPr name="Freeform 13" id="13"/>
              <p:cNvSpPr/>
              <p:nvPr/>
            </p:nvSpPr>
            <p:spPr>
              <a:xfrm flipH="false" flipV="false" rot="0">
                <a:off x="0" y="0"/>
                <a:ext cx="2706619" cy="2057989"/>
              </a:xfrm>
              <a:custGeom>
                <a:avLst/>
                <a:gdLst/>
                <a:ahLst/>
                <a:cxnLst/>
                <a:rect r="r" b="b" t="t" l="l"/>
                <a:pathLst>
                  <a:path h="2057989" w="2706619">
                    <a:moveTo>
                      <a:pt x="0" y="0"/>
                    </a:moveTo>
                    <a:lnTo>
                      <a:pt x="2706619" y="0"/>
                    </a:lnTo>
                    <a:lnTo>
                      <a:pt x="2706619" y="2057989"/>
                    </a:lnTo>
                    <a:lnTo>
                      <a:pt x="0" y="2057989"/>
                    </a:lnTo>
                    <a:close/>
                  </a:path>
                </a:pathLst>
              </a:custGeom>
              <a:gradFill rotWithShape="true">
                <a:gsLst>
                  <a:gs pos="0">
                    <a:srgbClr val="FF6767">
                      <a:alpha val="100000"/>
                    </a:srgbClr>
                  </a:gs>
                  <a:gs pos="100000">
                    <a:srgbClr val="FFD1D1">
                      <a:alpha val="100000"/>
                    </a:srgbClr>
                  </a:gs>
                </a:gsLst>
                <a:lin ang="5400000"/>
              </a:gradFill>
            </p:spPr>
          </p:sp>
          <p:sp>
            <p:nvSpPr>
              <p:cNvPr name="TextBox 14" id="14"/>
              <p:cNvSpPr txBox="true"/>
              <p:nvPr/>
            </p:nvSpPr>
            <p:spPr>
              <a:xfrm>
                <a:off x="0" y="-38100"/>
                <a:ext cx="2706619" cy="2096089"/>
              </a:xfrm>
              <a:prstGeom prst="rect">
                <a:avLst/>
              </a:prstGeom>
            </p:spPr>
            <p:txBody>
              <a:bodyPr anchor="ctr" rtlCol="false" tIns="8682" lIns="8682" bIns="8682" rIns="8682"/>
              <a:lstStyle/>
              <a:p>
                <a:pPr algn="ctr">
                  <a:lnSpc>
                    <a:spcPts val="2660"/>
                  </a:lnSpc>
                </a:pPr>
              </a:p>
            </p:txBody>
          </p:sp>
        </p:grpSp>
        <p:sp>
          <p:nvSpPr>
            <p:cNvPr name="Freeform 15" id="15"/>
            <p:cNvSpPr/>
            <p:nvPr/>
          </p:nvSpPr>
          <p:spPr>
            <a:xfrm flipH="false" flipV="false" rot="0">
              <a:off x="1408597" y="353506"/>
              <a:ext cx="2317870" cy="1752804"/>
            </a:xfrm>
            <a:custGeom>
              <a:avLst/>
              <a:gdLst/>
              <a:ahLst/>
              <a:cxnLst/>
              <a:rect r="r" b="b" t="t" l="l"/>
              <a:pathLst>
                <a:path h="1752804" w="2317870">
                  <a:moveTo>
                    <a:pt x="0" y="0"/>
                  </a:moveTo>
                  <a:lnTo>
                    <a:pt x="2317870" y="0"/>
                  </a:lnTo>
                  <a:lnTo>
                    <a:pt x="2317870" y="1752803"/>
                  </a:lnTo>
                  <a:lnTo>
                    <a:pt x="0" y="1752803"/>
                  </a:lnTo>
                  <a:lnTo>
                    <a:pt x="0" y="0"/>
                  </a:lnTo>
                  <a:close/>
                </a:path>
              </a:pathLst>
            </a:custGeom>
            <a:blipFill>
              <a:blip r:embed="rId2"/>
              <a:stretch>
                <a:fillRect l="0" t="-3944" r="-2063" b="-3944"/>
              </a:stretch>
            </a:blipFill>
          </p:spPr>
        </p:sp>
        <p:sp>
          <p:nvSpPr>
            <p:cNvPr name="TextBox 16" id="16"/>
            <p:cNvSpPr txBox="true"/>
            <p:nvPr/>
          </p:nvSpPr>
          <p:spPr>
            <a:xfrm rot="0">
              <a:off x="0" y="-38100"/>
              <a:ext cx="5135064"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Recepcionista y Guardia de Acceso</a:t>
              </a:r>
            </a:p>
          </p:txBody>
        </p:sp>
      </p:grpSp>
      <p:grpSp>
        <p:nvGrpSpPr>
          <p:cNvPr name="Group 17" id="17"/>
          <p:cNvGrpSpPr/>
          <p:nvPr/>
        </p:nvGrpSpPr>
        <p:grpSpPr>
          <a:xfrm rot="0">
            <a:off x="4031818" y="783998"/>
            <a:ext cx="13628106" cy="8719003"/>
            <a:chOff x="0" y="0"/>
            <a:chExt cx="18170809" cy="11625337"/>
          </a:xfrm>
        </p:grpSpPr>
        <p:grpSp>
          <p:nvGrpSpPr>
            <p:cNvPr name="Group 18" id="18"/>
            <p:cNvGrpSpPr/>
            <p:nvPr/>
          </p:nvGrpSpPr>
          <p:grpSpPr>
            <a:xfrm rot="0">
              <a:off x="1484691" y="1668279"/>
              <a:ext cx="15201428" cy="9957058"/>
              <a:chOff x="0" y="0"/>
              <a:chExt cx="3114165" cy="2039803"/>
            </a:xfrm>
          </p:grpSpPr>
          <p:sp>
            <p:nvSpPr>
              <p:cNvPr name="Freeform 19" id="19"/>
              <p:cNvSpPr/>
              <p:nvPr/>
            </p:nvSpPr>
            <p:spPr>
              <a:xfrm flipH="false" flipV="false" rot="0">
                <a:off x="0" y="0"/>
                <a:ext cx="3114165" cy="2039803"/>
              </a:xfrm>
              <a:custGeom>
                <a:avLst/>
                <a:gdLst/>
                <a:ahLst/>
                <a:cxnLst/>
                <a:rect r="r" b="b" t="t" l="l"/>
                <a:pathLst>
                  <a:path h="2039803" w="3114165">
                    <a:moveTo>
                      <a:pt x="0" y="0"/>
                    </a:moveTo>
                    <a:lnTo>
                      <a:pt x="3114165" y="0"/>
                    </a:lnTo>
                    <a:lnTo>
                      <a:pt x="3114165" y="2039803"/>
                    </a:lnTo>
                    <a:lnTo>
                      <a:pt x="0" y="2039803"/>
                    </a:lnTo>
                    <a:close/>
                  </a:path>
                </a:pathLst>
              </a:custGeom>
              <a:gradFill rotWithShape="true">
                <a:gsLst>
                  <a:gs pos="0">
                    <a:srgbClr val="FFDA6A">
                      <a:alpha val="100000"/>
                    </a:srgbClr>
                  </a:gs>
                  <a:gs pos="100000">
                    <a:srgbClr val="FFF7DE">
                      <a:alpha val="100000"/>
                    </a:srgbClr>
                  </a:gs>
                </a:gsLst>
                <a:lin ang="5400000"/>
              </a:gradFill>
            </p:spPr>
          </p:sp>
          <p:sp>
            <p:nvSpPr>
              <p:cNvPr name="TextBox 20" id="20"/>
              <p:cNvSpPr txBox="true"/>
              <p:nvPr/>
            </p:nvSpPr>
            <p:spPr>
              <a:xfrm>
                <a:off x="0" y="-38100"/>
                <a:ext cx="3114165" cy="2077903"/>
              </a:xfrm>
              <a:prstGeom prst="rect">
                <a:avLst/>
              </a:prstGeom>
            </p:spPr>
            <p:txBody>
              <a:bodyPr anchor="ctr" rtlCol="false" tIns="8364" lIns="8364" bIns="8364" rIns="8364"/>
              <a:lstStyle/>
              <a:p>
                <a:pPr algn="ctr">
                  <a:lnSpc>
                    <a:spcPts val="2660"/>
                  </a:lnSpc>
                </a:pPr>
              </a:p>
            </p:txBody>
          </p:sp>
        </p:grpSp>
        <p:sp>
          <p:nvSpPr>
            <p:cNvPr name="Freeform 21" id="21"/>
            <p:cNvSpPr/>
            <p:nvPr/>
          </p:nvSpPr>
          <p:spPr>
            <a:xfrm flipH="false" flipV="false" rot="0">
              <a:off x="2109096" y="2286616"/>
              <a:ext cx="13952617" cy="8720385"/>
            </a:xfrm>
            <a:custGeom>
              <a:avLst/>
              <a:gdLst/>
              <a:ahLst/>
              <a:cxnLst/>
              <a:rect r="r" b="b" t="t" l="l"/>
              <a:pathLst>
                <a:path h="8720385" w="13952617">
                  <a:moveTo>
                    <a:pt x="0" y="0"/>
                  </a:moveTo>
                  <a:lnTo>
                    <a:pt x="13952617" y="0"/>
                  </a:lnTo>
                  <a:lnTo>
                    <a:pt x="13952617" y="8720385"/>
                  </a:lnTo>
                  <a:lnTo>
                    <a:pt x="0" y="8720385"/>
                  </a:lnTo>
                  <a:lnTo>
                    <a:pt x="0" y="0"/>
                  </a:lnTo>
                  <a:close/>
                </a:path>
              </a:pathLst>
            </a:custGeom>
            <a:blipFill>
              <a:blip r:embed="rId3"/>
              <a:stretch>
                <a:fillRect l="0" t="0" r="0" b="0"/>
              </a:stretch>
            </a:blipFill>
          </p:spPr>
        </p:sp>
        <p:sp>
          <p:nvSpPr>
            <p:cNvPr name="TextBox 22" id="22"/>
            <p:cNvSpPr txBox="true"/>
            <p:nvPr/>
          </p:nvSpPr>
          <p:spPr>
            <a:xfrm rot="0">
              <a:off x="0" y="-180975"/>
              <a:ext cx="18170809" cy="1849254"/>
            </a:xfrm>
            <a:prstGeom prst="rect">
              <a:avLst/>
            </a:prstGeom>
          </p:spPr>
          <p:txBody>
            <a:bodyPr anchor="t" rtlCol="false" tIns="0" lIns="0" bIns="0" rIns="0">
              <a:spAutoFit/>
            </a:bodyPr>
            <a:lstStyle/>
            <a:p>
              <a:pPr algn="ctr">
                <a:lnSpc>
                  <a:spcPts val="10766"/>
                </a:lnSpc>
              </a:pPr>
              <a:r>
                <a:rPr lang="en-US" b="true" sz="8477">
                  <a:solidFill>
                    <a:srgbClr val="000000"/>
                  </a:solidFill>
                  <a:latin typeface="Codec Pro Bold"/>
                  <a:ea typeface="Codec Pro Bold"/>
                  <a:cs typeface="Codec Pro Bold"/>
                  <a:sym typeface="Codec Pro Bold"/>
                </a:rPr>
                <a:t>Vista del Jefe de Taller</a:t>
              </a:r>
            </a:p>
          </p:txBody>
        </p:sp>
      </p:grpSp>
      <p:grpSp>
        <p:nvGrpSpPr>
          <p:cNvPr name="Group 23" id="23"/>
          <p:cNvGrpSpPr/>
          <p:nvPr/>
        </p:nvGrpSpPr>
        <p:grpSpPr>
          <a:xfrm rot="0">
            <a:off x="805597" y="109846"/>
            <a:ext cx="3013762" cy="1757247"/>
            <a:chOff x="0" y="0"/>
            <a:chExt cx="4018349" cy="2342996"/>
          </a:xfrm>
        </p:grpSpPr>
        <p:grpSp>
          <p:nvGrpSpPr>
            <p:cNvPr name="Group 24" id="24"/>
            <p:cNvGrpSpPr/>
            <p:nvPr/>
          </p:nvGrpSpPr>
          <p:grpSpPr>
            <a:xfrm rot="0">
              <a:off x="753967" y="275505"/>
              <a:ext cx="2510416" cy="2067491"/>
              <a:chOff x="0" y="0"/>
              <a:chExt cx="2623623" cy="2160724"/>
            </a:xfrm>
          </p:grpSpPr>
          <p:sp>
            <p:nvSpPr>
              <p:cNvPr name="Freeform 25" id="25"/>
              <p:cNvSpPr/>
              <p:nvPr/>
            </p:nvSpPr>
            <p:spPr>
              <a:xfrm flipH="false" flipV="false" rot="0">
                <a:off x="0" y="0"/>
                <a:ext cx="2623623" cy="2160724"/>
              </a:xfrm>
              <a:custGeom>
                <a:avLst/>
                <a:gdLst/>
                <a:ahLst/>
                <a:cxnLst/>
                <a:rect r="r" b="b" t="t" l="l"/>
                <a:pathLst>
                  <a:path h="2160724" w="2623623">
                    <a:moveTo>
                      <a:pt x="0" y="0"/>
                    </a:moveTo>
                    <a:lnTo>
                      <a:pt x="2623623" y="0"/>
                    </a:lnTo>
                    <a:lnTo>
                      <a:pt x="2623623" y="2160724"/>
                    </a:lnTo>
                    <a:lnTo>
                      <a:pt x="0" y="2160724"/>
                    </a:lnTo>
                    <a:close/>
                  </a:path>
                </a:pathLst>
              </a:custGeom>
              <a:gradFill rotWithShape="true">
                <a:gsLst>
                  <a:gs pos="0">
                    <a:srgbClr val="7CCE6B">
                      <a:alpha val="100000"/>
                    </a:srgbClr>
                  </a:gs>
                  <a:gs pos="100000">
                    <a:srgbClr val="D8FFD0">
                      <a:alpha val="100000"/>
                    </a:srgbClr>
                  </a:gs>
                </a:gsLst>
                <a:lin ang="5400000"/>
              </a:gradFill>
            </p:spPr>
          </p:sp>
          <p:sp>
            <p:nvSpPr>
              <p:cNvPr name="TextBox 26" id="26"/>
              <p:cNvSpPr txBox="true"/>
              <p:nvPr/>
            </p:nvSpPr>
            <p:spPr>
              <a:xfrm>
                <a:off x="0" y="-38100"/>
                <a:ext cx="2623623" cy="2198824"/>
              </a:xfrm>
              <a:prstGeom prst="rect">
                <a:avLst/>
              </a:prstGeom>
            </p:spPr>
            <p:txBody>
              <a:bodyPr anchor="ctr" rtlCol="false" tIns="33077" lIns="33077" bIns="33077" rIns="33077"/>
              <a:lstStyle/>
              <a:p>
                <a:pPr algn="ctr">
                  <a:lnSpc>
                    <a:spcPts val="2660"/>
                  </a:lnSpc>
                </a:pPr>
              </a:p>
            </p:txBody>
          </p:sp>
        </p:grpSp>
        <p:sp>
          <p:nvSpPr>
            <p:cNvPr name="Freeform 27" id="27"/>
            <p:cNvSpPr/>
            <p:nvPr/>
          </p:nvSpPr>
          <p:spPr>
            <a:xfrm flipH="false" flipV="false" rot="0">
              <a:off x="893662" y="387358"/>
              <a:ext cx="2231025" cy="1851750"/>
            </a:xfrm>
            <a:custGeom>
              <a:avLst/>
              <a:gdLst/>
              <a:ahLst/>
              <a:cxnLst/>
              <a:rect r="r" b="b" t="t" l="l"/>
              <a:pathLst>
                <a:path h="1851750" w="2231025">
                  <a:moveTo>
                    <a:pt x="0" y="0"/>
                  </a:moveTo>
                  <a:lnTo>
                    <a:pt x="2231025" y="0"/>
                  </a:lnTo>
                  <a:lnTo>
                    <a:pt x="2231025" y="1851751"/>
                  </a:lnTo>
                  <a:lnTo>
                    <a:pt x="0" y="1851751"/>
                  </a:lnTo>
                  <a:lnTo>
                    <a:pt x="0" y="0"/>
                  </a:lnTo>
                  <a:close/>
                </a:path>
              </a:pathLst>
            </a:custGeom>
            <a:blipFill>
              <a:blip r:embed="rId4"/>
              <a:stretch>
                <a:fillRect l="0" t="0" r="0" b="0"/>
              </a:stretch>
            </a:blipFill>
          </p:spPr>
        </p:sp>
        <p:sp>
          <p:nvSpPr>
            <p:cNvPr name="TextBox 28" id="28"/>
            <p:cNvSpPr txBox="true"/>
            <p:nvPr/>
          </p:nvSpPr>
          <p:spPr>
            <a:xfrm rot="0">
              <a:off x="0" y="-38100"/>
              <a:ext cx="401834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Asistente de Repuesto</a:t>
              </a:r>
            </a:p>
          </p:txBody>
        </p:sp>
      </p:grpSp>
      <p:grpSp>
        <p:nvGrpSpPr>
          <p:cNvPr name="Group 29" id="29"/>
          <p:cNvGrpSpPr/>
          <p:nvPr/>
        </p:nvGrpSpPr>
        <p:grpSpPr>
          <a:xfrm rot="0">
            <a:off x="938373" y="1959912"/>
            <a:ext cx="2748210" cy="1658253"/>
            <a:chOff x="0" y="0"/>
            <a:chExt cx="3664279" cy="2211004"/>
          </a:xfrm>
        </p:grpSpPr>
        <p:grpSp>
          <p:nvGrpSpPr>
            <p:cNvPr name="Group 30" id="30"/>
            <p:cNvGrpSpPr/>
            <p:nvPr/>
          </p:nvGrpSpPr>
          <p:grpSpPr>
            <a:xfrm rot="0">
              <a:off x="576932" y="313289"/>
              <a:ext cx="2510416" cy="1897715"/>
              <a:chOff x="0" y="0"/>
              <a:chExt cx="2787980" cy="2107536"/>
            </a:xfrm>
          </p:grpSpPr>
          <p:sp>
            <p:nvSpPr>
              <p:cNvPr name="Freeform 31" id="31"/>
              <p:cNvSpPr/>
              <p:nvPr/>
            </p:nvSpPr>
            <p:spPr>
              <a:xfrm flipH="false" flipV="false" rot="0">
                <a:off x="0" y="0"/>
                <a:ext cx="2787980" cy="2107536"/>
              </a:xfrm>
              <a:custGeom>
                <a:avLst/>
                <a:gdLst/>
                <a:ahLst/>
                <a:cxnLst/>
                <a:rect r="r" b="b" t="t" l="l"/>
                <a:pathLst>
                  <a:path h="2107536" w="2787980">
                    <a:moveTo>
                      <a:pt x="0" y="0"/>
                    </a:moveTo>
                    <a:lnTo>
                      <a:pt x="2787980" y="0"/>
                    </a:lnTo>
                    <a:lnTo>
                      <a:pt x="2787980" y="2107536"/>
                    </a:lnTo>
                    <a:lnTo>
                      <a:pt x="0" y="2107536"/>
                    </a:lnTo>
                    <a:close/>
                  </a:path>
                </a:pathLst>
              </a:custGeom>
              <a:gradFill rotWithShape="true">
                <a:gsLst>
                  <a:gs pos="0">
                    <a:srgbClr val="7AF6EE">
                      <a:alpha val="100000"/>
                    </a:srgbClr>
                  </a:gs>
                  <a:gs pos="100000">
                    <a:srgbClr val="EAFFFE">
                      <a:alpha val="100000"/>
                    </a:srgbClr>
                  </a:gs>
                </a:gsLst>
                <a:lin ang="5400000"/>
              </a:gradFill>
            </p:spPr>
          </p:sp>
          <p:sp>
            <p:nvSpPr>
              <p:cNvPr name="TextBox 32" id="32"/>
              <p:cNvSpPr txBox="true"/>
              <p:nvPr/>
            </p:nvSpPr>
            <p:spPr>
              <a:xfrm>
                <a:off x="0" y="-38100"/>
                <a:ext cx="2787980" cy="2145636"/>
              </a:xfrm>
              <a:prstGeom prst="rect">
                <a:avLst/>
              </a:prstGeom>
            </p:spPr>
            <p:txBody>
              <a:bodyPr anchor="ctr" rtlCol="false" tIns="27060" lIns="27060" bIns="27060" rIns="27060"/>
              <a:lstStyle/>
              <a:p>
                <a:pPr algn="ctr">
                  <a:lnSpc>
                    <a:spcPts val="2660"/>
                  </a:lnSpc>
                </a:pPr>
              </a:p>
            </p:txBody>
          </p:sp>
        </p:grpSp>
        <p:sp>
          <p:nvSpPr>
            <p:cNvPr name="Freeform 33" id="33"/>
            <p:cNvSpPr/>
            <p:nvPr/>
          </p:nvSpPr>
          <p:spPr>
            <a:xfrm flipH="false" flipV="false" rot="0">
              <a:off x="687262" y="410644"/>
              <a:ext cx="2289755" cy="1703005"/>
            </a:xfrm>
            <a:custGeom>
              <a:avLst/>
              <a:gdLst/>
              <a:ahLst/>
              <a:cxnLst/>
              <a:rect r="r" b="b" t="t" l="l"/>
              <a:pathLst>
                <a:path h="1703005" w="2289755">
                  <a:moveTo>
                    <a:pt x="0" y="0"/>
                  </a:moveTo>
                  <a:lnTo>
                    <a:pt x="2289755" y="0"/>
                  </a:lnTo>
                  <a:lnTo>
                    <a:pt x="2289755" y="1703005"/>
                  </a:lnTo>
                  <a:lnTo>
                    <a:pt x="0" y="1703005"/>
                  </a:lnTo>
                  <a:lnTo>
                    <a:pt x="0" y="0"/>
                  </a:lnTo>
                  <a:close/>
                </a:path>
              </a:pathLst>
            </a:custGeom>
            <a:blipFill>
              <a:blip r:embed="rId5"/>
              <a:stretch>
                <a:fillRect l="0" t="0" r="0" b="0"/>
              </a:stretch>
            </a:blipFill>
          </p:spPr>
        </p:sp>
        <p:sp>
          <p:nvSpPr>
            <p:cNvPr name="TextBox 34" id="34"/>
            <p:cNvSpPr txBox="true"/>
            <p:nvPr/>
          </p:nvSpPr>
          <p:spPr>
            <a:xfrm rot="0">
              <a:off x="0" y="-38100"/>
              <a:ext cx="366427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Coordinador Zonal</a:t>
              </a:r>
            </a:p>
          </p:txBody>
        </p:sp>
      </p:grpSp>
      <p:grpSp>
        <p:nvGrpSpPr>
          <p:cNvPr name="Group 35" id="35"/>
          <p:cNvGrpSpPr/>
          <p:nvPr/>
        </p:nvGrpSpPr>
        <p:grpSpPr>
          <a:xfrm rot="0">
            <a:off x="1330981" y="3682646"/>
            <a:ext cx="1962994" cy="1670818"/>
            <a:chOff x="0" y="0"/>
            <a:chExt cx="2617325" cy="2227758"/>
          </a:xfrm>
        </p:grpSpPr>
        <p:grpSp>
          <p:nvGrpSpPr>
            <p:cNvPr name="Group 36" id="36"/>
            <p:cNvGrpSpPr/>
            <p:nvPr/>
          </p:nvGrpSpPr>
          <p:grpSpPr>
            <a:xfrm rot="0">
              <a:off x="53455" y="313289"/>
              <a:ext cx="2510416" cy="1914469"/>
              <a:chOff x="0" y="0"/>
              <a:chExt cx="2904776" cy="2215212"/>
            </a:xfrm>
          </p:grpSpPr>
          <p:sp>
            <p:nvSpPr>
              <p:cNvPr name="Freeform 37" id="37"/>
              <p:cNvSpPr/>
              <p:nvPr/>
            </p:nvSpPr>
            <p:spPr>
              <a:xfrm flipH="false" flipV="false" rot="0">
                <a:off x="0" y="0"/>
                <a:ext cx="2904776" cy="2215212"/>
              </a:xfrm>
              <a:custGeom>
                <a:avLst/>
                <a:gdLst/>
                <a:ahLst/>
                <a:cxnLst/>
                <a:rect r="r" b="b" t="t" l="l"/>
                <a:pathLst>
                  <a:path h="2215212" w="2904776">
                    <a:moveTo>
                      <a:pt x="0" y="0"/>
                    </a:moveTo>
                    <a:lnTo>
                      <a:pt x="2904776" y="0"/>
                    </a:lnTo>
                    <a:lnTo>
                      <a:pt x="2904776" y="2215212"/>
                    </a:lnTo>
                    <a:lnTo>
                      <a:pt x="0" y="2215212"/>
                    </a:lnTo>
                    <a:close/>
                  </a:path>
                </a:pathLst>
              </a:custGeom>
              <a:gradFill rotWithShape="true">
                <a:gsLst>
                  <a:gs pos="0">
                    <a:srgbClr val="F093FF">
                      <a:alpha val="100000"/>
                    </a:srgbClr>
                  </a:gs>
                  <a:gs pos="100000">
                    <a:srgbClr val="FDF1FF">
                      <a:alpha val="100000"/>
                    </a:srgbClr>
                  </a:gs>
                </a:gsLst>
                <a:lin ang="5400000"/>
              </a:gradFill>
            </p:spPr>
          </p:sp>
          <p:sp>
            <p:nvSpPr>
              <p:cNvPr name="TextBox 38" id="38"/>
              <p:cNvSpPr txBox="true"/>
              <p:nvPr/>
            </p:nvSpPr>
            <p:spPr>
              <a:xfrm>
                <a:off x="0" y="-38100"/>
                <a:ext cx="2904776" cy="2253312"/>
              </a:xfrm>
              <a:prstGeom prst="rect">
                <a:avLst/>
              </a:prstGeom>
            </p:spPr>
            <p:txBody>
              <a:bodyPr anchor="ctr" rtlCol="false" tIns="7852" lIns="7852" bIns="7852" rIns="7852"/>
              <a:lstStyle/>
              <a:p>
                <a:pPr algn="ctr">
                  <a:lnSpc>
                    <a:spcPts val="2660"/>
                  </a:lnSpc>
                </a:pPr>
              </a:p>
            </p:txBody>
          </p:sp>
        </p:grpSp>
        <p:sp>
          <p:nvSpPr>
            <p:cNvPr name="Freeform 39" id="39"/>
            <p:cNvSpPr/>
            <p:nvPr/>
          </p:nvSpPr>
          <p:spPr>
            <a:xfrm flipH="false" flipV="false" rot="0">
              <a:off x="181161" y="474226"/>
              <a:ext cx="2255003" cy="1592596"/>
            </a:xfrm>
            <a:custGeom>
              <a:avLst/>
              <a:gdLst/>
              <a:ahLst/>
              <a:cxnLst/>
              <a:rect r="r" b="b" t="t" l="l"/>
              <a:pathLst>
                <a:path h="1592596" w="2255003">
                  <a:moveTo>
                    <a:pt x="0" y="0"/>
                  </a:moveTo>
                  <a:lnTo>
                    <a:pt x="2255003" y="0"/>
                  </a:lnTo>
                  <a:lnTo>
                    <a:pt x="2255003" y="1592595"/>
                  </a:lnTo>
                  <a:lnTo>
                    <a:pt x="0" y="1592595"/>
                  </a:lnTo>
                  <a:lnTo>
                    <a:pt x="0" y="0"/>
                  </a:lnTo>
                  <a:close/>
                </a:path>
              </a:pathLst>
            </a:custGeom>
            <a:blipFill>
              <a:blip r:embed="rId6"/>
              <a:stretch>
                <a:fillRect l="0" t="0" r="0" b="0"/>
              </a:stretch>
            </a:blipFill>
          </p:spPr>
        </p:sp>
        <p:sp>
          <p:nvSpPr>
            <p:cNvPr name="TextBox 40" id="40"/>
            <p:cNvSpPr txBox="true"/>
            <p:nvPr/>
          </p:nvSpPr>
          <p:spPr>
            <a:xfrm rot="0">
              <a:off x="0" y="-38100"/>
              <a:ext cx="2617325"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Supervisor</a:t>
              </a:r>
            </a:p>
          </p:txBody>
        </p:sp>
      </p:grpSp>
      <p:grpSp>
        <p:nvGrpSpPr>
          <p:cNvPr name="Group 41" id="41"/>
          <p:cNvGrpSpPr/>
          <p:nvPr/>
        </p:nvGrpSpPr>
        <p:grpSpPr>
          <a:xfrm rot="0">
            <a:off x="1167137" y="5417946"/>
            <a:ext cx="2290683" cy="1491307"/>
            <a:chOff x="0" y="0"/>
            <a:chExt cx="3054244" cy="1988409"/>
          </a:xfrm>
        </p:grpSpPr>
        <p:grpSp>
          <p:nvGrpSpPr>
            <p:cNvPr name="Group 42" id="42"/>
            <p:cNvGrpSpPr/>
            <p:nvPr/>
          </p:nvGrpSpPr>
          <p:grpSpPr>
            <a:xfrm rot="0">
              <a:off x="271914" y="313289"/>
              <a:ext cx="2510416" cy="1675120"/>
              <a:chOff x="0" y="0"/>
              <a:chExt cx="3286308" cy="2192849"/>
            </a:xfrm>
          </p:grpSpPr>
          <p:sp>
            <p:nvSpPr>
              <p:cNvPr name="Freeform 43" id="43"/>
              <p:cNvSpPr/>
              <p:nvPr/>
            </p:nvSpPr>
            <p:spPr>
              <a:xfrm flipH="false" flipV="false" rot="0">
                <a:off x="0" y="0"/>
                <a:ext cx="3286308" cy="2192849"/>
              </a:xfrm>
              <a:custGeom>
                <a:avLst/>
                <a:gdLst/>
                <a:ahLst/>
                <a:cxnLst/>
                <a:rect r="r" b="b" t="t" l="l"/>
                <a:pathLst>
                  <a:path h="2192849" w="3286308">
                    <a:moveTo>
                      <a:pt x="0" y="0"/>
                    </a:moveTo>
                    <a:lnTo>
                      <a:pt x="3286308" y="0"/>
                    </a:lnTo>
                    <a:lnTo>
                      <a:pt x="3286308" y="2192849"/>
                    </a:lnTo>
                    <a:lnTo>
                      <a:pt x="0" y="2192849"/>
                    </a:lnTo>
                    <a:close/>
                  </a:path>
                </a:pathLst>
              </a:custGeom>
              <a:gradFill rotWithShape="true">
                <a:gsLst>
                  <a:gs pos="0">
                    <a:srgbClr val="84A9FF">
                      <a:alpha val="100000"/>
                    </a:srgbClr>
                  </a:gs>
                  <a:gs pos="100000">
                    <a:srgbClr val="F5F8FF">
                      <a:alpha val="100000"/>
                    </a:srgbClr>
                  </a:gs>
                </a:gsLst>
                <a:lin ang="5400000"/>
              </a:gradFill>
            </p:spPr>
          </p:sp>
          <p:sp>
            <p:nvSpPr>
              <p:cNvPr name="TextBox 44" id="44"/>
              <p:cNvSpPr txBox="true"/>
              <p:nvPr/>
            </p:nvSpPr>
            <p:spPr>
              <a:xfrm>
                <a:off x="0" y="-38100"/>
                <a:ext cx="3286308" cy="2230949"/>
              </a:xfrm>
              <a:prstGeom prst="rect">
                <a:avLst/>
              </a:prstGeom>
            </p:spPr>
            <p:txBody>
              <a:bodyPr anchor="ctr" rtlCol="false" tIns="7665" lIns="7665" bIns="7665" rIns="7665"/>
              <a:lstStyle/>
              <a:p>
                <a:pPr algn="ctr">
                  <a:lnSpc>
                    <a:spcPts val="2660"/>
                  </a:lnSpc>
                </a:pPr>
              </a:p>
            </p:txBody>
          </p:sp>
        </p:grpSp>
        <p:sp>
          <p:nvSpPr>
            <p:cNvPr name="Freeform 45" id="45"/>
            <p:cNvSpPr/>
            <p:nvPr/>
          </p:nvSpPr>
          <p:spPr>
            <a:xfrm flipH="false" flipV="false" rot="0">
              <a:off x="399867" y="446315"/>
              <a:ext cx="2254510" cy="1409069"/>
            </a:xfrm>
            <a:custGeom>
              <a:avLst/>
              <a:gdLst/>
              <a:ahLst/>
              <a:cxnLst/>
              <a:rect r="r" b="b" t="t" l="l"/>
              <a:pathLst>
                <a:path h="1409069" w="2254510">
                  <a:moveTo>
                    <a:pt x="0" y="0"/>
                  </a:moveTo>
                  <a:lnTo>
                    <a:pt x="2254510" y="0"/>
                  </a:lnTo>
                  <a:lnTo>
                    <a:pt x="2254510" y="1409069"/>
                  </a:lnTo>
                  <a:lnTo>
                    <a:pt x="0" y="1409069"/>
                  </a:lnTo>
                  <a:lnTo>
                    <a:pt x="0" y="0"/>
                  </a:lnTo>
                  <a:close/>
                </a:path>
              </a:pathLst>
            </a:custGeom>
            <a:blipFill>
              <a:blip r:embed="rId7"/>
              <a:stretch>
                <a:fillRect l="0" t="0" r="0" b="0"/>
              </a:stretch>
            </a:blipFill>
          </p:spPr>
        </p:sp>
        <p:sp>
          <p:nvSpPr>
            <p:cNvPr name="TextBox 46" id="46"/>
            <p:cNvSpPr txBox="true"/>
            <p:nvPr/>
          </p:nvSpPr>
          <p:spPr>
            <a:xfrm rot="0">
              <a:off x="0" y="-38100"/>
              <a:ext cx="3054244"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Administrador</a:t>
              </a:r>
            </a:p>
          </p:txBody>
        </p:sp>
      </p:grpSp>
      <p:grpSp>
        <p:nvGrpSpPr>
          <p:cNvPr name="Group 47" id="47"/>
          <p:cNvGrpSpPr/>
          <p:nvPr/>
        </p:nvGrpSpPr>
        <p:grpSpPr>
          <a:xfrm rot="0">
            <a:off x="1371072" y="8680836"/>
            <a:ext cx="1882812" cy="1496319"/>
            <a:chOff x="0" y="0"/>
            <a:chExt cx="2510416" cy="1995092"/>
          </a:xfrm>
        </p:grpSpPr>
        <p:grpSp>
          <p:nvGrpSpPr>
            <p:cNvPr name="Group 48" id="48"/>
            <p:cNvGrpSpPr/>
            <p:nvPr/>
          </p:nvGrpSpPr>
          <p:grpSpPr>
            <a:xfrm rot="0">
              <a:off x="0" y="275505"/>
              <a:ext cx="2510416" cy="1719587"/>
              <a:chOff x="0" y="0"/>
              <a:chExt cx="3114165" cy="2133143"/>
            </a:xfrm>
          </p:grpSpPr>
          <p:sp>
            <p:nvSpPr>
              <p:cNvPr name="Freeform 49" id="49"/>
              <p:cNvSpPr/>
              <p:nvPr/>
            </p:nvSpPr>
            <p:spPr>
              <a:xfrm flipH="false" flipV="false" rot="0">
                <a:off x="0" y="0"/>
                <a:ext cx="3114165" cy="2133143"/>
              </a:xfrm>
              <a:custGeom>
                <a:avLst/>
                <a:gdLst/>
                <a:ahLst/>
                <a:cxnLst/>
                <a:rect r="r" b="b" t="t" l="l"/>
                <a:pathLst>
                  <a:path h="2133143" w="3114165">
                    <a:moveTo>
                      <a:pt x="0" y="0"/>
                    </a:moveTo>
                    <a:lnTo>
                      <a:pt x="3114165" y="0"/>
                    </a:lnTo>
                    <a:lnTo>
                      <a:pt x="3114165" y="2133143"/>
                    </a:lnTo>
                    <a:lnTo>
                      <a:pt x="0" y="2133143"/>
                    </a:lnTo>
                    <a:close/>
                  </a:path>
                </a:pathLst>
              </a:custGeom>
              <a:gradFill rotWithShape="true">
                <a:gsLst>
                  <a:gs pos="0">
                    <a:srgbClr val="FF9869">
                      <a:alpha val="100000"/>
                    </a:srgbClr>
                  </a:gs>
                  <a:gs pos="100000">
                    <a:srgbClr val="FFD2BD">
                      <a:alpha val="100000"/>
                    </a:srgbClr>
                  </a:gs>
                </a:gsLst>
                <a:lin ang="5400000"/>
              </a:gradFill>
            </p:spPr>
          </p:sp>
          <p:sp>
            <p:nvSpPr>
              <p:cNvPr name="TextBox 50" id="50"/>
              <p:cNvSpPr txBox="true"/>
              <p:nvPr/>
            </p:nvSpPr>
            <p:spPr>
              <a:xfrm>
                <a:off x="0" y="-38100"/>
                <a:ext cx="3114165" cy="2171243"/>
              </a:xfrm>
              <a:prstGeom prst="rect">
                <a:avLst/>
              </a:prstGeom>
            </p:spPr>
            <p:txBody>
              <a:bodyPr anchor="ctr" rtlCol="false" tIns="8364" lIns="8364" bIns="8364" rIns="8364"/>
              <a:lstStyle/>
              <a:p>
                <a:pPr algn="ctr">
                  <a:lnSpc>
                    <a:spcPts val="2660"/>
                  </a:lnSpc>
                </a:pPr>
              </a:p>
            </p:txBody>
          </p:sp>
        </p:grpSp>
        <p:sp>
          <p:nvSpPr>
            <p:cNvPr name="Freeform 51" id="51"/>
            <p:cNvSpPr/>
            <p:nvPr/>
          </p:nvSpPr>
          <p:spPr>
            <a:xfrm flipH="false" flipV="false" rot="0">
              <a:off x="85537" y="404254"/>
              <a:ext cx="2339341" cy="1462088"/>
            </a:xfrm>
            <a:custGeom>
              <a:avLst/>
              <a:gdLst/>
              <a:ahLst/>
              <a:cxnLst/>
              <a:rect r="r" b="b" t="t" l="l"/>
              <a:pathLst>
                <a:path h="1462088" w="2339341">
                  <a:moveTo>
                    <a:pt x="0" y="0"/>
                  </a:moveTo>
                  <a:lnTo>
                    <a:pt x="2339341" y="0"/>
                  </a:lnTo>
                  <a:lnTo>
                    <a:pt x="2339341" y="1462089"/>
                  </a:lnTo>
                  <a:lnTo>
                    <a:pt x="0" y="1462089"/>
                  </a:lnTo>
                  <a:lnTo>
                    <a:pt x="0" y="0"/>
                  </a:lnTo>
                  <a:close/>
                </a:path>
              </a:pathLst>
            </a:custGeom>
            <a:blipFill>
              <a:blip r:embed="rId8"/>
              <a:stretch>
                <a:fillRect l="0" t="0" r="0" b="0"/>
              </a:stretch>
            </a:blipFill>
          </p:spPr>
        </p:sp>
        <p:sp>
          <p:nvSpPr>
            <p:cNvPr name="TextBox 52" id="52"/>
            <p:cNvSpPr txBox="true"/>
            <p:nvPr/>
          </p:nvSpPr>
          <p:spPr>
            <a:xfrm rot="0">
              <a:off x="0" y="-38100"/>
              <a:ext cx="2510416"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Mecanico</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93124" y="-3636628"/>
            <a:ext cx="5033565" cy="50335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64183" y="-1794490"/>
            <a:ext cx="3896277" cy="389627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307030" y="9025192"/>
            <a:ext cx="2894697" cy="28946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412618" y="5297615"/>
            <a:ext cx="3851298" cy="1638232"/>
            <a:chOff x="0" y="0"/>
            <a:chExt cx="5135064" cy="2184310"/>
          </a:xfrm>
        </p:grpSpPr>
        <p:grpSp>
          <p:nvGrpSpPr>
            <p:cNvPr name="Group 12" id="12"/>
            <p:cNvGrpSpPr/>
            <p:nvPr/>
          </p:nvGrpSpPr>
          <p:grpSpPr>
            <a:xfrm rot="0">
              <a:off x="1312324" y="275505"/>
              <a:ext cx="2510416" cy="1908805"/>
              <a:chOff x="0" y="0"/>
              <a:chExt cx="2706619" cy="2057989"/>
            </a:xfrm>
          </p:grpSpPr>
          <p:sp>
            <p:nvSpPr>
              <p:cNvPr name="Freeform 13" id="13"/>
              <p:cNvSpPr/>
              <p:nvPr/>
            </p:nvSpPr>
            <p:spPr>
              <a:xfrm flipH="false" flipV="false" rot="0">
                <a:off x="0" y="0"/>
                <a:ext cx="2706619" cy="2057989"/>
              </a:xfrm>
              <a:custGeom>
                <a:avLst/>
                <a:gdLst/>
                <a:ahLst/>
                <a:cxnLst/>
                <a:rect r="r" b="b" t="t" l="l"/>
                <a:pathLst>
                  <a:path h="2057989" w="2706619">
                    <a:moveTo>
                      <a:pt x="0" y="0"/>
                    </a:moveTo>
                    <a:lnTo>
                      <a:pt x="2706619" y="0"/>
                    </a:lnTo>
                    <a:lnTo>
                      <a:pt x="2706619" y="2057989"/>
                    </a:lnTo>
                    <a:lnTo>
                      <a:pt x="0" y="2057989"/>
                    </a:lnTo>
                    <a:close/>
                  </a:path>
                </a:pathLst>
              </a:custGeom>
              <a:gradFill rotWithShape="true">
                <a:gsLst>
                  <a:gs pos="0">
                    <a:srgbClr val="FF6767">
                      <a:alpha val="100000"/>
                    </a:srgbClr>
                  </a:gs>
                  <a:gs pos="100000">
                    <a:srgbClr val="FFD1D1">
                      <a:alpha val="100000"/>
                    </a:srgbClr>
                  </a:gs>
                </a:gsLst>
                <a:lin ang="5400000"/>
              </a:gradFill>
            </p:spPr>
          </p:sp>
          <p:sp>
            <p:nvSpPr>
              <p:cNvPr name="TextBox 14" id="14"/>
              <p:cNvSpPr txBox="true"/>
              <p:nvPr/>
            </p:nvSpPr>
            <p:spPr>
              <a:xfrm>
                <a:off x="0" y="-38100"/>
                <a:ext cx="2706619" cy="2096089"/>
              </a:xfrm>
              <a:prstGeom prst="rect">
                <a:avLst/>
              </a:prstGeom>
            </p:spPr>
            <p:txBody>
              <a:bodyPr anchor="ctr" rtlCol="false" tIns="8682" lIns="8682" bIns="8682" rIns="8682"/>
              <a:lstStyle/>
              <a:p>
                <a:pPr algn="ctr">
                  <a:lnSpc>
                    <a:spcPts val="2660"/>
                  </a:lnSpc>
                </a:pPr>
              </a:p>
            </p:txBody>
          </p:sp>
        </p:grpSp>
        <p:sp>
          <p:nvSpPr>
            <p:cNvPr name="Freeform 15" id="15"/>
            <p:cNvSpPr/>
            <p:nvPr/>
          </p:nvSpPr>
          <p:spPr>
            <a:xfrm flipH="false" flipV="false" rot="0">
              <a:off x="1408597" y="353506"/>
              <a:ext cx="2317870" cy="1752804"/>
            </a:xfrm>
            <a:custGeom>
              <a:avLst/>
              <a:gdLst/>
              <a:ahLst/>
              <a:cxnLst/>
              <a:rect r="r" b="b" t="t" l="l"/>
              <a:pathLst>
                <a:path h="1752804" w="2317870">
                  <a:moveTo>
                    <a:pt x="0" y="0"/>
                  </a:moveTo>
                  <a:lnTo>
                    <a:pt x="2317870" y="0"/>
                  </a:lnTo>
                  <a:lnTo>
                    <a:pt x="2317870" y="1752803"/>
                  </a:lnTo>
                  <a:lnTo>
                    <a:pt x="0" y="1752803"/>
                  </a:lnTo>
                  <a:lnTo>
                    <a:pt x="0" y="0"/>
                  </a:lnTo>
                  <a:close/>
                </a:path>
              </a:pathLst>
            </a:custGeom>
            <a:blipFill>
              <a:blip r:embed="rId2"/>
              <a:stretch>
                <a:fillRect l="0" t="-3944" r="-2063" b="-3944"/>
              </a:stretch>
            </a:blipFill>
          </p:spPr>
        </p:sp>
        <p:sp>
          <p:nvSpPr>
            <p:cNvPr name="TextBox 16" id="16"/>
            <p:cNvSpPr txBox="true"/>
            <p:nvPr/>
          </p:nvSpPr>
          <p:spPr>
            <a:xfrm rot="0">
              <a:off x="0" y="-38100"/>
              <a:ext cx="5135064"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Recepcionista y Guardia de Acceso</a:t>
              </a:r>
            </a:p>
          </p:txBody>
        </p:sp>
      </p:grpSp>
      <p:grpSp>
        <p:nvGrpSpPr>
          <p:cNvPr name="Group 17" id="17"/>
          <p:cNvGrpSpPr/>
          <p:nvPr/>
        </p:nvGrpSpPr>
        <p:grpSpPr>
          <a:xfrm rot="0">
            <a:off x="3432094" y="868438"/>
            <a:ext cx="14663869" cy="8550124"/>
            <a:chOff x="0" y="0"/>
            <a:chExt cx="19551826" cy="11400165"/>
          </a:xfrm>
        </p:grpSpPr>
        <p:grpSp>
          <p:nvGrpSpPr>
            <p:cNvPr name="Group 18" id="18"/>
            <p:cNvGrpSpPr/>
            <p:nvPr/>
          </p:nvGrpSpPr>
          <p:grpSpPr>
            <a:xfrm rot="0">
              <a:off x="3668529" y="1340509"/>
              <a:ext cx="12214768" cy="10059657"/>
              <a:chOff x="0" y="0"/>
              <a:chExt cx="2623623" cy="2160724"/>
            </a:xfrm>
          </p:grpSpPr>
          <p:sp>
            <p:nvSpPr>
              <p:cNvPr name="Freeform 19" id="19"/>
              <p:cNvSpPr/>
              <p:nvPr/>
            </p:nvSpPr>
            <p:spPr>
              <a:xfrm flipH="false" flipV="false" rot="0">
                <a:off x="0" y="0"/>
                <a:ext cx="2623623" cy="2160724"/>
              </a:xfrm>
              <a:custGeom>
                <a:avLst/>
                <a:gdLst/>
                <a:ahLst/>
                <a:cxnLst/>
                <a:rect r="r" b="b" t="t" l="l"/>
                <a:pathLst>
                  <a:path h="2160724" w="2623623">
                    <a:moveTo>
                      <a:pt x="0" y="0"/>
                    </a:moveTo>
                    <a:lnTo>
                      <a:pt x="2623623" y="0"/>
                    </a:lnTo>
                    <a:lnTo>
                      <a:pt x="2623623" y="2160724"/>
                    </a:lnTo>
                    <a:lnTo>
                      <a:pt x="0" y="2160724"/>
                    </a:lnTo>
                    <a:close/>
                  </a:path>
                </a:pathLst>
              </a:custGeom>
              <a:gradFill rotWithShape="true">
                <a:gsLst>
                  <a:gs pos="0">
                    <a:srgbClr val="7CCE6B">
                      <a:alpha val="100000"/>
                    </a:srgbClr>
                  </a:gs>
                  <a:gs pos="100000">
                    <a:srgbClr val="D8FFD0">
                      <a:alpha val="100000"/>
                    </a:srgbClr>
                  </a:gs>
                </a:gsLst>
                <a:lin ang="5400000"/>
              </a:gradFill>
            </p:spPr>
          </p:sp>
          <p:sp>
            <p:nvSpPr>
              <p:cNvPr name="TextBox 20" id="20"/>
              <p:cNvSpPr txBox="true"/>
              <p:nvPr/>
            </p:nvSpPr>
            <p:spPr>
              <a:xfrm>
                <a:off x="0" y="-38100"/>
                <a:ext cx="2623623" cy="2198824"/>
              </a:xfrm>
              <a:prstGeom prst="rect">
                <a:avLst/>
              </a:prstGeom>
            </p:spPr>
            <p:txBody>
              <a:bodyPr anchor="ctr" rtlCol="false" tIns="33077" lIns="33077" bIns="33077" rIns="33077"/>
              <a:lstStyle/>
              <a:p>
                <a:pPr algn="ctr">
                  <a:lnSpc>
                    <a:spcPts val="2660"/>
                  </a:lnSpc>
                </a:pPr>
              </a:p>
            </p:txBody>
          </p:sp>
        </p:grpSp>
        <p:sp>
          <p:nvSpPr>
            <p:cNvPr name="Freeform 21" id="21"/>
            <p:cNvSpPr/>
            <p:nvPr/>
          </p:nvSpPr>
          <p:spPr>
            <a:xfrm flipH="false" flipV="false" rot="0">
              <a:off x="4348236" y="1884744"/>
              <a:ext cx="10855354" cy="9009944"/>
            </a:xfrm>
            <a:custGeom>
              <a:avLst/>
              <a:gdLst/>
              <a:ahLst/>
              <a:cxnLst/>
              <a:rect r="r" b="b" t="t" l="l"/>
              <a:pathLst>
                <a:path h="9009944" w="10855354">
                  <a:moveTo>
                    <a:pt x="0" y="0"/>
                  </a:moveTo>
                  <a:lnTo>
                    <a:pt x="10855354" y="0"/>
                  </a:lnTo>
                  <a:lnTo>
                    <a:pt x="10855354" y="9009944"/>
                  </a:lnTo>
                  <a:lnTo>
                    <a:pt x="0" y="9009944"/>
                  </a:lnTo>
                  <a:lnTo>
                    <a:pt x="0" y="0"/>
                  </a:lnTo>
                  <a:close/>
                </a:path>
              </a:pathLst>
            </a:custGeom>
            <a:blipFill>
              <a:blip r:embed="rId3"/>
              <a:stretch>
                <a:fillRect l="0" t="0" r="0" b="0"/>
              </a:stretch>
            </a:blipFill>
          </p:spPr>
        </p:sp>
        <p:sp>
          <p:nvSpPr>
            <p:cNvPr name="TextBox 22" id="22"/>
            <p:cNvSpPr txBox="true"/>
            <p:nvPr/>
          </p:nvSpPr>
          <p:spPr>
            <a:xfrm rot="0">
              <a:off x="0" y="-152400"/>
              <a:ext cx="19551826" cy="1492909"/>
            </a:xfrm>
            <a:prstGeom prst="rect">
              <a:avLst/>
            </a:prstGeom>
          </p:spPr>
          <p:txBody>
            <a:bodyPr anchor="t" rtlCol="false" tIns="0" lIns="0" bIns="0" rIns="0">
              <a:spAutoFit/>
            </a:bodyPr>
            <a:lstStyle/>
            <a:p>
              <a:pPr algn="ctr">
                <a:lnSpc>
                  <a:spcPts val="8651"/>
                </a:lnSpc>
              </a:pPr>
              <a:r>
                <a:rPr lang="en-US" b="true" sz="6811">
                  <a:solidFill>
                    <a:srgbClr val="000000"/>
                  </a:solidFill>
                  <a:latin typeface="Codec Pro Bold"/>
                  <a:ea typeface="Codec Pro Bold"/>
                  <a:cs typeface="Codec Pro Bold"/>
                  <a:sym typeface="Codec Pro Bold"/>
                </a:rPr>
                <a:t>Vista del Asistente de Repuesto</a:t>
              </a:r>
            </a:p>
          </p:txBody>
        </p:sp>
      </p:grpSp>
      <p:grpSp>
        <p:nvGrpSpPr>
          <p:cNvPr name="Group 23" id="23"/>
          <p:cNvGrpSpPr/>
          <p:nvPr/>
        </p:nvGrpSpPr>
        <p:grpSpPr>
          <a:xfrm rot="0">
            <a:off x="964162" y="281598"/>
            <a:ext cx="2748210" cy="1658253"/>
            <a:chOff x="0" y="0"/>
            <a:chExt cx="3664279" cy="2211004"/>
          </a:xfrm>
        </p:grpSpPr>
        <p:grpSp>
          <p:nvGrpSpPr>
            <p:cNvPr name="Group 24" id="24"/>
            <p:cNvGrpSpPr/>
            <p:nvPr/>
          </p:nvGrpSpPr>
          <p:grpSpPr>
            <a:xfrm rot="0">
              <a:off x="576932" y="313289"/>
              <a:ext cx="2510416" cy="1897715"/>
              <a:chOff x="0" y="0"/>
              <a:chExt cx="2787980" cy="2107536"/>
            </a:xfrm>
          </p:grpSpPr>
          <p:sp>
            <p:nvSpPr>
              <p:cNvPr name="Freeform 25" id="25"/>
              <p:cNvSpPr/>
              <p:nvPr/>
            </p:nvSpPr>
            <p:spPr>
              <a:xfrm flipH="false" flipV="false" rot="0">
                <a:off x="0" y="0"/>
                <a:ext cx="2787980" cy="2107536"/>
              </a:xfrm>
              <a:custGeom>
                <a:avLst/>
                <a:gdLst/>
                <a:ahLst/>
                <a:cxnLst/>
                <a:rect r="r" b="b" t="t" l="l"/>
                <a:pathLst>
                  <a:path h="2107536" w="2787980">
                    <a:moveTo>
                      <a:pt x="0" y="0"/>
                    </a:moveTo>
                    <a:lnTo>
                      <a:pt x="2787980" y="0"/>
                    </a:lnTo>
                    <a:lnTo>
                      <a:pt x="2787980" y="2107536"/>
                    </a:lnTo>
                    <a:lnTo>
                      <a:pt x="0" y="2107536"/>
                    </a:lnTo>
                    <a:close/>
                  </a:path>
                </a:pathLst>
              </a:custGeom>
              <a:gradFill rotWithShape="true">
                <a:gsLst>
                  <a:gs pos="0">
                    <a:srgbClr val="7AF6EE">
                      <a:alpha val="100000"/>
                    </a:srgbClr>
                  </a:gs>
                  <a:gs pos="100000">
                    <a:srgbClr val="EAFFFE">
                      <a:alpha val="100000"/>
                    </a:srgbClr>
                  </a:gs>
                </a:gsLst>
                <a:lin ang="5400000"/>
              </a:gradFill>
            </p:spPr>
          </p:sp>
          <p:sp>
            <p:nvSpPr>
              <p:cNvPr name="TextBox 26" id="26"/>
              <p:cNvSpPr txBox="true"/>
              <p:nvPr/>
            </p:nvSpPr>
            <p:spPr>
              <a:xfrm>
                <a:off x="0" y="-38100"/>
                <a:ext cx="2787980" cy="2145636"/>
              </a:xfrm>
              <a:prstGeom prst="rect">
                <a:avLst/>
              </a:prstGeom>
            </p:spPr>
            <p:txBody>
              <a:bodyPr anchor="ctr" rtlCol="false" tIns="27060" lIns="27060" bIns="27060" rIns="27060"/>
              <a:lstStyle/>
              <a:p>
                <a:pPr algn="ctr">
                  <a:lnSpc>
                    <a:spcPts val="2660"/>
                  </a:lnSpc>
                </a:pPr>
              </a:p>
            </p:txBody>
          </p:sp>
        </p:grpSp>
        <p:sp>
          <p:nvSpPr>
            <p:cNvPr name="Freeform 27" id="27"/>
            <p:cNvSpPr/>
            <p:nvPr/>
          </p:nvSpPr>
          <p:spPr>
            <a:xfrm flipH="false" flipV="false" rot="0">
              <a:off x="687262" y="410644"/>
              <a:ext cx="2289755" cy="1703005"/>
            </a:xfrm>
            <a:custGeom>
              <a:avLst/>
              <a:gdLst/>
              <a:ahLst/>
              <a:cxnLst/>
              <a:rect r="r" b="b" t="t" l="l"/>
              <a:pathLst>
                <a:path h="1703005" w="2289755">
                  <a:moveTo>
                    <a:pt x="0" y="0"/>
                  </a:moveTo>
                  <a:lnTo>
                    <a:pt x="2289755" y="0"/>
                  </a:lnTo>
                  <a:lnTo>
                    <a:pt x="2289755" y="1703005"/>
                  </a:lnTo>
                  <a:lnTo>
                    <a:pt x="0" y="1703005"/>
                  </a:lnTo>
                  <a:lnTo>
                    <a:pt x="0" y="0"/>
                  </a:lnTo>
                  <a:close/>
                </a:path>
              </a:pathLst>
            </a:custGeom>
            <a:blipFill>
              <a:blip r:embed="rId4"/>
              <a:stretch>
                <a:fillRect l="0" t="0" r="0" b="0"/>
              </a:stretch>
            </a:blipFill>
          </p:spPr>
        </p:sp>
        <p:sp>
          <p:nvSpPr>
            <p:cNvPr name="TextBox 28" id="28"/>
            <p:cNvSpPr txBox="true"/>
            <p:nvPr/>
          </p:nvSpPr>
          <p:spPr>
            <a:xfrm rot="0">
              <a:off x="0" y="-38100"/>
              <a:ext cx="366427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Coordinador Zonal</a:t>
              </a:r>
            </a:p>
          </p:txBody>
        </p:sp>
      </p:grpSp>
      <p:grpSp>
        <p:nvGrpSpPr>
          <p:cNvPr name="Group 29" id="29"/>
          <p:cNvGrpSpPr/>
          <p:nvPr/>
        </p:nvGrpSpPr>
        <p:grpSpPr>
          <a:xfrm rot="0">
            <a:off x="1356770" y="2004333"/>
            <a:ext cx="1962994" cy="1670818"/>
            <a:chOff x="0" y="0"/>
            <a:chExt cx="2617325" cy="2227758"/>
          </a:xfrm>
        </p:grpSpPr>
        <p:grpSp>
          <p:nvGrpSpPr>
            <p:cNvPr name="Group 30" id="30"/>
            <p:cNvGrpSpPr/>
            <p:nvPr/>
          </p:nvGrpSpPr>
          <p:grpSpPr>
            <a:xfrm rot="0">
              <a:off x="53455" y="313289"/>
              <a:ext cx="2510416" cy="1914469"/>
              <a:chOff x="0" y="0"/>
              <a:chExt cx="2904776" cy="2215212"/>
            </a:xfrm>
          </p:grpSpPr>
          <p:sp>
            <p:nvSpPr>
              <p:cNvPr name="Freeform 31" id="31"/>
              <p:cNvSpPr/>
              <p:nvPr/>
            </p:nvSpPr>
            <p:spPr>
              <a:xfrm flipH="false" flipV="false" rot="0">
                <a:off x="0" y="0"/>
                <a:ext cx="2904776" cy="2215212"/>
              </a:xfrm>
              <a:custGeom>
                <a:avLst/>
                <a:gdLst/>
                <a:ahLst/>
                <a:cxnLst/>
                <a:rect r="r" b="b" t="t" l="l"/>
                <a:pathLst>
                  <a:path h="2215212" w="2904776">
                    <a:moveTo>
                      <a:pt x="0" y="0"/>
                    </a:moveTo>
                    <a:lnTo>
                      <a:pt x="2904776" y="0"/>
                    </a:lnTo>
                    <a:lnTo>
                      <a:pt x="2904776" y="2215212"/>
                    </a:lnTo>
                    <a:lnTo>
                      <a:pt x="0" y="2215212"/>
                    </a:lnTo>
                    <a:close/>
                  </a:path>
                </a:pathLst>
              </a:custGeom>
              <a:gradFill rotWithShape="true">
                <a:gsLst>
                  <a:gs pos="0">
                    <a:srgbClr val="F093FF">
                      <a:alpha val="100000"/>
                    </a:srgbClr>
                  </a:gs>
                  <a:gs pos="100000">
                    <a:srgbClr val="FDF1FF">
                      <a:alpha val="100000"/>
                    </a:srgbClr>
                  </a:gs>
                </a:gsLst>
                <a:lin ang="5400000"/>
              </a:gradFill>
            </p:spPr>
          </p:sp>
          <p:sp>
            <p:nvSpPr>
              <p:cNvPr name="TextBox 32" id="32"/>
              <p:cNvSpPr txBox="true"/>
              <p:nvPr/>
            </p:nvSpPr>
            <p:spPr>
              <a:xfrm>
                <a:off x="0" y="-38100"/>
                <a:ext cx="2904776" cy="2253312"/>
              </a:xfrm>
              <a:prstGeom prst="rect">
                <a:avLst/>
              </a:prstGeom>
            </p:spPr>
            <p:txBody>
              <a:bodyPr anchor="ctr" rtlCol="false" tIns="7852" lIns="7852" bIns="7852" rIns="7852"/>
              <a:lstStyle/>
              <a:p>
                <a:pPr algn="ctr">
                  <a:lnSpc>
                    <a:spcPts val="2660"/>
                  </a:lnSpc>
                </a:pPr>
              </a:p>
            </p:txBody>
          </p:sp>
        </p:grpSp>
        <p:sp>
          <p:nvSpPr>
            <p:cNvPr name="Freeform 33" id="33"/>
            <p:cNvSpPr/>
            <p:nvPr/>
          </p:nvSpPr>
          <p:spPr>
            <a:xfrm flipH="false" flipV="false" rot="0">
              <a:off x="181161" y="474226"/>
              <a:ext cx="2255003" cy="1592596"/>
            </a:xfrm>
            <a:custGeom>
              <a:avLst/>
              <a:gdLst/>
              <a:ahLst/>
              <a:cxnLst/>
              <a:rect r="r" b="b" t="t" l="l"/>
              <a:pathLst>
                <a:path h="1592596" w="2255003">
                  <a:moveTo>
                    <a:pt x="0" y="0"/>
                  </a:moveTo>
                  <a:lnTo>
                    <a:pt x="2255003" y="0"/>
                  </a:lnTo>
                  <a:lnTo>
                    <a:pt x="2255003" y="1592595"/>
                  </a:lnTo>
                  <a:lnTo>
                    <a:pt x="0" y="1592595"/>
                  </a:lnTo>
                  <a:lnTo>
                    <a:pt x="0" y="0"/>
                  </a:lnTo>
                  <a:close/>
                </a:path>
              </a:pathLst>
            </a:custGeom>
            <a:blipFill>
              <a:blip r:embed="rId5"/>
              <a:stretch>
                <a:fillRect l="0" t="0" r="0" b="0"/>
              </a:stretch>
            </a:blipFill>
          </p:spPr>
        </p:sp>
        <p:sp>
          <p:nvSpPr>
            <p:cNvPr name="TextBox 34" id="34"/>
            <p:cNvSpPr txBox="true"/>
            <p:nvPr/>
          </p:nvSpPr>
          <p:spPr>
            <a:xfrm rot="0">
              <a:off x="0" y="-38100"/>
              <a:ext cx="2617325"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Supervisor</a:t>
              </a:r>
            </a:p>
          </p:txBody>
        </p:sp>
      </p:grpSp>
      <p:grpSp>
        <p:nvGrpSpPr>
          <p:cNvPr name="Group 35" id="35"/>
          <p:cNvGrpSpPr/>
          <p:nvPr/>
        </p:nvGrpSpPr>
        <p:grpSpPr>
          <a:xfrm rot="0">
            <a:off x="1192925" y="3739633"/>
            <a:ext cx="2290683" cy="1491307"/>
            <a:chOff x="0" y="0"/>
            <a:chExt cx="3054244" cy="1988409"/>
          </a:xfrm>
        </p:grpSpPr>
        <p:grpSp>
          <p:nvGrpSpPr>
            <p:cNvPr name="Group 36" id="36"/>
            <p:cNvGrpSpPr/>
            <p:nvPr/>
          </p:nvGrpSpPr>
          <p:grpSpPr>
            <a:xfrm rot="0">
              <a:off x="271914" y="313289"/>
              <a:ext cx="2510416" cy="1675120"/>
              <a:chOff x="0" y="0"/>
              <a:chExt cx="3286308" cy="2192849"/>
            </a:xfrm>
          </p:grpSpPr>
          <p:sp>
            <p:nvSpPr>
              <p:cNvPr name="Freeform 37" id="37"/>
              <p:cNvSpPr/>
              <p:nvPr/>
            </p:nvSpPr>
            <p:spPr>
              <a:xfrm flipH="false" flipV="false" rot="0">
                <a:off x="0" y="0"/>
                <a:ext cx="3286308" cy="2192849"/>
              </a:xfrm>
              <a:custGeom>
                <a:avLst/>
                <a:gdLst/>
                <a:ahLst/>
                <a:cxnLst/>
                <a:rect r="r" b="b" t="t" l="l"/>
                <a:pathLst>
                  <a:path h="2192849" w="3286308">
                    <a:moveTo>
                      <a:pt x="0" y="0"/>
                    </a:moveTo>
                    <a:lnTo>
                      <a:pt x="3286308" y="0"/>
                    </a:lnTo>
                    <a:lnTo>
                      <a:pt x="3286308" y="2192849"/>
                    </a:lnTo>
                    <a:lnTo>
                      <a:pt x="0" y="2192849"/>
                    </a:lnTo>
                    <a:close/>
                  </a:path>
                </a:pathLst>
              </a:custGeom>
              <a:gradFill rotWithShape="true">
                <a:gsLst>
                  <a:gs pos="0">
                    <a:srgbClr val="84A9FF">
                      <a:alpha val="100000"/>
                    </a:srgbClr>
                  </a:gs>
                  <a:gs pos="100000">
                    <a:srgbClr val="F5F8FF">
                      <a:alpha val="100000"/>
                    </a:srgbClr>
                  </a:gs>
                </a:gsLst>
                <a:lin ang="5400000"/>
              </a:gradFill>
            </p:spPr>
          </p:sp>
          <p:sp>
            <p:nvSpPr>
              <p:cNvPr name="TextBox 38" id="38"/>
              <p:cNvSpPr txBox="true"/>
              <p:nvPr/>
            </p:nvSpPr>
            <p:spPr>
              <a:xfrm>
                <a:off x="0" y="-38100"/>
                <a:ext cx="3286308" cy="2230949"/>
              </a:xfrm>
              <a:prstGeom prst="rect">
                <a:avLst/>
              </a:prstGeom>
            </p:spPr>
            <p:txBody>
              <a:bodyPr anchor="ctr" rtlCol="false" tIns="7665" lIns="7665" bIns="7665" rIns="7665"/>
              <a:lstStyle/>
              <a:p>
                <a:pPr algn="ctr">
                  <a:lnSpc>
                    <a:spcPts val="2660"/>
                  </a:lnSpc>
                </a:pPr>
              </a:p>
            </p:txBody>
          </p:sp>
        </p:grpSp>
        <p:sp>
          <p:nvSpPr>
            <p:cNvPr name="Freeform 39" id="39"/>
            <p:cNvSpPr/>
            <p:nvPr/>
          </p:nvSpPr>
          <p:spPr>
            <a:xfrm flipH="false" flipV="false" rot="0">
              <a:off x="399867" y="446315"/>
              <a:ext cx="2254510" cy="1409069"/>
            </a:xfrm>
            <a:custGeom>
              <a:avLst/>
              <a:gdLst/>
              <a:ahLst/>
              <a:cxnLst/>
              <a:rect r="r" b="b" t="t" l="l"/>
              <a:pathLst>
                <a:path h="1409069" w="2254510">
                  <a:moveTo>
                    <a:pt x="0" y="0"/>
                  </a:moveTo>
                  <a:lnTo>
                    <a:pt x="2254510" y="0"/>
                  </a:lnTo>
                  <a:lnTo>
                    <a:pt x="2254510" y="1409069"/>
                  </a:lnTo>
                  <a:lnTo>
                    <a:pt x="0" y="1409069"/>
                  </a:lnTo>
                  <a:lnTo>
                    <a:pt x="0" y="0"/>
                  </a:lnTo>
                  <a:close/>
                </a:path>
              </a:pathLst>
            </a:custGeom>
            <a:blipFill>
              <a:blip r:embed="rId6"/>
              <a:stretch>
                <a:fillRect l="0" t="0" r="0" b="0"/>
              </a:stretch>
            </a:blipFill>
          </p:spPr>
        </p:sp>
        <p:sp>
          <p:nvSpPr>
            <p:cNvPr name="TextBox 40" id="40"/>
            <p:cNvSpPr txBox="true"/>
            <p:nvPr/>
          </p:nvSpPr>
          <p:spPr>
            <a:xfrm rot="0">
              <a:off x="0" y="-38100"/>
              <a:ext cx="3054244"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Administrador</a:t>
              </a:r>
            </a:p>
          </p:txBody>
        </p:sp>
      </p:grpSp>
      <p:grpSp>
        <p:nvGrpSpPr>
          <p:cNvPr name="Group 41" id="41"/>
          <p:cNvGrpSpPr/>
          <p:nvPr/>
        </p:nvGrpSpPr>
        <p:grpSpPr>
          <a:xfrm rot="0">
            <a:off x="1396861" y="7002522"/>
            <a:ext cx="1882812" cy="1496319"/>
            <a:chOff x="0" y="0"/>
            <a:chExt cx="2510416" cy="1995092"/>
          </a:xfrm>
        </p:grpSpPr>
        <p:grpSp>
          <p:nvGrpSpPr>
            <p:cNvPr name="Group 42" id="42"/>
            <p:cNvGrpSpPr/>
            <p:nvPr/>
          </p:nvGrpSpPr>
          <p:grpSpPr>
            <a:xfrm rot="0">
              <a:off x="0" y="275505"/>
              <a:ext cx="2510416" cy="1719587"/>
              <a:chOff x="0" y="0"/>
              <a:chExt cx="3114165" cy="2133143"/>
            </a:xfrm>
          </p:grpSpPr>
          <p:sp>
            <p:nvSpPr>
              <p:cNvPr name="Freeform 43" id="43"/>
              <p:cNvSpPr/>
              <p:nvPr/>
            </p:nvSpPr>
            <p:spPr>
              <a:xfrm flipH="false" flipV="false" rot="0">
                <a:off x="0" y="0"/>
                <a:ext cx="3114165" cy="2133143"/>
              </a:xfrm>
              <a:custGeom>
                <a:avLst/>
                <a:gdLst/>
                <a:ahLst/>
                <a:cxnLst/>
                <a:rect r="r" b="b" t="t" l="l"/>
                <a:pathLst>
                  <a:path h="2133143" w="3114165">
                    <a:moveTo>
                      <a:pt x="0" y="0"/>
                    </a:moveTo>
                    <a:lnTo>
                      <a:pt x="3114165" y="0"/>
                    </a:lnTo>
                    <a:lnTo>
                      <a:pt x="3114165" y="2133143"/>
                    </a:lnTo>
                    <a:lnTo>
                      <a:pt x="0" y="2133143"/>
                    </a:lnTo>
                    <a:close/>
                  </a:path>
                </a:pathLst>
              </a:custGeom>
              <a:gradFill rotWithShape="true">
                <a:gsLst>
                  <a:gs pos="0">
                    <a:srgbClr val="FF9869">
                      <a:alpha val="100000"/>
                    </a:srgbClr>
                  </a:gs>
                  <a:gs pos="100000">
                    <a:srgbClr val="FFD2BD">
                      <a:alpha val="100000"/>
                    </a:srgbClr>
                  </a:gs>
                </a:gsLst>
                <a:lin ang="5400000"/>
              </a:gradFill>
            </p:spPr>
          </p:sp>
          <p:sp>
            <p:nvSpPr>
              <p:cNvPr name="TextBox 44" id="44"/>
              <p:cNvSpPr txBox="true"/>
              <p:nvPr/>
            </p:nvSpPr>
            <p:spPr>
              <a:xfrm>
                <a:off x="0" y="-38100"/>
                <a:ext cx="3114165" cy="2171243"/>
              </a:xfrm>
              <a:prstGeom prst="rect">
                <a:avLst/>
              </a:prstGeom>
            </p:spPr>
            <p:txBody>
              <a:bodyPr anchor="ctr" rtlCol="false" tIns="8364" lIns="8364" bIns="8364" rIns="8364"/>
              <a:lstStyle/>
              <a:p>
                <a:pPr algn="ctr">
                  <a:lnSpc>
                    <a:spcPts val="2660"/>
                  </a:lnSpc>
                </a:pPr>
              </a:p>
            </p:txBody>
          </p:sp>
        </p:grpSp>
        <p:sp>
          <p:nvSpPr>
            <p:cNvPr name="Freeform 45" id="45"/>
            <p:cNvSpPr/>
            <p:nvPr/>
          </p:nvSpPr>
          <p:spPr>
            <a:xfrm flipH="false" flipV="false" rot="0">
              <a:off x="85537" y="404254"/>
              <a:ext cx="2339341" cy="1462088"/>
            </a:xfrm>
            <a:custGeom>
              <a:avLst/>
              <a:gdLst/>
              <a:ahLst/>
              <a:cxnLst/>
              <a:rect r="r" b="b" t="t" l="l"/>
              <a:pathLst>
                <a:path h="1462088" w="2339341">
                  <a:moveTo>
                    <a:pt x="0" y="0"/>
                  </a:moveTo>
                  <a:lnTo>
                    <a:pt x="2339341" y="0"/>
                  </a:lnTo>
                  <a:lnTo>
                    <a:pt x="2339341" y="1462089"/>
                  </a:lnTo>
                  <a:lnTo>
                    <a:pt x="0" y="1462089"/>
                  </a:lnTo>
                  <a:lnTo>
                    <a:pt x="0" y="0"/>
                  </a:lnTo>
                  <a:close/>
                </a:path>
              </a:pathLst>
            </a:custGeom>
            <a:blipFill>
              <a:blip r:embed="rId7"/>
              <a:stretch>
                <a:fillRect l="0" t="0" r="0" b="0"/>
              </a:stretch>
            </a:blipFill>
          </p:spPr>
        </p:sp>
        <p:sp>
          <p:nvSpPr>
            <p:cNvPr name="TextBox 46" id="46"/>
            <p:cNvSpPr txBox="true"/>
            <p:nvPr/>
          </p:nvSpPr>
          <p:spPr>
            <a:xfrm rot="0">
              <a:off x="0" y="-38100"/>
              <a:ext cx="2510416"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Mecanico</a:t>
              </a:r>
            </a:p>
          </p:txBody>
        </p:sp>
      </p:grpSp>
      <p:grpSp>
        <p:nvGrpSpPr>
          <p:cNvPr name="Group 47" id="47"/>
          <p:cNvGrpSpPr/>
          <p:nvPr/>
        </p:nvGrpSpPr>
        <p:grpSpPr>
          <a:xfrm rot="0">
            <a:off x="1212971" y="8565516"/>
            <a:ext cx="2250592" cy="1439886"/>
            <a:chOff x="0" y="0"/>
            <a:chExt cx="3000789" cy="1919848"/>
          </a:xfrm>
        </p:grpSpPr>
        <p:grpSp>
          <p:nvGrpSpPr>
            <p:cNvPr name="Group 48" id="48"/>
            <p:cNvGrpSpPr/>
            <p:nvPr/>
          </p:nvGrpSpPr>
          <p:grpSpPr>
            <a:xfrm rot="0">
              <a:off x="245187" y="275505"/>
              <a:ext cx="2510416" cy="1644343"/>
              <a:chOff x="0" y="0"/>
              <a:chExt cx="3114165" cy="2039803"/>
            </a:xfrm>
          </p:grpSpPr>
          <p:sp>
            <p:nvSpPr>
              <p:cNvPr name="Freeform 49" id="49"/>
              <p:cNvSpPr/>
              <p:nvPr/>
            </p:nvSpPr>
            <p:spPr>
              <a:xfrm flipH="false" flipV="false" rot="0">
                <a:off x="0" y="0"/>
                <a:ext cx="3114165" cy="2039803"/>
              </a:xfrm>
              <a:custGeom>
                <a:avLst/>
                <a:gdLst/>
                <a:ahLst/>
                <a:cxnLst/>
                <a:rect r="r" b="b" t="t" l="l"/>
                <a:pathLst>
                  <a:path h="2039803" w="3114165">
                    <a:moveTo>
                      <a:pt x="0" y="0"/>
                    </a:moveTo>
                    <a:lnTo>
                      <a:pt x="3114165" y="0"/>
                    </a:lnTo>
                    <a:lnTo>
                      <a:pt x="3114165" y="2039803"/>
                    </a:lnTo>
                    <a:lnTo>
                      <a:pt x="0" y="2039803"/>
                    </a:lnTo>
                    <a:close/>
                  </a:path>
                </a:pathLst>
              </a:custGeom>
              <a:gradFill rotWithShape="true">
                <a:gsLst>
                  <a:gs pos="0">
                    <a:srgbClr val="FFDA6A">
                      <a:alpha val="100000"/>
                    </a:srgbClr>
                  </a:gs>
                  <a:gs pos="100000">
                    <a:srgbClr val="FFF7DE">
                      <a:alpha val="100000"/>
                    </a:srgbClr>
                  </a:gs>
                </a:gsLst>
                <a:lin ang="5400000"/>
              </a:gradFill>
            </p:spPr>
          </p:sp>
          <p:sp>
            <p:nvSpPr>
              <p:cNvPr name="TextBox 50" id="50"/>
              <p:cNvSpPr txBox="true"/>
              <p:nvPr/>
            </p:nvSpPr>
            <p:spPr>
              <a:xfrm>
                <a:off x="0" y="-38100"/>
                <a:ext cx="3114165" cy="2077903"/>
              </a:xfrm>
              <a:prstGeom prst="rect">
                <a:avLst/>
              </a:prstGeom>
            </p:spPr>
            <p:txBody>
              <a:bodyPr anchor="ctr" rtlCol="false" tIns="8364" lIns="8364" bIns="8364" rIns="8364"/>
              <a:lstStyle/>
              <a:p>
                <a:pPr algn="ctr">
                  <a:lnSpc>
                    <a:spcPts val="2660"/>
                  </a:lnSpc>
                </a:pPr>
              </a:p>
            </p:txBody>
          </p:sp>
        </p:grpSp>
        <p:sp>
          <p:nvSpPr>
            <p:cNvPr name="Freeform 51" id="51"/>
            <p:cNvSpPr/>
            <p:nvPr/>
          </p:nvSpPr>
          <p:spPr>
            <a:xfrm flipH="false" flipV="false" rot="0">
              <a:off x="348303" y="377619"/>
              <a:ext cx="2304183" cy="1440114"/>
            </a:xfrm>
            <a:custGeom>
              <a:avLst/>
              <a:gdLst/>
              <a:ahLst/>
              <a:cxnLst/>
              <a:rect r="r" b="b" t="t" l="l"/>
              <a:pathLst>
                <a:path h="1440114" w="2304183">
                  <a:moveTo>
                    <a:pt x="0" y="0"/>
                  </a:moveTo>
                  <a:lnTo>
                    <a:pt x="2304183" y="0"/>
                  </a:lnTo>
                  <a:lnTo>
                    <a:pt x="2304183" y="1440115"/>
                  </a:lnTo>
                  <a:lnTo>
                    <a:pt x="0" y="1440115"/>
                  </a:lnTo>
                  <a:lnTo>
                    <a:pt x="0" y="0"/>
                  </a:lnTo>
                  <a:close/>
                </a:path>
              </a:pathLst>
            </a:custGeom>
            <a:blipFill>
              <a:blip r:embed="rId8"/>
              <a:stretch>
                <a:fillRect l="0" t="0" r="0" b="0"/>
              </a:stretch>
            </a:blipFill>
          </p:spPr>
        </p:sp>
        <p:sp>
          <p:nvSpPr>
            <p:cNvPr name="TextBox 52" id="52"/>
            <p:cNvSpPr txBox="true"/>
            <p:nvPr/>
          </p:nvSpPr>
          <p:spPr>
            <a:xfrm rot="0">
              <a:off x="0" y="-38100"/>
              <a:ext cx="300078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Jefe de Taller</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93124" y="-3636628"/>
            <a:ext cx="5033565" cy="50335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64183" y="-1794490"/>
            <a:ext cx="3896277" cy="389627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307030" y="9025192"/>
            <a:ext cx="2894697" cy="28946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386829" y="3524286"/>
            <a:ext cx="3851298" cy="1638232"/>
            <a:chOff x="0" y="0"/>
            <a:chExt cx="5135064" cy="2184310"/>
          </a:xfrm>
        </p:grpSpPr>
        <p:grpSp>
          <p:nvGrpSpPr>
            <p:cNvPr name="Group 12" id="12"/>
            <p:cNvGrpSpPr/>
            <p:nvPr/>
          </p:nvGrpSpPr>
          <p:grpSpPr>
            <a:xfrm rot="0">
              <a:off x="1312324" y="275505"/>
              <a:ext cx="2510416" cy="1908805"/>
              <a:chOff x="0" y="0"/>
              <a:chExt cx="2706619" cy="2057989"/>
            </a:xfrm>
          </p:grpSpPr>
          <p:sp>
            <p:nvSpPr>
              <p:cNvPr name="Freeform 13" id="13"/>
              <p:cNvSpPr/>
              <p:nvPr/>
            </p:nvSpPr>
            <p:spPr>
              <a:xfrm flipH="false" flipV="false" rot="0">
                <a:off x="0" y="0"/>
                <a:ext cx="2706619" cy="2057989"/>
              </a:xfrm>
              <a:custGeom>
                <a:avLst/>
                <a:gdLst/>
                <a:ahLst/>
                <a:cxnLst/>
                <a:rect r="r" b="b" t="t" l="l"/>
                <a:pathLst>
                  <a:path h="2057989" w="2706619">
                    <a:moveTo>
                      <a:pt x="0" y="0"/>
                    </a:moveTo>
                    <a:lnTo>
                      <a:pt x="2706619" y="0"/>
                    </a:lnTo>
                    <a:lnTo>
                      <a:pt x="2706619" y="2057989"/>
                    </a:lnTo>
                    <a:lnTo>
                      <a:pt x="0" y="2057989"/>
                    </a:lnTo>
                    <a:close/>
                  </a:path>
                </a:pathLst>
              </a:custGeom>
              <a:gradFill rotWithShape="true">
                <a:gsLst>
                  <a:gs pos="0">
                    <a:srgbClr val="FF6767">
                      <a:alpha val="100000"/>
                    </a:srgbClr>
                  </a:gs>
                  <a:gs pos="100000">
                    <a:srgbClr val="FFD1D1">
                      <a:alpha val="100000"/>
                    </a:srgbClr>
                  </a:gs>
                </a:gsLst>
                <a:lin ang="5400000"/>
              </a:gradFill>
            </p:spPr>
          </p:sp>
          <p:sp>
            <p:nvSpPr>
              <p:cNvPr name="TextBox 14" id="14"/>
              <p:cNvSpPr txBox="true"/>
              <p:nvPr/>
            </p:nvSpPr>
            <p:spPr>
              <a:xfrm>
                <a:off x="0" y="-38100"/>
                <a:ext cx="2706619" cy="2096089"/>
              </a:xfrm>
              <a:prstGeom prst="rect">
                <a:avLst/>
              </a:prstGeom>
            </p:spPr>
            <p:txBody>
              <a:bodyPr anchor="ctr" rtlCol="false" tIns="8682" lIns="8682" bIns="8682" rIns="8682"/>
              <a:lstStyle/>
              <a:p>
                <a:pPr algn="ctr">
                  <a:lnSpc>
                    <a:spcPts val="2660"/>
                  </a:lnSpc>
                </a:pPr>
              </a:p>
            </p:txBody>
          </p:sp>
        </p:grpSp>
        <p:sp>
          <p:nvSpPr>
            <p:cNvPr name="Freeform 15" id="15"/>
            <p:cNvSpPr/>
            <p:nvPr/>
          </p:nvSpPr>
          <p:spPr>
            <a:xfrm flipH="false" flipV="false" rot="0">
              <a:off x="1408597" y="353506"/>
              <a:ext cx="2317870" cy="1752804"/>
            </a:xfrm>
            <a:custGeom>
              <a:avLst/>
              <a:gdLst/>
              <a:ahLst/>
              <a:cxnLst/>
              <a:rect r="r" b="b" t="t" l="l"/>
              <a:pathLst>
                <a:path h="1752804" w="2317870">
                  <a:moveTo>
                    <a:pt x="0" y="0"/>
                  </a:moveTo>
                  <a:lnTo>
                    <a:pt x="2317870" y="0"/>
                  </a:lnTo>
                  <a:lnTo>
                    <a:pt x="2317870" y="1752803"/>
                  </a:lnTo>
                  <a:lnTo>
                    <a:pt x="0" y="1752803"/>
                  </a:lnTo>
                  <a:lnTo>
                    <a:pt x="0" y="0"/>
                  </a:lnTo>
                  <a:close/>
                </a:path>
              </a:pathLst>
            </a:custGeom>
            <a:blipFill>
              <a:blip r:embed="rId2"/>
              <a:stretch>
                <a:fillRect l="0" t="-3944" r="-2063" b="-3944"/>
              </a:stretch>
            </a:blipFill>
          </p:spPr>
        </p:sp>
        <p:sp>
          <p:nvSpPr>
            <p:cNvPr name="TextBox 16" id="16"/>
            <p:cNvSpPr txBox="true"/>
            <p:nvPr/>
          </p:nvSpPr>
          <p:spPr>
            <a:xfrm rot="0">
              <a:off x="0" y="-38100"/>
              <a:ext cx="5135064"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Recepcionista y Guardia de Acceso</a:t>
              </a:r>
            </a:p>
          </p:txBody>
        </p:sp>
      </p:grpSp>
      <p:grpSp>
        <p:nvGrpSpPr>
          <p:cNvPr name="Group 17" id="17"/>
          <p:cNvGrpSpPr/>
          <p:nvPr/>
        </p:nvGrpSpPr>
        <p:grpSpPr>
          <a:xfrm rot="0">
            <a:off x="3819359" y="905332"/>
            <a:ext cx="14047763" cy="8476335"/>
            <a:chOff x="0" y="0"/>
            <a:chExt cx="18730350" cy="11301781"/>
          </a:xfrm>
        </p:grpSpPr>
        <p:grpSp>
          <p:nvGrpSpPr>
            <p:cNvPr name="Group 18" id="18"/>
            <p:cNvGrpSpPr/>
            <p:nvPr/>
          </p:nvGrpSpPr>
          <p:grpSpPr>
            <a:xfrm rot="0">
              <a:off x="2949048" y="1601411"/>
              <a:ext cx="12832254" cy="9700370"/>
              <a:chOff x="0" y="0"/>
              <a:chExt cx="2787980" cy="2107536"/>
            </a:xfrm>
          </p:grpSpPr>
          <p:sp>
            <p:nvSpPr>
              <p:cNvPr name="Freeform 19" id="19"/>
              <p:cNvSpPr/>
              <p:nvPr/>
            </p:nvSpPr>
            <p:spPr>
              <a:xfrm flipH="false" flipV="false" rot="0">
                <a:off x="0" y="0"/>
                <a:ext cx="2787980" cy="2107536"/>
              </a:xfrm>
              <a:custGeom>
                <a:avLst/>
                <a:gdLst/>
                <a:ahLst/>
                <a:cxnLst/>
                <a:rect r="r" b="b" t="t" l="l"/>
                <a:pathLst>
                  <a:path h="2107536" w="2787980">
                    <a:moveTo>
                      <a:pt x="0" y="0"/>
                    </a:moveTo>
                    <a:lnTo>
                      <a:pt x="2787980" y="0"/>
                    </a:lnTo>
                    <a:lnTo>
                      <a:pt x="2787980" y="2107536"/>
                    </a:lnTo>
                    <a:lnTo>
                      <a:pt x="0" y="2107536"/>
                    </a:lnTo>
                    <a:close/>
                  </a:path>
                </a:pathLst>
              </a:custGeom>
              <a:gradFill rotWithShape="true">
                <a:gsLst>
                  <a:gs pos="0">
                    <a:srgbClr val="7AF6EE">
                      <a:alpha val="100000"/>
                    </a:srgbClr>
                  </a:gs>
                  <a:gs pos="100000">
                    <a:srgbClr val="EAFFFE">
                      <a:alpha val="100000"/>
                    </a:srgbClr>
                  </a:gs>
                </a:gsLst>
                <a:lin ang="5400000"/>
              </a:gradFill>
            </p:spPr>
          </p:sp>
          <p:sp>
            <p:nvSpPr>
              <p:cNvPr name="TextBox 20" id="20"/>
              <p:cNvSpPr txBox="true"/>
              <p:nvPr/>
            </p:nvSpPr>
            <p:spPr>
              <a:xfrm>
                <a:off x="0" y="-38100"/>
                <a:ext cx="2787980" cy="2145636"/>
              </a:xfrm>
              <a:prstGeom prst="rect">
                <a:avLst/>
              </a:prstGeom>
            </p:spPr>
            <p:txBody>
              <a:bodyPr anchor="ctr" rtlCol="false" tIns="27060" lIns="27060" bIns="27060" rIns="27060"/>
              <a:lstStyle/>
              <a:p>
                <a:pPr algn="ctr">
                  <a:lnSpc>
                    <a:spcPts val="2660"/>
                  </a:lnSpc>
                </a:pPr>
              </a:p>
            </p:txBody>
          </p:sp>
        </p:grpSp>
        <p:sp>
          <p:nvSpPr>
            <p:cNvPr name="Freeform 21" id="21"/>
            <p:cNvSpPr/>
            <p:nvPr/>
          </p:nvSpPr>
          <p:spPr>
            <a:xfrm flipH="false" flipV="false" rot="0">
              <a:off x="3513014" y="2099051"/>
              <a:ext cx="11704323" cy="8705090"/>
            </a:xfrm>
            <a:custGeom>
              <a:avLst/>
              <a:gdLst/>
              <a:ahLst/>
              <a:cxnLst/>
              <a:rect r="r" b="b" t="t" l="l"/>
              <a:pathLst>
                <a:path h="8705090" w="11704323">
                  <a:moveTo>
                    <a:pt x="0" y="0"/>
                  </a:moveTo>
                  <a:lnTo>
                    <a:pt x="11704323" y="0"/>
                  </a:lnTo>
                  <a:lnTo>
                    <a:pt x="11704323" y="8705090"/>
                  </a:lnTo>
                  <a:lnTo>
                    <a:pt x="0" y="8705090"/>
                  </a:lnTo>
                  <a:lnTo>
                    <a:pt x="0" y="0"/>
                  </a:lnTo>
                  <a:close/>
                </a:path>
              </a:pathLst>
            </a:custGeom>
            <a:blipFill>
              <a:blip r:embed="rId3"/>
              <a:stretch>
                <a:fillRect l="0" t="0" r="0" b="0"/>
              </a:stretch>
            </a:blipFill>
          </p:spPr>
        </p:sp>
        <p:sp>
          <p:nvSpPr>
            <p:cNvPr name="TextBox 22" id="22"/>
            <p:cNvSpPr txBox="true"/>
            <p:nvPr/>
          </p:nvSpPr>
          <p:spPr>
            <a:xfrm rot="0">
              <a:off x="0" y="-152400"/>
              <a:ext cx="18730350" cy="1560674"/>
            </a:xfrm>
            <a:prstGeom prst="rect">
              <a:avLst/>
            </a:prstGeom>
          </p:spPr>
          <p:txBody>
            <a:bodyPr anchor="t" rtlCol="false" tIns="0" lIns="0" bIns="0" rIns="0">
              <a:spAutoFit/>
            </a:bodyPr>
            <a:lstStyle/>
            <a:p>
              <a:pPr algn="ctr">
                <a:lnSpc>
                  <a:spcPts val="9088"/>
                </a:lnSpc>
              </a:pPr>
              <a:r>
                <a:rPr lang="en-US" b="true" sz="7156">
                  <a:solidFill>
                    <a:srgbClr val="000000"/>
                  </a:solidFill>
                  <a:latin typeface="Codec Pro Bold"/>
                  <a:ea typeface="Codec Pro Bold"/>
                  <a:cs typeface="Codec Pro Bold"/>
                  <a:sym typeface="Codec Pro Bold"/>
                </a:rPr>
                <a:t>Vista del Coordinador Zonal</a:t>
              </a:r>
            </a:p>
          </p:txBody>
        </p:sp>
      </p:grpSp>
      <p:grpSp>
        <p:nvGrpSpPr>
          <p:cNvPr name="Group 23" id="23"/>
          <p:cNvGrpSpPr/>
          <p:nvPr/>
        </p:nvGrpSpPr>
        <p:grpSpPr>
          <a:xfrm rot="0">
            <a:off x="1330981" y="231005"/>
            <a:ext cx="1962994" cy="1670818"/>
            <a:chOff x="0" y="0"/>
            <a:chExt cx="2617325" cy="2227758"/>
          </a:xfrm>
        </p:grpSpPr>
        <p:grpSp>
          <p:nvGrpSpPr>
            <p:cNvPr name="Group 24" id="24"/>
            <p:cNvGrpSpPr/>
            <p:nvPr/>
          </p:nvGrpSpPr>
          <p:grpSpPr>
            <a:xfrm rot="0">
              <a:off x="53455" y="313289"/>
              <a:ext cx="2510416" cy="1914469"/>
              <a:chOff x="0" y="0"/>
              <a:chExt cx="2904776" cy="2215212"/>
            </a:xfrm>
          </p:grpSpPr>
          <p:sp>
            <p:nvSpPr>
              <p:cNvPr name="Freeform 25" id="25"/>
              <p:cNvSpPr/>
              <p:nvPr/>
            </p:nvSpPr>
            <p:spPr>
              <a:xfrm flipH="false" flipV="false" rot="0">
                <a:off x="0" y="0"/>
                <a:ext cx="2904776" cy="2215212"/>
              </a:xfrm>
              <a:custGeom>
                <a:avLst/>
                <a:gdLst/>
                <a:ahLst/>
                <a:cxnLst/>
                <a:rect r="r" b="b" t="t" l="l"/>
                <a:pathLst>
                  <a:path h="2215212" w="2904776">
                    <a:moveTo>
                      <a:pt x="0" y="0"/>
                    </a:moveTo>
                    <a:lnTo>
                      <a:pt x="2904776" y="0"/>
                    </a:lnTo>
                    <a:lnTo>
                      <a:pt x="2904776" y="2215212"/>
                    </a:lnTo>
                    <a:lnTo>
                      <a:pt x="0" y="2215212"/>
                    </a:lnTo>
                    <a:close/>
                  </a:path>
                </a:pathLst>
              </a:custGeom>
              <a:gradFill rotWithShape="true">
                <a:gsLst>
                  <a:gs pos="0">
                    <a:srgbClr val="F093FF">
                      <a:alpha val="100000"/>
                    </a:srgbClr>
                  </a:gs>
                  <a:gs pos="100000">
                    <a:srgbClr val="FDF1FF">
                      <a:alpha val="100000"/>
                    </a:srgbClr>
                  </a:gs>
                </a:gsLst>
                <a:lin ang="5400000"/>
              </a:gradFill>
            </p:spPr>
          </p:sp>
          <p:sp>
            <p:nvSpPr>
              <p:cNvPr name="TextBox 26" id="26"/>
              <p:cNvSpPr txBox="true"/>
              <p:nvPr/>
            </p:nvSpPr>
            <p:spPr>
              <a:xfrm>
                <a:off x="0" y="-38100"/>
                <a:ext cx="2904776" cy="2253312"/>
              </a:xfrm>
              <a:prstGeom prst="rect">
                <a:avLst/>
              </a:prstGeom>
            </p:spPr>
            <p:txBody>
              <a:bodyPr anchor="ctr" rtlCol="false" tIns="7852" lIns="7852" bIns="7852" rIns="7852"/>
              <a:lstStyle/>
              <a:p>
                <a:pPr algn="ctr">
                  <a:lnSpc>
                    <a:spcPts val="2660"/>
                  </a:lnSpc>
                </a:pPr>
              </a:p>
            </p:txBody>
          </p:sp>
        </p:grpSp>
        <p:sp>
          <p:nvSpPr>
            <p:cNvPr name="Freeform 27" id="27"/>
            <p:cNvSpPr/>
            <p:nvPr/>
          </p:nvSpPr>
          <p:spPr>
            <a:xfrm flipH="false" flipV="false" rot="0">
              <a:off x="181161" y="474226"/>
              <a:ext cx="2255003" cy="1592596"/>
            </a:xfrm>
            <a:custGeom>
              <a:avLst/>
              <a:gdLst/>
              <a:ahLst/>
              <a:cxnLst/>
              <a:rect r="r" b="b" t="t" l="l"/>
              <a:pathLst>
                <a:path h="1592596" w="2255003">
                  <a:moveTo>
                    <a:pt x="0" y="0"/>
                  </a:moveTo>
                  <a:lnTo>
                    <a:pt x="2255003" y="0"/>
                  </a:lnTo>
                  <a:lnTo>
                    <a:pt x="2255003" y="1592595"/>
                  </a:lnTo>
                  <a:lnTo>
                    <a:pt x="0" y="1592595"/>
                  </a:lnTo>
                  <a:lnTo>
                    <a:pt x="0" y="0"/>
                  </a:lnTo>
                  <a:close/>
                </a:path>
              </a:pathLst>
            </a:custGeom>
            <a:blipFill>
              <a:blip r:embed="rId4"/>
              <a:stretch>
                <a:fillRect l="0" t="0" r="0" b="0"/>
              </a:stretch>
            </a:blipFill>
          </p:spPr>
        </p:sp>
        <p:sp>
          <p:nvSpPr>
            <p:cNvPr name="TextBox 28" id="28"/>
            <p:cNvSpPr txBox="true"/>
            <p:nvPr/>
          </p:nvSpPr>
          <p:spPr>
            <a:xfrm rot="0">
              <a:off x="0" y="-38100"/>
              <a:ext cx="2617325"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Supervisor</a:t>
              </a:r>
            </a:p>
          </p:txBody>
        </p:sp>
      </p:grpSp>
      <p:grpSp>
        <p:nvGrpSpPr>
          <p:cNvPr name="Group 29" id="29"/>
          <p:cNvGrpSpPr/>
          <p:nvPr/>
        </p:nvGrpSpPr>
        <p:grpSpPr>
          <a:xfrm rot="0">
            <a:off x="1167137" y="1966304"/>
            <a:ext cx="2290683" cy="1491307"/>
            <a:chOff x="0" y="0"/>
            <a:chExt cx="3054244" cy="1988409"/>
          </a:xfrm>
        </p:grpSpPr>
        <p:grpSp>
          <p:nvGrpSpPr>
            <p:cNvPr name="Group 30" id="30"/>
            <p:cNvGrpSpPr/>
            <p:nvPr/>
          </p:nvGrpSpPr>
          <p:grpSpPr>
            <a:xfrm rot="0">
              <a:off x="271914" y="313289"/>
              <a:ext cx="2510416" cy="1675120"/>
              <a:chOff x="0" y="0"/>
              <a:chExt cx="3286308" cy="2192849"/>
            </a:xfrm>
          </p:grpSpPr>
          <p:sp>
            <p:nvSpPr>
              <p:cNvPr name="Freeform 31" id="31"/>
              <p:cNvSpPr/>
              <p:nvPr/>
            </p:nvSpPr>
            <p:spPr>
              <a:xfrm flipH="false" flipV="false" rot="0">
                <a:off x="0" y="0"/>
                <a:ext cx="3286308" cy="2192849"/>
              </a:xfrm>
              <a:custGeom>
                <a:avLst/>
                <a:gdLst/>
                <a:ahLst/>
                <a:cxnLst/>
                <a:rect r="r" b="b" t="t" l="l"/>
                <a:pathLst>
                  <a:path h="2192849" w="3286308">
                    <a:moveTo>
                      <a:pt x="0" y="0"/>
                    </a:moveTo>
                    <a:lnTo>
                      <a:pt x="3286308" y="0"/>
                    </a:lnTo>
                    <a:lnTo>
                      <a:pt x="3286308" y="2192849"/>
                    </a:lnTo>
                    <a:lnTo>
                      <a:pt x="0" y="2192849"/>
                    </a:lnTo>
                    <a:close/>
                  </a:path>
                </a:pathLst>
              </a:custGeom>
              <a:gradFill rotWithShape="true">
                <a:gsLst>
                  <a:gs pos="0">
                    <a:srgbClr val="84A9FF">
                      <a:alpha val="100000"/>
                    </a:srgbClr>
                  </a:gs>
                  <a:gs pos="100000">
                    <a:srgbClr val="F5F8FF">
                      <a:alpha val="100000"/>
                    </a:srgbClr>
                  </a:gs>
                </a:gsLst>
                <a:lin ang="5400000"/>
              </a:gradFill>
            </p:spPr>
          </p:sp>
          <p:sp>
            <p:nvSpPr>
              <p:cNvPr name="TextBox 32" id="32"/>
              <p:cNvSpPr txBox="true"/>
              <p:nvPr/>
            </p:nvSpPr>
            <p:spPr>
              <a:xfrm>
                <a:off x="0" y="-38100"/>
                <a:ext cx="3286308" cy="2230949"/>
              </a:xfrm>
              <a:prstGeom prst="rect">
                <a:avLst/>
              </a:prstGeom>
            </p:spPr>
            <p:txBody>
              <a:bodyPr anchor="ctr" rtlCol="false" tIns="7665" lIns="7665" bIns="7665" rIns="7665"/>
              <a:lstStyle/>
              <a:p>
                <a:pPr algn="ctr">
                  <a:lnSpc>
                    <a:spcPts val="2660"/>
                  </a:lnSpc>
                </a:pPr>
              </a:p>
            </p:txBody>
          </p:sp>
        </p:grpSp>
        <p:sp>
          <p:nvSpPr>
            <p:cNvPr name="Freeform 33" id="33"/>
            <p:cNvSpPr/>
            <p:nvPr/>
          </p:nvSpPr>
          <p:spPr>
            <a:xfrm flipH="false" flipV="false" rot="0">
              <a:off x="399867" y="446315"/>
              <a:ext cx="2254510" cy="1409069"/>
            </a:xfrm>
            <a:custGeom>
              <a:avLst/>
              <a:gdLst/>
              <a:ahLst/>
              <a:cxnLst/>
              <a:rect r="r" b="b" t="t" l="l"/>
              <a:pathLst>
                <a:path h="1409069" w="2254510">
                  <a:moveTo>
                    <a:pt x="0" y="0"/>
                  </a:moveTo>
                  <a:lnTo>
                    <a:pt x="2254510" y="0"/>
                  </a:lnTo>
                  <a:lnTo>
                    <a:pt x="2254510" y="1409069"/>
                  </a:lnTo>
                  <a:lnTo>
                    <a:pt x="0" y="1409069"/>
                  </a:lnTo>
                  <a:lnTo>
                    <a:pt x="0" y="0"/>
                  </a:lnTo>
                  <a:close/>
                </a:path>
              </a:pathLst>
            </a:custGeom>
            <a:blipFill>
              <a:blip r:embed="rId5"/>
              <a:stretch>
                <a:fillRect l="0" t="0" r="0" b="0"/>
              </a:stretch>
            </a:blipFill>
          </p:spPr>
        </p:sp>
        <p:sp>
          <p:nvSpPr>
            <p:cNvPr name="TextBox 34" id="34"/>
            <p:cNvSpPr txBox="true"/>
            <p:nvPr/>
          </p:nvSpPr>
          <p:spPr>
            <a:xfrm rot="0">
              <a:off x="0" y="-38100"/>
              <a:ext cx="3054244"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Administrador</a:t>
              </a:r>
            </a:p>
          </p:txBody>
        </p:sp>
      </p:grpSp>
      <p:grpSp>
        <p:nvGrpSpPr>
          <p:cNvPr name="Group 35" id="35"/>
          <p:cNvGrpSpPr/>
          <p:nvPr/>
        </p:nvGrpSpPr>
        <p:grpSpPr>
          <a:xfrm rot="0">
            <a:off x="1371072" y="5229194"/>
            <a:ext cx="1882812" cy="1496319"/>
            <a:chOff x="0" y="0"/>
            <a:chExt cx="2510416" cy="1995092"/>
          </a:xfrm>
        </p:grpSpPr>
        <p:grpSp>
          <p:nvGrpSpPr>
            <p:cNvPr name="Group 36" id="36"/>
            <p:cNvGrpSpPr/>
            <p:nvPr/>
          </p:nvGrpSpPr>
          <p:grpSpPr>
            <a:xfrm rot="0">
              <a:off x="0" y="275505"/>
              <a:ext cx="2510416" cy="1719587"/>
              <a:chOff x="0" y="0"/>
              <a:chExt cx="3114165" cy="2133143"/>
            </a:xfrm>
          </p:grpSpPr>
          <p:sp>
            <p:nvSpPr>
              <p:cNvPr name="Freeform 37" id="37"/>
              <p:cNvSpPr/>
              <p:nvPr/>
            </p:nvSpPr>
            <p:spPr>
              <a:xfrm flipH="false" flipV="false" rot="0">
                <a:off x="0" y="0"/>
                <a:ext cx="3114165" cy="2133143"/>
              </a:xfrm>
              <a:custGeom>
                <a:avLst/>
                <a:gdLst/>
                <a:ahLst/>
                <a:cxnLst/>
                <a:rect r="r" b="b" t="t" l="l"/>
                <a:pathLst>
                  <a:path h="2133143" w="3114165">
                    <a:moveTo>
                      <a:pt x="0" y="0"/>
                    </a:moveTo>
                    <a:lnTo>
                      <a:pt x="3114165" y="0"/>
                    </a:lnTo>
                    <a:lnTo>
                      <a:pt x="3114165" y="2133143"/>
                    </a:lnTo>
                    <a:lnTo>
                      <a:pt x="0" y="2133143"/>
                    </a:lnTo>
                    <a:close/>
                  </a:path>
                </a:pathLst>
              </a:custGeom>
              <a:gradFill rotWithShape="true">
                <a:gsLst>
                  <a:gs pos="0">
                    <a:srgbClr val="FF9869">
                      <a:alpha val="100000"/>
                    </a:srgbClr>
                  </a:gs>
                  <a:gs pos="100000">
                    <a:srgbClr val="FFD2BD">
                      <a:alpha val="100000"/>
                    </a:srgbClr>
                  </a:gs>
                </a:gsLst>
                <a:lin ang="5400000"/>
              </a:gradFill>
            </p:spPr>
          </p:sp>
          <p:sp>
            <p:nvSpPr>
              <p:cNvPr name="TextBox 38" id="38"/>
              <p:cNvSpPr txBox="true"/>
              <p:nvPr/>
            </p:nvSpPr>
            <p:spPr>
              <a:xfrm>
                <a:off x="0" y="-38100"/>
                <a:ext cx="3114165" cy="2171243"/>
              </a:xfrm>
              <a:prstGeom prst="rect">
                <a:avLst/>
              </a:prstGeom>
            </p:spPr>
            <p:txBody>
              <a:bodyPr anchor="ctr" rtlCol="false" tIns="8364" lIns="8364" bIns="8364" rIns="8364"/>
              <a:lstStyle/>
              <a:p>
                <a:pPr algn="ctr">
                  <a:lnSpc>
                    <a:spcPts val="2660"/>
                  </a:lnSpc>
                </a:pPr>
              </a:p>
            </p:txBody>
          </p:sp>
        </p:grpSp>
        <p:sp>
          <p:nvSpPr>
            <p:cNvPr name="Freeform 39" id="39"/>
            <p:cNvSpPr/>
            <p:nvPr/>
          </p:nvSpPr>
          <p:spPr>
            <a:xfrm flipH="false" flipV="false" rot="0">
              <a:off x="85537" y="404254"/>
              <a:ext cx="2339341" cy="1462088"/>
            </a:xfrm>
            <a:custGeom>
              <a:avLst/>
              <a:gdLst/>
              <a:ahLst/>
              <a:cxnLst/>
              <a:rect r="r" b="b" t="t" l="l"/>
              <a:pathLst>
                <a:path h="1462088" w="2339341">
                  <a:moveTo>
                    <a:pt x="0" y="0"/>
                  </a:moveTo>
                  <a:lnTo>
                    <a:pt x="2339341" y="0"/>
                  </a:lnTo>
                  <a:lnTo>
                    <a:pt x="2339341" y="1462089"/>
                  </a:lnTo>
                  <a:lnTo>
                    <a:pt x="0" y="1462089"/>
                  </a:lnTo>
                  <a:lnTo>
                    <a:pt x="0" y="0"/>
                  </a:lnTo>
                  <a:close/>
                </a:path>
              </a:pathLst>
            </a:custGeom>
            <a:blipFill>
              <a:blip r:embed="rId6"/>
              <a:stretch>
                <a:fillRect l="0" t="0" r="0" b="0"/>
              </a:stretch>
            </a:blipFill>
          </p:spPr>
        </p:sp>
        <p:sp>
          <p:nvSpPr>
            <p:cNvPr name="TextBox 40" id="40"/>
            <p:cNvSpPr txBox="true"/>
            <p:nvPr/>
          </p:nvSpPr>
          <p:spPr>
            <a:xfrm rot="0">
              <a:off x="0" y="-38100"/>
              <a:ext cx="2510416"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Mecanico</a:t>
              </a:r>
            </a:p>
          </p:txBody>
        </p:sp>
      </p:grpSp>
      <p:grpSp>
        <p:nvGrpSpPr>
          <p:cNvPr name="Group 41" id="41"/>
          <p:cNvGrpSpPr/>
          <p:nvPr/>
        </p:nvGrpSpPr>
        <p:grpSpPr>
          <a:xfrm rot="0">
            <a:off x="1187182" y="6792188"/>
            <a:ext cx="2250592" cy="1439886"/>
            <a:chOff x="0" y="0"/>
            <a:chExt cx="3000789" cy="1919848"/>
          </a:xfrm>
        </p:grpSpPr>
        <p:grpSp>
          <p:nvGrpSpPr>
            <p:cNvPr name="Group 42" id="42"/>
            <p:cNvGrpSpPr/>
            <p:nvPr/>
          </p:nvGrpSpPr>
          <p:grpSpPr>
            <a:xfrm rot="0">
              <a:off x="245187" y="275505"/>
              <a:ext cx="2510416" cy="1644343"/>
              <a:chOff x="0" y="0"/>
              <a:chExt cx="3114165" cy="2039803"/>
            </a:xfrm>
          </p:grpSpPr>
          <p:sp>
            <p:nvSpPr>
              <p:cNvPr name="Freeform 43" id="43"/>
              <p:cNvSpPr/>
              <p:nvPr/>
            </p:nvSpPr>
            <p:spPr>
              <a:xfrm flipH="false" flipV="false" rot="0">
                <a:off x="0" y="0"/>
                <a:ext cx="3114165" cy="2039803"/>
              </a:xfrm>
              <a:custGeom>
                <a:avLst/>
                <a:gdLst/>
                <a:ahLst/>
                <a:cxnLst/>
                <a:rect r="r" b="b" t="t" l="l"/>
                <a:pathLst>
                  <a:path h="2039803" w="3114165">
                    <a:moveTo>
                      <a:pt x="0" y="0"/>
                    </a:moveTo>
                    <a:lnTo>
                      <a:pt x="3114165" y="0"/>
                    </a:lnTo>
                    <a:lnTo>
                      <a:pt x="3114165" y="2039803"/>
                    </a:lnTo>
                    <a:lnTo>
                      <a:pt x="0" y="2039803"/>
                    </a:lnTo>
                    <a:close/>
                  </a:path>
                </a:pathLst>
              </a:custGeom>
              <a:gradFill rotWithShape="true">
                <a:gsLst>
                  <a:gs pos="0">
                    <a:srgbClr val="FFDA6A">
                      <a:alpha val="100000"/>
                    </a:srgbClr>
                  </a:gs>
                  <a:gs pos="100000">
                    <a:srgbClr val="FFF7DE">
                      <a:alpha val="100000"/>
                    </a:srgbClr>
                  </a:gs>
                </a:gsLst>
                <a:lin ang="5400000"/>
              </a:gradFill>
            </p:spPr>
          </p:sp>
          <p:sp>
            <p:nvSpPr>
              <p:cNvPr name="TextBox 44" id="44"/>
              <p:cNvSpPr txBox="true"/>
              <p:nvPr/>
            </p:nvSpPr>
            <p:spPr>
              <a:xfrm>
                <a:off x="0" y="-38100"/>
                <a:ext cx="3114165" cy="2077903"/>
              </a:xfrm>
              <a:prstGeom prst="rect">
                <a:avLst/>
              </a:prstGeom>
            </p:spPr>
            <p:txBody>
              <a:bodyPr anchor="ctr" rtlCol="false" tIns="8364" lIns="8364" bIns="8364" rIns="8364"/>
              <a:lstStyle/>
              <a:p>
                <a:pPr algn="ctr">
                  <a:lnSpc>
                    <a:spcPts val="2660"/>
                  </a:lnSpc>
                </a:pPr>
              </a:p>
            </p:txBody>
          </p:sp>
        </p:grpSp>
        <p:sp>
          <p:nvSpPr>
            <p:cNvPr name="Freeform 45" id="45"/>
            <p:cNvSpPr/>
            <p:nvPr/>
          </p:nvSpPr>
          <p:spPr>
            <a:xfrm flipH="false" flipV="false" rot="0">
              <a:off x="348303" y="377619"/>
              <a:ext cx="2304183" cy="1440114"/>
            </a:xfrm>
            <a:custGeom>
              <a:avLst/>
              <a:gdLst/>
              <a:ahLst/>
              <a:cxnLst/>
              <a:rect r="r" b="b" t="t" l="l"/>
              <a:pathLst>
                <a:path h="1440114" w="2304183">
                  <a:moveTo>
                    <a:pt x="0" y="0"/>
                  </a:moveTo>
                  <a:lnTo>
                    <a:pt x="2304183" y="0"/>
                  </a:lnTo>
                  <a:lnTo>
                    <a:pt x="2304183" y="1440115"/>
                  </a:lnTo>
                  <a:lnTo>
                    <a:pt x="0" y="1440115"/>
                  </a:lnTo>
                  <a:lnTo>
                    <a:pt x="0" y="0"/>
                  </a:lnTo>
                  <a:close/>
                </a:path>
              </a:pathLst>
            </a:custGeom>
            <a:blipFill>
              <a:blip r:embed="rId7"/>
              <a:stretch>
                <a:fillRect l="0" t="0" r="0" b="0"/>
              </a:stretch>
            </a:blipFill>
          </p:spPr>
        </p:sp>
        <p:sp>
          <p:nvSpPr>
            <p:cNvPr name="TextBox 46" id="46"/>
            <p:cNvSpPr txBox="true"/>
            <p:nvPr/>
          </p:nvSpPr>
          <p:spPr>
            <a:xfrm rot="0">
              <a:off x="0" y="-38100"/>
              <a:ext cx="300078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Jefe de Taller</a:t>
              </a:r>
            </a:p>
          </p:txBody>
        </p:sp>
      </p:grpSp>
      <p:grpSp>
        <p:nvGrpSpPr>
          <p:cNvPr name="Group 47" id="47"/>
          <p:cNvGrpSpPr/>
          <p:nvPr/>
        </p:nvGrpSpPr>
        <p:grpSpPr>
          <a:xfrm rot="0">
            <a:off x="805597" y="8298749"/>
            <a:ext cx="3013762" cy="1757247"/>
            <a:chOff x="0" y="0"/>
            <a:chExt cx="4018349" cy="2342996"/>
          </a:xfrm>
        </p:grpSpPr>
        <p:grpSp>
          <p:nvGrpSpPr>
            <p:cNvPr name="Group 48" id="48"/>
            <p:cNvGrpSpPr/>
            <p:nvPr/>
          </p:nvGrpSpPr>
          <p:grpSpPr>
            <a:xfrm rot="0">
              <a:off x="753967" y="275505"/>
              <a:ext cx="2510416" cy="2067491"/>
              <a:chOff x="0" y="0"/>
              <a:chExt cx="2623623" cy="2160724"/>
            </a:xfrm>
          </p:grpSpPr>
          <p:sp>
            <p:nvSpPr>
              <p:cNvPr name="Freeform 49" id="49"/>
              <p:cNvSpPr/>
              <p:nvPr/>
            </p:nvSpPr>
            <p:spPr>
              <a:xfrm flipH="false" flipV="false" rot="0">
                <a:off x="0" y="0"/>
                <a:ext cx="2623623" cy="2160724"/>
              </a:xfrm>
              <a:custGeom>
                <a:avLst/>
                <a:gdLst/>
                <a:ahLst/>
                <a:cxnLst/>
                <a:rect r="r" b="b" t="t" l="l"/>
                <a:pathLst>
                  <a:path h="2160724" w="2623623">
                    <a:moveTo>
                      <a:pt x="0" y="0"/>
                    </a:moveTo>
                    <a:lnTo>
                      <a:pt x="2623623" y="0"/>
                    </a:lnTo>
                    <a:lnTo>
                      <a:pt x="2623623" y="2160724"/>
                    </a:lnTo>
                    <a:lnTo>
                      <a:pt x="0" y="2160724"/>
                    </a:lnTo>
                    <a:close/>
                  </a:path>
                </a:pathLst>
              </a:custGeom>
              <a:gradFill rotWithShape="true">
                <a:gsLst>
                  <a:gs pos="0">
                    <a:srgbClr val="7CCE6B">
                      <a:alpha val="100000"/>
                    </a:srgbClr>
                  </a:gs>
                  <a:gs pos="100000">
                    <a:srgbClr val="D8FFD0">
                      <a:alpha val="100000"/>
                    </a:srgbClr>
                  </a:gs>
                </a:gsLst>
                <a:lin ang="5400000"/>
              </a:gradFill>
            </p:spPr>
          </p:sp>
          <p:sp>
            <p:nvSpPr>
              <p:cNvPr name="TextBox 50" id="50"/>
              <p:cNvSpPr txBox="true"/>
              <p:nvPr/>
            </p:nvSpPr>
            <p:spPr>
              <a:xfrm>
                <a:off x="0" y="-38100"/>
                <a:ext cx="2623623" cy="2198824"/>
              </a:xfrm>
              <a:prstGeom prst="rect">
                <a:avLst/>
              </a:prstGeom>
            </p:spPr>
            <p:txBody>
              <a:bodyPr anchor="ctr" rtlCol="false" tIns="33077" lIns="33077" bIns="33077" rIns="33077"/>
              <a:lstStyle/>
              <a:p>
                <a:pPr algn="ctr">
                  <a:lnSpc>
                    <a:spcPts val="2660"/>
                  </a:lnSpc>
                </a:pPr>
              </a:p>
            </p:txBody>
          </p:sp>
        </p:grpSp>
        <p:sp>
          <p:nvSpPr>
            <p:cNvPr name="Freeform 51" id="51"/>
            <p:cNvSpPr/>
            <p:nvPr/>
          </p:nvSpPr>
          <p:spPr>
            <a:xfrm flipH="false" flipV="false" rot="0">
              <a:off x="893662" y="387358"/>
              <a:ext cx="2231025" cy="1851750"/>
            </a:xfrm>
            <a:custGeom>
              <a:avLst/>
              <a:gdLst/>
              <a:ahLst/>
              <a:cxnLst/>
              <a:rect r="r" b="b" t="t" l="l"/>
              <a:pathLst>
                <a:path h="1851750" w="2231025">
                  <a:moveTo>
                    <a:pt x="0" y="0"/>
                  </a:moveTo>
                  <a:lnTo>
                    <a:pt x="2231025" y="0"/>
                  </a:lnTo>
                  <a:lnTo>
                    <a:pt x="2231025" y="1851751"/>
                  </a:lnTo>
                  <a:lnTo>
                    <a:pt x="0" y="1851751"/>
                  </a:lnTo>
                  <a:lnTo>
                    <a:pt x="0" y="0"/>
                  </a:lnTo>
                  <a:close/>
                </a:path>
              </a:pathLst>
            </a:custGeom>
            <a:blipFill>
              <a:blip r:embed="rId8"/>
              <a:stretch>
                <a:fillRect l="0" t="0" r="0" b="0"/>
              </a:stretch>
            </a:blipFill>
          </p:spPr>
        </p:sp>
        <p:sp>
          <p:nvSpPr>
            <p:cNvPr name="TextBox 52" id="52"/>
            <p:cNvSpPr txBox="true"/>
            <p:nvPr/>
          </p:nvSpPr>
          <p:spPr>
            <a:xfrm rot="0">
              <a:off x="0" y="-38100"/>
              <a:ext cx="401834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Asistente de Repuesto</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93124" y="-3636628"/>
            <a:ext cx="5033565" cy="50335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64183" y="-1794490"/>
            <a:ext cx="3896277" cy="389627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307030" y="9025192"/>
            <a:ext cx="2894697" cy="28946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412618" y="1794172"/>
            <a:ext cx="3851298" cy="1638232"/>
            <a:chOff x="0" y="0"/>
            <a:chExt cx="5135064" cy="2184310"/>
          </a:xfrm>
        </p:grpSpPr>
        <p:grpSp>
          <p:nvGrpSpPr>
            <p:cNvPr name="Group 12" id="12"/>
            <p:cNvGrpSpPr/>
            <p:nvPr/>
          </p:nvGrpSpPr>
          <p:grpSpPr>
            <a:xfrm rot="0">
              <a:off x="1312324" y="275505"/>
              <a:ext cx="2510416" cy="1908805"/>
              <a:chOff x="0" y="0"/>
              <a:chExt cx="2706619" cy="2057989"/>
            </a:xfrm>
          </p:grpSpPr>
          <p:sp>
            <p:nvSpPr>
              <p:cNvPr name="Freeform 13" id="13"/>
              <p:cNvSpPr/>
              <p:nvPr/>
            </p:nvSpPr>
            <p:spPr>
              <a:xfrm flipH="false" flipV="false" rot="0">
                <a:off x="0" y="0"/>
                <a:ext cx="2706619" cy="2057989"/>
              </a:xfrm>
              <a:custGeom>
                <a:avLst/>
                <a:gdLst/>
                <a:ahLst/>
                <a:cxnLst/>
                <a:rect r="r" b="b" t="t" l="l"/>
                <a:pathLst>
                  <a:path h="2057989" w="2706619">
                    <a:moveTo>
                      <a:pt x="0" y="0"/>
                    </a:moveTo>
                    <a:lnTo>
                      <a:pt x="2706619" y="0"/>
                    </a:lnTo>
                    <a:lnTo>
                      <a:pt x="2706619" y="2057989"/>
                    </a:lnTo>
                    <a:lnTo>
                      <a:pt x="0" y="2057989"/>
                    </a:lnTo>
                    <a:close/>
                  </a:path>
                </a:pathLst>
              </a:custGeom>
              <a:gradFill rotWithShape="true">
                <a:gsLst>
                  <a:gs pos="0">
                    <a:srgbClr val="FF6767">
                      <a:alpha val="100000"/>
                    </a:srgbClr>
                  </a:gs>
                  <a:gs pos="100000">
                    <a:srgbClr val="FFD1D1">
                      <a:alpha val="100000"/>
                    </a:srgbClr>
                  </a:gs>
                </a:gsLst>
                <a:lin ang="5400000"/>
              </a:gradFill>
            </p:spPr>
          </p:sp>
          <p:sp>
            <p:nvSpPr>
              <p:cNvPr name="TextBox 14" id="14"/>
              <p:cNvSpPr txBox="true"/>
              <p:nvPr/>
            </p:nvSpPr>
            <p:spPr>
              <a:xfrm>
                <a:off x="0" y="-38100"/>
                <a:ext cx="2706619" cy="2096089"/>
              </a:xfrm>
              <a:prstGeom prst="rect">
                <a:avLst/>
              </a:prstGeom>
            </p:spPr>
            <p:txBody>
              <a:bodyPr anchor="ctr" rtlCol="false" tIns="8682" lIns="8682" bIns="8682" rIns="8682"/>
              <a:lstStyle/>
              <a:p>
                <a:pPr algn="ctr">
                  <a:lnSpc>
                    <a:spcPts val="2660"/>
                  </a:lnSpc>
                </a:pPr>
              </a:p>
            </p:txBody>
          </p:sp>
        </p:grpSp>
        <p:sp>
          <p:nvSpPr>
            <p:cNvPr name="Freeform 15" id="15"/>
            <p:cNvSpPr/>
            <p:nvPr/>
          </p:nvSpPr>
          <p:spPr>
            <a:xfrm flipH="false" flipV="false" rot="0">
              <a:off x="1408597" y="353506"/>
              <a:ext cx="2317870" cy="1752804"/>
            </a:xfrm>
            <a:custGeom>
              <a:avLst/>
              <a:gdLst/>
              <a:ahLst/>
              <a:cxnLst/>
              <a:rect r="r" b="b" t="t" l="l"/>
              <a:pathLst>
                <a:path h="1752804" w="2317870">
                  <a:moveTo>
                    <a:pt x="0" y="0"/>
                  </a:moveTo>
                  <a:lnTo>
                    <a:pt x="2317870" y="0"/>
                  </a:lnTo>
                  <a:lnTo>
                    <a:pt x="2317870" y="1752803"/>
                  </a:lnTo>
                  <a:lnTo>
                    <a:pt x="0" y="1752803"/>
                  </a:lnTo>
                  <a:lnTo>
                    <a:pt x="0" y="0"/>
                  </a:lnTo>
                  <a:close/>
                </a:path>
              </a:pathLst>
            </a:custGeom>
            <a:blipFill>
              <a:blip r:embed="rId2"/>
              <a:stretch>
                <a:fillRect l="0" t="-3944" r="-2063" b="-3944"/>
              </a:stretch>
            </a:blipFill>
          </p:spPr>
        </p:sp>
        <p:sp>
          <p:nvSpPr>
            <p:cNvPr name="TextBox 16" id="16"/>
            <p:cNvSpPr txBox="true"/>
            <p:nvPr/>
          </p:nvSpPr>
          <p:spPr>
            <a:xfrm rot="0">
              <a:off x="0" y="-38100"/>
              <a:ext cx="5135064"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Recepcionista y Guardia de Acceso</a:t>
              </a:r>
            </a:p>
          </p:txBody>
        </p:sp>
      </p:grpSp>
      <p:grpSp>
        <p:nvGrpSpPr>
          <p:cNvPr name="Group 17" id="17"/>
          <p:cNvGrpSpPr/>
          <p:nvPr/>
        </p:nvGrpSpPr>
        <p:grpSpPr>
          <a:xfrm rot="0">
            <a:off x="5307030" y="375270"/>
            <a:ext cx="11204096" cy="9536460"/>
            <a:chOff x="0" y="0"/>
            <a:chExt cx="14938795" cy="12715280"/>
          </a:xfrm>
        </p:grpSpPr>
        <p:grpSp>
          <p:nvGrpSpPr>
            <p:cNvPr name="Group 18" id="18"/>
            <p:cNvGrpSpPr/>
            <p:nvPr/>
          </p:nvGrpSpPr>
          <p:grpSpPr>
            <a:xfrm rot="0">
              <a:off x="305101" y="1788147"/>
              <a:ext cx="14328593" cy="10927132"/>
              <a:chOff x="0" y="0"/>
              <a:chExt cx="2904776" cy="2215212"/>
            </a:xfrm>
          </p:grpSpPr>
          <p:sp>
            <p:nvSpPr>
              <p:cNvPr name="Freeform 19" id="19"/>
              <p:cNvSpPr/>
              <p:nvPr/>
            </p:nvSpPr>
            <p:spPr>
              <a:xfrm flipH="false" flipV="false" rot="0">
                <a:off x="0" y="0"/>
                <a:ext cx="2904776" cy="2215212"/>
              </a:xfrm>
              <a:custGeom>
                <a:avLst/>
                <a:gdLst/>
                <a:ahLst/>
                <a:cxnLst/>
                <a:rect r="r" b="b" t="t" l="l"/>
                <a:pathLst>
                  <a:path h="2215212" w="2904776">
                    <a:moveTo>
                      <a:pt x="0" y="0"/>
                    </a:moveTo>
                    <a:lnTo>
                      <a:pt x="2904776" y="0"/>
                    </a:lnTo>
                    <a:lnTo>
                      <a:pt x="2904776" y="2215212"/>
                    </a:lnTo>
                    <a:lnTo>
                      <a:pt x="0" y="2215212"/>
                    </a:lnTo>
                    <a:close/>
                  </a:path>
                </a:pathLst>
              </a:custGeom>
              <a:gradFill rotWithShape="true">
                <a:gsLst>
                  <a:gs pos="0">
                    <a:srgbClr val="F093FF">
                      <a:alpha val="100000"/>
                    </a:srgbClr>
                  </a:gs>
                  <a:gs pos="100000">
                    <a:srgbClr val="FDF1FF">
                      <a:alpha val="100000"/>
                    </a:srgbClr>
                  </a:gs>
                </a:gsLst>
                <a:lin ang="5400000"/>
              </a:gradFill>
            </p:spPr>
          </p:sp>
          <p:sp>
            <p:nvSpPr>
              <p:cNvPr name="TextBox 20" id="20"/>
              <p:cNvSpPr txBox="true"/>
              <p:nvPr/>
            </p:nvSpPr>
            <p:spPr>
              <a:xfrm>
                <a:off x="0" y="-38100"/>
                <a:ext cx="2904776" cy="2253312"/>
              </a:xfrm>
              <a:prstGeom prst="rect">
                <a:avLst/>
              </a:prstGeom>
            </p:spPr>
            <p:txBody>
              <a:bodyPr anchor="ctr" rtlCol="false" tIns="7852" lIns="7852" bIns="7852" rIns="7852"/>
              <a:lstStyle/>
              <a:p>
                <a:pPr algn="ctr">
                  <a:lnSpc>
                    <a:spcPts val="2660"/>
                  </a:lnSpc>
                </a:pPr>
              </a:p>
            </p:txBody>
          </p:sp>
        </p:grpSp>
        <p:sp>
          <p:nvSpPr>
            <p:cNvPr name="Freeform 21" id="21"/>
            <p:cNvSpPr/>
            <p:nvPr/>
          </p:nvSpPr>
          <p:spPr>
            <a:xfrm flipH="false" flipV="false" rot="0">
              <a:off x="1034004" y="2706717"/>
              <a:ext cx="12870786" cy="9089993"/>
            </a:xfrm>
            <a:custGeom>
              <a:avLst/>
              <a:gdLst/>
              <a:ahLst/>
              <a:cxnLst/>
              <a:rect r="r" b="b" t="t" l="l"/>
              <a:pathLst>
                <a:path h="9089993" w="12870786">
                  <a:moveTo>
                    <a:pt x="0" y="0"/>
                  </a:moveTo>
                  <a:lnTo>
                    <a:pt x="12870786" y="0"/>
                  </a:lnTo>
                  <a:lnTo>
                    <a:pt x="12870786" y="9089993"/>
                  </a:lnTo>
                  <a:lnTo>
                    <a:pt x="0" y="9089993"/>
                  </a:lnTo>
                  <a:lnTo>
                    <a:pt x="0" y="0"/>
                  </a:lnTo>
                  <a:close/>
                </a:path>
              </a:pathLst>
            </a:custGeom>
            <a:blipFill>
              <a:blip r:embed="rId3"/>
              <a:stretch>
                <a:fillRect l="0" t="0" r="0" b="0"/>
              </a:stretch>
            </a:blipFill>
          </p:spPr>
        </p:sp>
        <p:sp>
          <p:nvSpPr>
            <p:cNvPr name="TextBox 22" id="22"/>
            <p:cNvSpPr txBox="true"/>
            <p:nvPr/>
          </p:nvSpPr>
          <p:spPr>
            <a:xfrm rot="0">
              <a:off x="0" y="-180975"/>
              <a:ext cx="14938795" cy="1753465"/>
            </a:xfrm>
            <a:prstGeom prst="rect">
              <a:avLst/>
            </a:prstGeom>
          </p:spPr>
          <p:txBody>
            <a:bodyPr anchor="t" rtlCol="false" tIns="0" lIns="0" bIns="0" rIns="0">
              <a:spAutoFit/>
            </a:bodyPr>
            <a:lstStyle/>
            <a:p>
              <a:pPr algn="ctr">
                <a:lnSpc>
                  <a:spcPts val="10148"/>
                </a:lnSpc>
              </a:pPr>
              <a:r>
                <a:rPr lang="en-US" b="true" sz="7990">
                  <a:solidFill>
                    <a:srgbClr val="000000"/>
                  </a:solidFill>
                  <a:latin typeface="Codec Pro Bold"/>
                  <a:ea typeface="Codec Pro Bold"/>
                  <a:cs typeface="Codec Pro Bold"/>
                  <a:sym typeface="Codec Pro Bold"/>
                </a:rPr>
                <a:t>Vista del Supervisor</a:t>
              </a:r>
            </a:p>
          </p:txBody>
        </p:sp>
      </p:grpSp>
      <p:grpSp>
        <p:nvGrpSpPr>
          <p:cNvPr name="Group 23" id="23"/>
          <p:cNvGrpSpPr/>
          <p:nvPr/>
        </p:nvGrpSpPr>
        <p:grpSpPr>
          <a:xfrm rot="0">
            <a:off x="1192925" y="236190"/>
            <a:ext cx="2290683" cy="1491307"/>
            <a:chOff x="0" y="0"/>
            <a:chExt cx="3054244" cy="1988409"/>
          </a:xfrm>
        </p:grpSpPr>
        <p:grpSp>
          <p:nvGrpSpPr>
            <p:cNvPr name="Group 24" id="24"/>
            <p:cNvGrpSpPr/>
            <p:nvPr/>
          </p:nvGrpSpPr>
          <p:grpSpPr>
            <a:xfrm rot="0">
              <a:off x="271914" y="313289"/>
              <a:ext cx="2510416" cy="1675120"/>
              <a:chOff x="0" y="0"/>
              <a:chExt cx="3286308" cy="2192849"/>
            </a:xfrm>
          </p:grpSpPr>
          <p:sp>
            <p:nvSpPr>
              <p:cNvPr name="Freeform 25" id="25"/>
              <p:cNvSpPr/>
              <p:nvPr/>
            </p:nvSpPr>
            <p:spPr>
              <a:xfrm flipH="false" flipV="false" rot="0">
                <a:off x="0" y="0"/>
                <a:ext cx="3286308" cy="2192849"/>
              </a:xfrm>
              <a:custGeom>
                <a:avLst/>
                <a:gdLst/>
                <a:ahLst/>
                <a:cxnLst/>
                <a:rect r="r" b="b" t="t" l="l"/>
                <a:pathLst>
                  <a:path h="2192849" w="3286308">
                    <a:moveTo>
                      <a:pt x="0" y="0"/>
                    </a:moveTo>
                    <a:lnTo>
                      <a:pt x="3286308" y="0"/>
                    </a:lnTo>
                    <a:lnTo>
                      <a:pt x="3286308" y="2192849"/>
                    </a:lnTo>
                    <a:lnTo>
                      <a:pt x="0" y="2192849"/>
                    </a:lnTo>
                    <a:close/>
                  </a:path>
                </a:pathLst>
              </a:custGeom>
              <a:gradFill rotWithShape="true">
                <a:gsLst>
                  <a:gs pos="0">
                    <a:srgbClr val="84A9FF">
                      <a:alpha val="100000"/>
                    </a:srgbClr>
                  </a:gs>
                  <a:gs pos="100000">
                    <a:srgbClr val="F5F8FF">
                      <a:alpha val="100000"/>
                    </a:srgbClr>
                  </a:gs>
                </a:gsLst>
                <a:lin ang="5400000"/>
              </a:gradFill>
            </p:spPr>
          </p:sp>
          <p:sp>
            <p:nvSpPr>
              <p:cNvPr name="TextBox 26" id="26"/>
              <p:cNvSpPr txBox="true"/>
              <p:nvPr/>
            </p:nvSpPr>
            <p:spPr>
              <a:xfrm>
                <a:off x="0" y="-38100"/>
                <a:ext cx="3286308" cy="2230949"/>
              </a:xfrm>
              <a:prstGeom prst="rect">
                <a:avLst/>
              </a:prstGeom>
            </p:spPr>
            <p:txBody>
              <a:bodyPr anchor="ctr" rtlCol="false" tIns="7665" lIns="7665" bIns="7665" rIns="7665"/>
              <a:lstStyle/>
              <a:p>
                <a:pPr algn="ctr">
                  <a:lnSpc>
                    <a:spcPts val="2660"/>
                  </a:lnSpc>
                </a:pPr>
              </a:p>
            </p:txBody>
          </p:sp>
        </p:grpSp>
        <p:sp>
          <p:nvSpPr>
            <p:cNvPr name="Freeform 27" id="27"/>
            <p:cNvSpPr/>
            <p:nvPr/>
          </p:nvSpPr>
          <p:spPr>
            <a:xfrm flipH="false" flipV="false" rot="0">
              <a:off x="399867" y="446315"/>
              <a:ext cx="2254510" cy="1409069"/>
            </a:xfrm>
            <a:custGeom>
              <a:avLst/>
              <a:gdLst/>
              <a:ahLst/>
              <a:cxnLst/>
              <a:rect r="r" b="b" t="t" l="l"/>
              <a:pathLst>
                <a:path h="1409069" w="2254510">
                  <a:moveTo>
                    <a:pt x="0" y="0"/>
                  </a:moveTo>
                  <a:lnTo>
                    <a:pt x="2254510" y="0"/>
                  </a:lnTo>
                  <a:lnTo>
                    <a:pt x="2254510" y="1409069"/>
                  </a:lnTo>
                  <a:lnTo>
                    <a:pt x="0" y="1409069"/>
                  </a:lnTo>
                  <a:lnTo>
                    <a:pt x="0" y="0"/>
                  </a:lnTo>
                  <a:close/>
                </a:path>
              </a:pathLst>
            </a:custGeom>
            <a:blipFill>
              <a:blip r:embed="rId4"/>
              <a:stretch>
                <a:fillRect l="0" t="0" r="0" b="0"/>
              </a:stretch>
            </a:blipFill>
          </p:spPr>
        </p:sp>
        <p:sp>
          <p:nvSpPr>
            <p:cNvPr name="TextBox 28" id="28"/>
            <p:cNvSpPr txBox="true"/>
            <p:nvPr/>
          </p:nvSpPr>
          <p:spPr>
            <a:xfrm rot="0">
              <a:off x="0" y="-38100"/>
              <a:ext cx="3054244"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Administrador</a:t>
              </a:r>
            </a:p>
          </p:txBody>
        </p:sp>
      </p:grpSp>
      <p:grpSp>
        <p:nvGrpSpPr>
          <p:cNvPr name="Group 29" id="29"/>
          <p:cNvGrpSpPr/>
          <p:nvPr/>
        </p:nvGrpSpPr>
        <p:grpSpPr>
          <a:xfrm rot="0">
            <a:off x="1396861" y="3499080"/>
            <a:ext cx="1882812" cy="1496319"/>
            <a:chOff x="0" y="0"/>
            <a:chExt cx="2510416" cy="1995092"/>
          </a:xfrm>
        </p:grpSpPr>
        <p:grpSp>
          <p:nvGrpSpPr>
            <p:cNvPr name="Group 30" id="30"/>
            <p:cNvGrpSpPr/>
            <p:nvPr/>
          </p:nvGrpSpPr>
          <p:grpSpPr>
            <a:xfrm rot="0">
              <a:off x="0" y="275505"/>
              <a:ext cx="2510416" cy="1719587"/>
              <a:chOff x="0" y="0"/>
              <a:chExt cx="3114165" cy="2133143"/>
            </a:xfrm>
          </p:grpSpPr>
          <p:sp>
            <p:nvSpPr>
              <p:cNvPr name="Freeform 31" id="31"/>
              <p:cNvSpPr/>
              <p:nvPr/>
            </p:nvSpPr>
            <p:spPr>
              <a:xfrm flipH="false" flipV="false" rot="0">
                <a:off x="0" y="0"/>
                <a:ext cx="3114165" cy="2133143"/>
              </a:xfrm>
              <a:custGeom>
                <a:avLst/>
                <a:gdLst/>
                <a:ahLst/>
                <a:cxnLst/>
                <a:rect r="r" b="b" t="t" l="l"/>
                <a:pathLst>
                  <a:path h="2133143" w="3114165">
                    <a:moveTo>
                      <a:pt x="0" y="0"/>
                    </a:moveTo>
                    <a:lnTo>
                      <a:pt x="3114165" y="0"/>
                    </a:lnTo>
                    <a:lnTo>
                      <a:pt x="3114165" y="2133143"/>
                    </a:lnTo>
                    <a:lnTo>
                      <a:pt x="0" y="2133143"/>
                    </a:lnTo>
                    <a:close/>
                  </a:path>
                </a:pathLst>
              </a:custGeom>
              <a:gradFill rotWithShape="true">
                <a:gsLst>
                  <a:gs pos="0">
                    <a:srgbClr val="FF9869">
                      <a:alpha val="100000"/>
                    </a:srgbClr>
                  </a:gs>
                  <a:gs pos="100000">
                    <a:srgbClr val="FFD2BD">
                      <a:alpha val="100000"/>
                    </a:srgbClr>
                  </a:gs>
                </a:gsLst>
                <a:lin ang="5400000"/>
              </a:gradFill>
            </p:spPr>
          </p:sp>
          <p:sp>
            <p:nvSpPr>
              <p:cNvPr name="TextBox 32" id="32"/>
              <p:cNvSpPr txBox="true"/>
              <p:nvPr/>
            </p:nvSpPr>
            <p:spPr>
              <a:xfrm>
                <a:off x="0" y="-38100"/>
                <a:ext cx="3114165" cy="2171243"/>
              </a:xfrm>
              <a:prstGeom prst="rect">
                <a:avLst/>
              </a:prstGeom>
            </p:spPr>
            <p:txBody>
              <a:bodyPr anchor="ctr" rtlCol="false" tIns="8364" lIns="8364" bIns="8364" rIns="8364"/>
              <a:lstStyle/>
              <a:p>
                <a:pPr algn="ctr">
                  <a:lnSpc>
                    <a:spcPts val="2660"/>
                  </a:lnSpc>
                </a:pPr>
              </a:p>
            </p:txBody>
          </p:sp>
        </p:grpSp>
        <p:sp>
          <p:nvSpPr>
            <p:cNvPr name="Freeform 33" id="33"/>
            <p:cNvSpPr/>
            <p:nvPr/>
          </p:nvSpPr>
          <p:spPr>
            <a:xfrm flipH="false" flipV="false" rot="0">
              <a:off x="85537" y="404254"/>
              <a:ext cx="2339341" cy="1462088"/>
            </a:xfrm>
            <a:custGeom>
              <a:avLst/>
              <a:gdLst/>
              <a:ahLst/>
              <a:cxnLst/>
              <a:rect r="r" b="b" t="t" l="l"/>
              <a:pathLst>
                <a:path h="1462088" w="2339341">
                  <a:moveTo>
                    <a:pt x="0" y="0"/>
                  </a:moveTo>
                  <a:lnTo>
                    <a:pt x="2339341" y="0"/>
                  </a:lnTo>
                  <a:lnTo>
                    <a:pt x="2339341" y="1462089"/>
                  </a:lnTo>
                  <a:lnTo>
                    <a:pt x="0" y="1462089"/>
                  </a:lnTo>
                  <a:lnTo>
                    <a:pt x="0" y="0"/>
                  </a:lnTo>
                  <a:close/>
                </a:path>
              </a:pathLst>
            </a:custGeom>
            <a:blipFill>
              <a:blip r:embed="rId5"/>
              <a:stretch>
                <a:fillRect l="0" t="0" r="0" b="0"/>
              </a:stretch>
            </a:blipFill>
          </p:spPr>
        </p:sp>
        <p:sp>
          <p:nvSpPr>
            <p:cNvPr name="TextBox 34" id="34"/>
            <p:cNvSpPr txBox="true"/>
            <p:nvPr/>
          </p:nvSpPr>
          <p:spPr>
            <a:xfrm rot="0">
              <a:off x="0" y="-38100"/>
              <a:ext cx="2510416"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Mecanico</a:t>
              </a:r>
            </a:p>
          </p:txBody>
        </p:sp>
      </p:grpSp>
      <p:grpSp>
        <p:nvGrpSpPr>
          <p:cNvPr name="Group 35" id="35"/>
          <p:cNvGrpSpPr/>
          <p:nvPr/>
        </p:nvGrpSpPr>
        <p:grpSpPr>
          <a:xfrm rot="0">
            <a:off x="1212971" y="5062074"/>
            <a:ext cx="2250592" cy="1439886"/>
            <a:chOff x="0" y="0"/>
            <a:chExt cx="3000789" cy="1919848"/>
          </a:xfrm>
        </p:grpSpPr>
        <p:grpSp>
          <p:nvGrpSpPr>
            <p:cNvPr name="Group 36" id="36"/>
            <p:cNvGrpSpPr/>
            <p:nvPr/>
          </p:nvGrpSpPr>
          <p:grpSpPr>
            <a:xfrm rot="0">
              <a:off x="245187" y="275505"/>
              <a:ext cx="2510416" cy="1644343"/>
              <a:chOff x="0" y="0"/>
              <a:chExt cx="3114165" cy="2039803"/>
            </a:xfrm>
          </p:grpSpPr>
          <p:sp>
            <p:nvSpPr>
              <p:cNvPr name="Freeform 37" id="37"/>
              <p:cNvSpPr/>
              <p:nvPr/>
            </p:nvSpPr>
            <p:spPr>
              <a:xfrm flipH="false" flipV="false" rot="0">
                <a:off x="0" y="0"/>
                <a:ext cx="3114165" cy="2039803"/>
              </a:xfrm>
              <a:custGeom>
                <a:avLst/>
                <a:gdLst/>
                <a:ahLst/>
                <a:cxnLst/>
                <a:rect r="r" b="b" t="t" l="l"/>
                <a:pathLst>
                  <a:path h="2039803" w="3114165">
                    <a:moveTo>
                      <a:pt x="0" y="0"/>
                    </a:moveTo>
                    <a:lnTo>
                      <a:pt x="3114165" y="0"/>
                    </a:lnTo>
                    <a:lnTo>
                      <a:pt x="3114165" y="2039803"/>
                    </a:lnTo>
                    <a:lnTo>
                      <a:pt x="0" y="2039803"/>
                    </a:lnTo>
                    <a:close/>
                  </a:path>
                </a:pathLst>
              </a:custGeom>
              <a:gradFill rotWithShape="true">
                <a:gsLst>
                  <a:gs pos="0">
                    <a:srgbClr val="FFDA6A">
                      <a:alpha val="100000"/>
                    </a:srgbClr>
                  </a:gs>
                  <a:gs pos="100000">
                    <a:srgbClr val="FFF7DE">
                      <a:alpha val="100000"/>
                    </a:srgbClr>
                  </a:gs>
                </a:gsLst>
                <a:lin ang="5400000"/>
              </a:gradFill>
            </p:spPr>
          </p:sp>
          <p:sp>
            <p:nvSpPr>
              <p:cNvPr name="TextBox 38" id="38"/>
              <p:cNvSpPr txBox="true"/>
              <p:nvPr/>
            </p:nvSpPr>
            <p:spPr>
              <a:xfrm>
                <a:off x="0" y="-38100"/>
                <a:ext cx="3114165" cy="2077903"/>
              </a:xfrm>
              <a:prstGeom prst="rect">
                <a:avLst/>
              </a:prstGeom>
            </p:spPr>
            <p:txBody>
              <a:bodyPr anchor="ctr" rtlCol="false" tIns="8364" lIns="8364" bIns="8364" rIns="8364"/>
              <a:lstStyle/>
              <a:p>
                <a:pPr algn="ctr">
                  <a:lnSpc>
                    <a:spcPts val="2660"/>
                  </a:lnSpc>
                </a:pPr>
              </a:p>
            </p:txBody>
          </p:sp>
        </p:grpSp>
        <p:sp>
          <p:nvSpPr>
            <p:cNvPr name="Freeform 39" id="39"/>
            <p:cNvSpPr/>
            <p:nvPr/>
          </p:nvSpPr>
          <p:spPr>
            <a:xfrm flipH="false" flipV="false" rot="0">
              <a:off x="348303" y="377619"/>
              <a:ext cx="2304183" cy="1440114"/>
            </a:xfrm>
            <a:custGeom>
              <a:avLst/>
              <a:gdLst/>
              <a:ahLst/>
              <a:cxnLst/>
              <a:rect r="r" b="b" t="t" l="l"/>
              <a:pathLst>
                <a:path h="1440114" w="2304183">
                  <a:moveTo>
                    <a:pt x="0" y="0"/>
                  </a:moveTo>
                  <a:lnTo>
                    <a:pt x="2304183" y="0"/>
                  </a:lnTo>
                  <a:lnTo>
                    <a:pt x="2304183" y="1440115"/>
                  </a:lnTo>
                  <a:lnTo>
                    <a:pt x="0" y="1440115"/>
                  </a:lnTo>
                  <a:lnTo>
                    <a:pt x="0" y="0"/>
                  </a:lnTo>
                  <a:close/>
                </a:path>
              </a:pathLst>
            </a:custGeom>
            <a:blipFill>
              <a:blip r:embed="rId6"/>
              <a:stretch>
                <a:fillRect l="0" t="0" r="0" b="0"/>
              </a:stretch>
            </a:blipFill>
          </p:spPr>
        </p:sp>
        <p:sp>
          <p:nvSpPr>
            <p:cNvPr name="TextBox 40" id="40"/>
            <p:cNvSpPr txBox="true"/>
            <p:nvPr/>
          </p:nvSpPr>
          <p:spPr>
            <a:xfrm rot="0">
              <a:off x="0" y="-38100"/>
              <a:ext cx="300078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Jefe de Taller</a:t>
              </a:r>
            </a:p>
          </p:txBody>
        </p:sp>
      </p:grpSp>
      <p:grpSp>
        <p:nvGrpSpPr>
          <p:cNvPr name="Group 41" id="41"/>
          <p:cNvGrpSpPr/>
          <p:nvPr/>
        </p:nvGrpSpPr>
        <p:grpSpPr>
          <a:xfrm rot="0">
            <a:off x="831386" y="6568635"/>
            <a:ext cx="3013762" cy="1757247"/>
            <a:chOff x="0" y="0"/>
            <a:chExt cx="4018349" cy="2342996"/>
          </a:xfrm>
        </p:grpSpPr>
        <p:grpSp>
          <p:nvGrpSpPr>
            <p:cNvPr name="Group 42" id="42"/>
            <p:cNvGrpSpPr/>
            <p:nvPr/>
          </p:nvGrpSpPr>
          <p:grpSpPr>
            <a:xfrm rot="0">
              <a:off x="753967" y="275505"/>
              <a:ext cx="2510416" cy="2067491"/>
              <a:chOff x="0" y="0"/>
              <a:chExt cx="2623623" cy="2160724"/>
            </a:xfrm>
          </p:grpSpPr>
          <p:sp>
            <p:nvSpPr>
              <p:cNvPr name="Freeform 43" id="43"/>
              <p:cNvSpPr/>
              <p:nvPr/>
            </p:nvSpPr>
            <p:spPr>
              <a:xfrm flipH="false" flipV="false" rot="0">
                <a:off x="0" y="0"/>
                <a:ext cx="2623623" cy="2160724"/>
              </a:xfrm>
              <a:custGeom>
                <a:avLst/>
                <a:gdLst/>
                <a:ahLst/>
                <a:cxnLst/>
                <a:rect r="r" b="b" t="t" l="l"/>
                <a:pathLst>
                  <a:path h="2160724" w="2623623">
                    <a:moveTo>
                      <a:pt x="0" y="0"/>
                    </a:moveTo>
                    <a:lnTo>
                      <a:pt x="2623623" y="0"/>
                    </a:lnTo>
                    <a:lnTo>
                      <a:pt x="2623623" y="2160724"/>
                    </a:lnTo>
                    <a:lnTo>
                      <a:pt x="0" y="2160724"/>
                    </a:lnTo>
                    <a:close/>
                  </a:path>
                </a:pathLst>
              </a:custGeom>
              <a:gradFill rotWithShape="true">
                <a:gsLst>
                  <a:gs pos="0">
                    <a:srgbClr val="7CCE6B">
                      <a:alpha val="100000"/>
                    </a:srgbClr>
                  </a:gs>
                  <a:gs pos="100000">
                    <a:srgbClr val="D8FFD0">
                      <a:alpha val="100000"/>
                    </a:srgbClr>
                  </a:gs>
                </a:gsLst>
                <a:lin ang="5400000"/>
              </a:gradFill>
            </p:spPr>
          </p:sp>
          <p:sp>
            <p:nvSpPr>
              <p:cNvPr name="TextBox 44" id="44"/>
              <p:cNvSpPr txBox="true"/>
              <p:nvPr/>
            </p:nvSpPr>
            <p:spPr>
              <a:xfrm>
                <a:off x="0" y="-38100"/>
                <a:ext cx="2623623" cy="2198824"/>
              </a:xfrm>
              <a:prstGeom prst="rect">
                <a:avLst/>
              </a:prstGeom>
            </p:spPr>
            <p:txBody>
              <a:bodyPr anchor="ctr" rtlCol="false" tIns="33077" lIns="33077" bIns="33077" rIns="33077"/>
              <a:lstStyle/>
              <a:p>
                <a:pPr algn="ctr">
                  <a:lnSpc>
                    <a:spcPts val="2660"/>
                  </a:lnSpc>
                </a:pPr>
              </a:p>
            </p:txBody>
          </p:sp>
        </p:grpSp>
        <p:sp>
          <p:nvSpPr>
            <p:cNvPr name="Freeform 45" id="45"/>
            <p:cNvSpPr/>
            <p:nvPr/>
          </p:nvSpPr>
          <p:spPr>
            <a:xfrm flipH="false" flipV="false" rot="0">
              <a:off x="893662" y="387358"/>
              <a:ext cx="2231025" cy="1851750"/>
            </a:xfrm>
            <a:custGeom>
              <a:avLst/>
              <a:gdLst/>
              <a:ahLst/>
              <a:cxnLst/>
              <a:rect r="r" b="b" t="t" l="l"/>
              <a:pathLst>
                <a:path h="1851750" w="2231025">
                  <a:moveTo>
                    <a:pt x="0" y="0"/>
                  </a:moveTo>
                  <a:lnTo>
                    <a:pt x="2231025" y="0"/>
                  </a:lnTo>
                  <a:lnTo>
                    <a:pt x="2231025" y="1851751"/>
                  </a:lnTo>
                  <a:lnTo>
                    <a:pt x="0" y="1851751"/>
                  </a:lnTo>
                  <a:lnTo>
                    <a:pt x="0" y="0"/>
                  </a:lnTo>
                  <a:close/>
                </a:path>
              </a:pathLst>
            </a:custGeom>
            <a:blipFill>
              <a:blip r:embed="rId7"/>
              <a:stretch>
                <a:fillRect l="0" t="0" r="0" b="0"/>
              </a:stretch>
            </a:blipFill>
          </p:spPr>
        </p:sp>
        <p:sp>
          <p:nvSpPr>
            <p:cNvPr name="TextBox 46" id="46"/>
            <p:cNvSpPr txBox="true"/>
            <p:nvPr/>
          </p:nvSpPr>
          <p:spPr>
            <a:xfrm rot="0">
              <a:off x="0" y="-38100"/>
              <a:ext cx="401834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Asistente de Repuesto</a:t>
              </a:r>
            </a:p>
          </p:txBody>
        </p:sp>
      </p:grpSp>
      <p:grpSp>
        <p:nvGrpSpPr>
          <p:cNvPr name="Group 47" id="47"/>
          <p:cNvGrpSpPr/>
          <p:nvPr/>
        </p:nvGrpSpPr>
        <p:grpSpPr>
          <a:xfrm rot="0">
            <a:off x="964162" y="8392557"/>
            <a:ext cx="2748210" cy="1658253"/>
            <a:chOff x="0" y="0"/>
            <a:chExt cx="3664279" cy="2211004"/>
          </a:xfrm>
        </p:grpSpPr>
        <p:grpSp>
          <p:nvGrpSpPr>
            <p:cNvPr name="Group 48" id="48"/>
            <p:cNvGrpSpPr/>
            <p:nvPr/>
          </p:nvGrpSpPr>
          <p:grpSpPr>
            <a:xfrm rot="0">
              <a:off x="576932" y="313289"/>
              <a:ext cx="2510416" cy="1897715"/>
              <a:chOff x="0" y="0"/>
              <a:chExt cx="2787980" cy="2107536"/>
            </a:xfrm>
          </p:grpSpPr>
          <p:sp>
            <p:nvSpPr>
              <p:cNvPr name="Freeform 49" id="49"/>
              <p:cNvSpPr/>
              <p:nvPr/>
            </p:nvSpPr>
            <p:spPr>
              <a:xfrm flipH="false" flipV="false" rot="0">
                <a:off x="0" y="0"/>
                <a:ext cx="2787980" cy="2107536"/>
              </a:xfrm>
              <a:custGeom>
                <a:avLst/>
                <a:gdLst/>
                <a:ahLst/>
                <a:cxnLst/>
                <a:rect r="r" b="b" t="t" l="l"/>
                <a:pathLst>
                  <a:path h="2107536" w="2787980">
                    <a:moveTo>
                      <a:pt x="0" y="0"/>
                    </a:moveTo>
                    <a:lnTo>
                      <a:pt x="2787980" y="0"/>
                    </a:lnTo>
                    <a:lnTo>
                      <a:pt x="2787980" y="2107536"/>
                    </a:lnTo>
                    <a:lnTo>
                      <a:pt x="0" y="2107536"/>
                    </a:lnTo>
                    <a:close/>
                  </a:path>
                </a:pathLst>
              </a:custGeom>
              <a:gradFill rotWithShape="true">
                <a:gsLst>
                  <a:gs pos="0">
                    <a:srgbClr val="7AF6EE">
                      <a:alpha val="100000"/>
                    </a:srgbClr>
                  </a:gs>
                  <a:gs pos="100000">
                    <a:srgbClr val="EAFFFE">
                      <a:alpha val="100000"/>
                    </a:srgbClr>
                  </a:gs>
                </a:gsLst>
                <a:lin ang="5400000"/>
              </a:gradFill>
            </p:spPr>
          </p:sp>
          <p:sp>
            <p:nvSpPr>
              <p:cNvPr name="TextBox 50" id="50"/>
              <p:cNvSpPr txBox="true"/>
              <p:nvPr/>
            </p:nvSpPr>
            <p:spPr>
              <a:xfrm>
                <a:off x="0" y="-38100"/>
                <a:ext cx="2787980" cy="2145636"/>
              </a:xfrm>
              <a:prstGeom prst="rect">
                <a:avLst/>
              </a:prstGeom>
            </p:spPr>
            <p:txBody>
              <a:bodyPr anchor="ctr" rtlCol="false" tIns="27060" lIns="27060" bIns="27060" rIns="27060"/>
              <a:lstStyle/>
              <a:p>
                <a:pPr algn="ctr">
                  <a:lnSpc>
                    <a:spcPts val="2660"/>
                  </a:lnSpc>
                </a:pPr>
              </a:p>
            </p:txBody>
          </p:sp>
        </p:grpSp>
        <p:sp>
          <p:nvSpPr>
            <p:cNvPr name="Freeform 51" id="51"/>
            <p:cNvSpPr/>
            <p:nvPr/>
          </p:nvSpPr>
          <p:spPr>
            <a:xfrm flipH="false" flipV="false" rot="0">
              <a:off x="687262" y="410644"/>
              <a:ext cx="2289755" cy="1703005"/>
            </a:xfrm>
            <a:custGeom>
              <a:avLst/>
              <a:gdLst/>
              <a:ahLst/>
              <a:cxnLst/>
              <a:rect r="r" b="b" t="t" l="l"/>
              <a:pathLst>
                <a:path h="1703005" w="2289755">
                  <a:moveTo>
                    <a:pt x="0" y="0"/>
                  </a:moveTo>
                  <a:lnTo>
                    <a:pt x="2289755" y="0"/>
                  </a:lnTo>
                  <a:lnTo>
                    <a:pt x="2289755" y="1703005"/>
                  </a:lnTo>
                  <a:lnTo>
                    <a:pt x="0" y="1703005"/>
                  </a:lnTo>
                  <a:lnTo>
                    <a:pt x="0" y="0"/>
                  </a:lnTo>
                  <a:close/>
                </a:path>
              </a:pathLst>
            </a:custGeom>
            <a:blipFill>
              <a:blip r:embed="rId8"/>
              <a:stretch>
                <a:fillRect l="0" t="0" r="0" b="0"/>
              </a:stretch>
            </a:blipFill>
          </p:spPr>
        </p:sp>
        <p:sp>
          <p:nvSpPr>
            <p:cNvPr name="TextBox 52" id="52"/>
            <p:cNvSpPr txBox="true"/>
            <p:nvPr/>
          </p:nvSpPr>
          <p:spPr>
            <a:xfrm rot="0">
              <a:off x="0" y="-38100"/>
              <a:ext cx="366427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Coordinador Zonal</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93124" y="-3636628"/>
            <a:ext cx="5033565" cy="50335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64183" y="-1794490"/>
            <a:ext cx="3896277" cy="389627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307030" y="9025192"/>
            <a:ext cx="2894697" cy="28946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309463" y="146435"/>
            <a:ext cx="3851298" cy="1638232"/>
            <a:chOff x="0" y="0"/>
            <a:chExt cx="5135064" cy="2184310"/>
          </a:xfrm>
        </p:grpSpPr>
        <p:grpSp>
          <p:nvGrpSpPr>
            <p:cNvPr name="Group 12" id="12"/>
            <p:cNvGrpSpPr/>
            <p:nvPr/>
          </p:nvGrpSpPr>
          <p:grpSpPr>
            <a:xfrm rot="0">
              <a:off x="1312324" y="275505"/>
              <a:ext cx="2510416" cy="1908805"/>
              <a:chOff x="0" y="0"/>
              <a:chExt cx="2706619" cy="2057989"/>
            </a:xfrm>
          </p:grpSpPr>
          <p:sp>
            <p:nvSpPr>
              <p:cNvPr name="Freeform 13" id="13"/>
              <p:cNvSpPr/>
              <p:nvPr/>
            </p:nvSpPr>
            <p:spPr>
              <a:xfrm flipH="false" flipV="false" rot="0">
                <a:off x="0" y="0"/>
                <a:ext cx="2706619" cy="2057989"/>
              </a:xfrm>
              <a:custGeom>
                <a:avLst/>
                <a:gdLst/>
                <a:ahLst/>
                <a:cxnLst/>
                <a:rect r="r" b="b" t="t" l="l"/>
                <a:pathLst>
                  <a:path h="2057989" w="2706619">
                    <a:moveTo>
                      <a:pt x="0" y="0"/>
                    </a:moveTo>
                    <a:lnTo>
                      <a:pt x="2706619" y="0"/>
                    </a:lnTo>
                    <a:lnTo>
                      <a:pt x="2706619" y="2057989"/>
                    </a:lnTo>
                    <a:lnTo>
                      <a:pt x="0" y="2057989"/>
                    </a:lnTo>
                    <a:close/>
                  </a:path>
                </a:pathLst>
              </a:custGeom>
              <a:gradFill rotWithShape="true">
                <a:gsLst>
                  <a:gs pos="0">
                    <a:srgbClr val="FF6767">
                      <a:alpha val="100000"/>
                    </a:srgbClr>
                  </a:gs>
                  <a:gs pos="100000">
                    <a:srgbClr val="FFD1D1">
                      <a:alpha val="100000"/>
                    </a:srgbClr>
                  </a:gs>
                </a:gsLst>
                <a:lin ang="5400000"/>
              </a:gradFill>
            </p:spPr>
          </p:sp>
          <p:sp>
            <p:nvSpPr>
              <p:cNvPr name="TextBox 14" id="14"/>
              <p:cNvSpPr txBox="true"/>
              <p:nvPr/>
            </p:nvSpPr>
            <p:spPr>
              <a:xfrm>
                <a:off x="0" y="-38100"/>
                <a:ext cx="2706619" cy="2096089"/>
              </a:xfrm>
              <a:prstGeom prst="rect">
                <a:avLst/>
              </a:prstGeom>
            </p:spPr>
            <p:txBody>
              <a:bodyPr anchor="ctr" rtlCol="false" tIns="8682" lIns="8682" bIns="8682" rIns="8682"/>
              <a:lstStyle/>
              <a:p>
                <a:pPr algn="ctr">
                  <a:lnSpc>
                    <a:spcPts val="2660"/>
                  </a:lnSpc>
                </a:pPr>
              </a:p>
            </p:txBody>
          </p:sp>
        </p:grpSp>
        <p:sp>
          <p:nvSpPr>
            <p:cNvPr name="Freeform 15" id="15"/>
            <p:cNvSpPr/>
            <p:nvPr/>
          </p:nvSpPr>
          <p:spPr>
            <a:xfrm flipH="false" flipV="false" rot="0">
              <a:off x="1408597" y="353506"/>
              <a:ext cx="2317870" cy="1752804"/>
            </a:xfrm>
            <a:custGeom>
              <a:avLst/>
              <a:gdLst/>
              <a:ahLst/>
              <a:cxnLst/>
              <a:rect r="r" b="b" t="t" l="l"/>
              <a:pathLst>
                <a:path h="1752804" w="2317870">
                  <a:moveTo>
                    <a:pt x="0" y="0"/>
                  </a:moveTo>
                  <a:lnTo>
                    <a:pt x="2317870" y="0"/>
                  </a:lnTo>
                  <a:lnTo>
                    <a:pt x="2317870" y="1752803"/>
                  </a:lnTo>
                  <a:lnTo>
                    <a:pt x="0" y="1752803"/>
                  </a:lnTo>
                  <a:lnTo>
                    <a:pt x="0" y="0"/>
                  </a:lnTo>
                  <a:close/>
                </a:path>
              </a:pathLst>
            </a:custGeom>
            <a:blipFill>
              <a:blip r:embed="rId2"/>
              <a:stretch>
                <a:fillRect l="0" t="-3944" r="-2063" b="-3944"/>
              </a:stretch>
            </a:blipFill>
          </p:spPr>
        </p:sp>
        <p:sp>
          <p:nvSpPr>
            <p:cNvPr name="TextBox 16" id="16"/>
            <p:cNvSpPr txBox="true"/>
            <p:nvPr/>
          </p:nvSpPr>
          <p:spPr>
            <a:xfrm rot="0">
              <a:off x="0" y="-38100"/>
              <a:ext cx="5135064"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Recepcionista y Guardia de Acceso</a:t>
              </a:r>
            </a:p>
          </p:txBody>
        </p:sp>
      </p:grpSp>
      <p:grpSp>
        <p:nvGrpSpPr>
          <p:cNvPr name="Group 17" id="17"/>
          <p:cNvGrpSpPr/>
          <p:nvPr/>
        </p:nvGrpSpPr>
        <p:grpSpPr>
          <a:xfrm rot="0">
            <a:off x="4160761" y="703200"/>
            <a:ext cx="13640814" cy="8880601"/>
            <a:chOff x="0" y="0"/>
            <a:chExt cx="18187751" cy="11840801"/>
          </a:xfrm>
        </p:grpSpPr>
        <p:grpSp>
          <p:nvGrpSpPr>
            <p:cNvPr name="Group 18" id="18"/>
            <p:cNvGrpSpPr/>
            <p:nvPr/>
          </p:nvGrpSpPr>
          <p:grpSpPr>
            <a:xfrm rot="0">
              <a:off x="1619225" y="1865609"/>
              <a:ext cx="14949302" cy="9975192"/>
              <a:chOff x="0" y="0"/>
              <a:chExt cx="3286308" cy="2192849"/>
            </a:xfrm>
          </p:grpSpPr>
          <p:sp>
            <p:nvSpPr>
              <p:cNvPr name="Freeform 19" id="19"/>
              <p:cNvSpPr/>
              <p:nvPr/>
            </p:nvSpPr>
            <p:spPr>
              <a:xfrm flipH="false" flipV="false" rot="0">
                <a:off x="0" y="0"/>
                <a:ext cx="3286308" cy="2192849"/>
              </a:xfrm>
              <a:custGeom>
                <a:avLst/>
                <a:gdLst/>
                <a:ahLst/>
                <a:cxnLst/>
                <a:rect r="r" b="b" t="t" l="l"/>
                <a:pathLst>
                  <a:path h="2192849" w="3286308">
                    <a:moveTo>
                      <a:pt x="0" y="0"/>
                    </a:moveTo>
                    <a:lnTo>
                      <a:pt x="3286308" y="0"/>
                    </a:lnTo>
                    <a:lnTo>
                      <a:pt x="3286308" y="2192849"/>
                    </a:lnTo>
                    <a:lnTo>
                      <a:pt x="0" y="2192849"/>
                    </a:lnTo>
                    <a:close/>
                  </a:path>
                </a:pathLst>
              </a:custGeom>
              <a:gradFill rotWithShape="true">
                <a:gsLst>
                  <a:gs pos="0">
                    <a:srgbClr val="84A9FF">
                      <a:alpha val="100000"/>
                    </a:srgbClr>
                  </a:gs>
                  <a:gs pos="100000">
                    <a:srgbClr val="F5F8FF">
                      <a:alpha val="100000"/>
                    </a:srgbClr>
                  </a:gs>
                </a:gsLst>
                <a:lin ang="5400000"/>
              </a:gradFill>
            </p:spPr>
          </p:sp>
          <p:sp>
            <p:nvSpPr>
              <p:cNvPr name="TextBox 20" id="20"/>
              <p:cNvSpPr txBox="true"/>
              <p:nvPr/>
            </p:nvSpPr>
            <p:spPr>
              <a:xfrm>
                <a:off x="0" y="-38100"/>
                <a:ext cx="3286308" cy="2230949"/>
              </a:xfrm>
              <a:prstGeom prst="rect">
                <a:avLst/>
              </a:prstGeom>
            </p:spPr>
            <p:txBody>
              <a:bodyPr anchor="ctr" rtlCol="false" tIns="7665" lIns="7665" bIns="7665" rIns="7665"/>
              <a:lstStyle/>
              <a:p>
                <a:pPr algn="ctr">
                  <a:lnSpc>
                    <a:spcPts val="2660"/>
                  </a:lnSpc>
                </a:pPr>
              </a:p>
            </p:txBody>
          </p:sp>
        </p:grpSp>
        <p:sp>
          <p:nvSpPr>
            <p:cNvPr name="Freeform 21" id="21"/>
            <p:cNvSpPr/>
            <p:nvPr/>
          </p:nvSpPr>
          <p:spPr>
            <a:xfrm flipH="false" flipV="false" rot="0">
              <a:off x="2381172" y="2657765"/>
              <a:ext cx="13425408" cy="8390880"/>
            </a:xfrm>
            <a:custGeom>
              <a:avLst/>
              <a:gdLst/>
              <a:ahLst/>
              <a:cxnLst/>
              <a:rect r="r" b="b" t="t" l="l"/>
              <a:pathLst>
                <a:path h="8390880" w="13425408">
                  <a:moveTo>
                    <a:pt x="0" y="0"/>
                  </a:moveTo>
                  <a:lnTo>
                    <a:pt x="13425408" y="0"/>
                  </a:lnTo>
                  <a:lnTo>
                    <a:pt x="13425408" y="8390880"/>
                  </a:lnTo>
                  <a:lnTo>
                    <a:pt x="0" y="8390880"/>
                  </a:lnTo>
                  <a:lnTo>
                    <a:pt x="0" y="0"/>
                  </a:lnTo>
                  <a:close/>
                </a:path>
              </a:pathLst>
            </a:custGeom>
            <a:blipFill>
              <a:blip r:embed="rId3"/>
              <a:stretch>
                <a:fillRect l="0" t="0" r="0" b="0"/>
              </a:stretch>
            </a:blipFill>
          </p:spPr>
        </p:sp>
        <p:sp>
          <p:nvSpPr>
            <p:cNvPr name="TextBox 22" id="22"/>
            <p:cNvSpPr txBox="true"/>
            <p:nvPr/>
          </p:nvSpPr>
          <p:spPr>
            <a:xfrm rot="0">
              <a:off x="0" y="-171450"/>
              <a:ext cx="18187751" cy="1812060"/>
            </a:xfrm>
            <a:prstGeom prst="rect">
              <a:avLst/>
            </a:prstGeom>
          </p:spPr>
          <p:txBody>
            <a:bodyPr anchor="t" rtlCol="false" tIns="0" lIns="0" bIns="0" rIns="0">
              <a:spAutoFit/>
            </a:bodyPr>
            <a:lstStyle/>
            <a:p>
              <a:pPr algn="ctr">
                <a:lnSpc>
                  <a:spcPts val="10587"/>
                </a:lnSpc>
              </a:pPr>
              <a:r>
                <a:rPr lang="en-US" b="true" sz="8336">
                  <a:solidFill>
                    <a:srgbClr val="000000"/>
                  </a:solidFill>
                  <a:latin typeface="Codec Pro Bold"/>
                  <a:ea typeface="Codec Pro Bold"/>
                  <a:cs typeface="Codec Pro Bold"/>
                  <a:sym typeface="Codec Pro Bold"/>
                </a:rPr>
                <a:t>Vista del Administrador</a:t>
              </a:r>
            </a:p>
          </p:txBody>
        </p:sp>
      </p:grpSp>
      <p:grpSp>
        <p:nvGrpSpPr>
          <p:cNvPr name="Group 23" id="23"/>
          <p:cNvGrpSpPr/>
          <p:nvPr/>
        </p:nvGrpSpPr>
        <p:grpSpPr>
          <a:xfrm rot="0">
            <a:off x="1293707" y="1851342"/>
            <a:ext cx="1882812" cy="1496319"/>
            <a:chOff x="0" y="0"/>
            <a:chExt cx="2510416" cy="1995092"/>
          </a:xfrm>
        </p:grpSpPr>
        <p:grpSp>
          <p:nvGrpSpPr>
            <p:cNvPr name="Group 24" id="24"/>
            <p:cNvGrpSpPr/>
            <p:nvPr/>
          </p:nvGrpSpPr>
          <p:grpSpPr>
            <a:xfrm rot="0">
              <a:off x="0" y="275505"/>
              <a:ext cx="2510416" cy="1719587"/>
              <a:chOff x="0" y="0"/>
              <a:chExt cx="3114165" cy="2133143"/>
            </a:xfrm>
          </p:grpSpPr>
          <p:sp>
            <p:nvSpPr>
              <p:cNvPr name="Freeform 25" id="25"/>
              <p:cNvSpPr/>
              <p:nvPr/>
            </p:nvSpPr>
            <p:spPr>
              <a:xfrm flipH="false" flipV="false" rot="0">
                <a:off x="0" y="0"/>
                <a:ext cx="3114165" cy="2133143"/>
              </a:xfrm>
              <a:custGeom>
                <a:avLst/>
                <a:gdLst/>
                <a:ahLst/>
                <a:cxnLst/>
                <a:rect r="r" b="b" t="t" l="l"/>
                <a:pathLst>
                  <a:path h="2133143" w="3114165">
                    <a:moveTo>
                      <a:pt x="0" y="0"/>
                    </a:moveTo>
                    <a:lnTo>
                      <a:pt x="3114165" y="0"/>
                    </a:lnTo>
                    <a:lnTo>
                      <a:pt x="3114165" y="2133143"/>
                    </a:lnTo>
                    <a:lnTo>
                      <a:pt x="0" y="2133143"/>
                    </a:lnTo>
                    <a:close/>
                  </a:path>
                </a:pathLst>
              </a:custGeom>
              <a:gradFill rotWithShape="true">
                <a:gsLst>
                  <a:gs pos="0">
                    <a:srgbClr val="FF9869">
                      <a:alpha val="100000"/>
                    </a:srgbClr>
                  </a:gs>
                  <a:gs pos="100000">
                    <a:srgbClr val="FFD2BD">
                      <a:alpha val="100000"/>
                    </a:srgbClr>
                  </a:gs>
                </a:gsLst>
                <a:lin ang="5400000"/>
              </a:gradFill>
            </p:spPr>
          </p:sp>
          <p:sp>
            <p:nvSpPr>
              <p:cNvPr name="TextBox 26" id="26"/>
              <p:cNvSpPr txBox="true"/>
              <p:nvPr/>
            </p:nvSpPr>
            <p:spPr>
              <a:xfrm>
                <a:off x="0" y="-38100"/>
                <a:ext cx="3114165" cy="2171243"/>
              </a:xfrm>
              <a:prstGeom prst="rect">
                <a:avLst/>
              </a:prstGeom>
            </p:spPr>
            <p:txBody>
              <a:bodyPr anchor="ctr" rtlCol="false" tIns="8364" lIns="8364" bIns="8364" rIns="8364"/>
              <a:lstStyle/>
              <a:p>
                <a:pPr algn="ctr">
                  <a:lnSpc>
                    <a:spcPts val="2660"/>
                  </a:lnSpc>
                </a:pPr>
              </a:p>
            </p:txBody>
          </p:sp>
        </p:grpSp>
        <p:sp>
          <p:nvSpPr>
            <p:cNvPr name="Freeform 27" id="27"/>
            <p:cNvSpPr/>
            <p:nvPr/>
          </p:nvSpPr>
          <p:spPr>
            <a:xfrm flipH="false" flipV="false" rot="0">
              <a:off x="85537" y="404254"/>
              <a:ext cx="2339341" cy="1462088"/>
            </a:xfrm>
            <a:custGeom>
              <a:avLst/>
              <a:gdLst/>
              <a:ahLst/>
              <a:cxnLst/>
              <a:rect r="r" b="b" t="t" l="l"/>
              <a:pathLst>
                <a:path h="1462088" w="2339341">
                  <a:moveTo>
                    <a:pt x="0" y="0"/>
                  </a:moveTo>
                  <a:lnTo>
                    <a:pt x="2339341" y="0"/>
                  </a:lnTo>
                  <a:lnTo>
                    <a:pt x="2339341" y="1462089"/>
                  </a:lnTo>
                  <a:lnTo>
                    <a:pt x="0" y="1462089"/>
                  </a:lnTo>
                  <a:lnTo>
                    <a:pt x="0" y="0"/>
                  </a:lnTo>
                  <a:close/>
                </a:path>
              </a:pathLst>
            </a:custGeom>
            <a:blipFill>
              <a:blip r:embed="rId4"/>
              <a:stretch>
                <a:fillRect l="0" t="0" r="0" b="0"/>
              </a:stretch>
            </a:blipFill>
          </p:spPr>
        </p:sp>
        <p:sp>
          <p:nvSpPr>
            <p:cNvPr name="TextBox 28" id="28"/>
            <p:cNvSpPr txBox="true"/>
            <p:nvPr/>
          </p:nvSpPr>
          <p:spPr>
            <a:xfrm rot="0">
              <a:off x="0" y="-38100"/>
              <a:ext cx="2510416"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Mecanico</a:t>
              </a:r>
            </a:p>
          </p:txBody>
        </p:sp>
      </p:grpSp>
      <p:grpSp>
        <p:nvGrpSpPr>
          <p:cNvPr name="Group 29" id="29"/>
          <p:cNvGrpSpPr/>
          <p:nvPr/>
        </p:nvGrpSpPr>
        <p:grpSpPr>
          <a:xfrm rot="0">
            <a:off x="1109816" y="3414336"/>
            <a:ext cx="2250592" cy="1439886"/>
            <a:chOff x="0" y="0"/>
            <a:chExt cx="3000789" cy="1919848"/>
          </a:xfrm>
        </p:grpSpPr>
        <p:grpSp>
          <p:nvGrpSpPr>
            <p:cNvPr name="Group 30" id="30"/>
            <p:cNvGrpSpPr/>
            <p:nvPr/>
          </p:nvGrpSpPr>
          <p:grpSpPr>
            <a:xfrm rot="0">
              <a:off x="245187" y="275505"/>
              <a:ext cx="2510416" cy="1644343"/>
              <a:chOff x="0" y="0"/>
              <a:chExt cx="3114165" cy="2039803"/>
            </a:xfrm>
          </p:grpSpPr>
          <p:sp>
            <p:nvSpPr>
              <p:cNvPr name="Freeform 31" id="31"/>
              <p:cNvSpPr/>
              <p:nvPr/>
            </p:nvSpPr>
            <p:spPr>
              <a:xfrm flipH="false" flipV="false" rot="0">
                <a:off x="0" y="0"/>
                <a:ext cx="3114165" cy="2039803"/>
              </a:xfrm>
              <a:custGeom>
                <a:avLst/>
                <a:gdLst/>
                <a:ahLst/>
                <a:cxnLst/>
                <a:rect r="r" b="b" t="t" l="l"/>
                <a:pathLst>
                  <a:path h="2039803" w="3114165">
                    <a:moveTo>
                      <a:pt x="0" y="0"/>
                    </a:moveTo>
                    <a:lnTo>
                      <a:pt x="3114165" y="0"/>
                    </a:lnTo>
                    <a:lnTo>
                      <a:pt x="3114165" y="2039803"/>
                    </a:lnTo>
                    <a:lnTo>
                      <a:pt x="0" y="2039803"/>
                    </a:lnTo>
                    <a:close/>
                  </a:path>
                </a:pathLst>
              </a:custGeom>
              <a:gradFill rotWithShape="true">
                <a:gsLst>
                  <a:gs pos="0">
                    <a:srgbClr val="FFDA6A">
                      <a:alpha val="100000"/>
                    </a:srgbClr>
                  </a:gs>
                  <a:gs pos="100000">
                    <a:srgbClr val="FFF7DE">
                      <a:alpha val="100000"/>
                    </a:srgbClr>
                  </a:gs>
                </a:gsLst>
                <a:lin ang="5400000"/>
              </a:gradFill>
            </p:spPr>
          </p:sp>
          <p:sp>
            <p:nvSpPr>
              <p:cNvPr name="TextBox 32" id="32"/>
              <p:cNvSpPr txBox="true"/>
              <p:nvPr/>
            </p:nvSpPr>
            <p:spPr>
              <a:xfrm>
                <a:off x="0" y="-38100"/>
                <a:ext cx="3114165" cy="2077903"/>
              </a:xfrm>
              <a:prstGeom prst="rect">
                <a:avLst/>
              </a:prstGeom>
            </p:spPr>
            <p:txBody>
              <a:bodyPr anchor="ctr" rtlCol="false" tIns="8364" lIns="8364" bIns="8364" rIns="8364"/>
              <a:lstStyle/>
              <a:p>
                <a:pPr algn="ctr">
                  <a:lnSpc>
                    <a:spcPts val="2660"/>
                  </a:lnSpc>
                </a:pPr>
              </a:p>
            </p:txBody>
          </p:sp>
        </p:grpSp>
        <p:sp>
          <p:nvSpPr>
            <p:cNvPr name="Freeform 33" id="33"/>
            <p:cNvSpPr/>
            <p:nvPr/>
          </p:nvSpPr>
          <p:spPr>
            <a:xfrm flipH="false" flipV="false" rot="0">
              <a:off x="348303" y="377619"/>
              <a:ext cx="2304183" cy="1440114"/>
            </a:xfrm>
            <a:custGeom>
              <a:avLst/>
              <a:gdLst/>
              <a:ahLst/>
              <a:cxnLst/>
              <a:rect r="r" b="b" t="t" l="l"/>
              <a:pathLst>
                <a:path h="1440114" w="2304183">
                  <a:moveTo>
                    <a:pt x="0" y="0"/>
                  </a:moveTo>
                  <a:lnTo>
                    <a:pt x="2304183" y="0"/>
                  </a:lnTo>
                  <a:lnTo>
                    <a:pt x="2304183" y="1440115"/>
                  </a:lnTo>
                  <a:lnTo>
                    <a:pt x="0" y="1440115"/>
                  </a:lnTo>
                  <a:lnTo>
                    <a:pt x="0" y="0"/>
                  </a:lnTo>
                  <a:close/>
                </a:path>
              </a:pathLst>
            </a:custGeom>
            <a:blipFill>
              <a:blip r:embed="rId5"/>
              <a:stretch>
                <a:fillRect l="0" t="0" r="0" b="0"/>
              </a:stretch>
            </a:blipFill>
          </p:spPr>
        </p:sp>
        <p:sp>
          <p:nvSpPr>
            <p:cNvPr name="TextBox 34" id="34"/>
            <p:cNvSpPr txBox="true"/>
            <p:nvPr/>
          </p:nvSpPr>
          <p:spPr>
            <a:xfrm rot="0">
              <a:off x="0" y="-38100"/>
              <a:ext cx="300078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Jefe de Taller</a:t>
              </a:r>
            </a:p>
          </p:txBody>
        </p:sp>
      </p:grpSp>
      <p:grpSp>
        <p:nvGrpSpPr>
          <p:cNvPr name="Group 35" id="35"/>
          <p:cNvGrpSpPr/>
          <p:nvPr/>
        </p:nvGrpSpPr>
        <p:grpSpPr>
          <a:xfrm rot="0">
            <a:off x="728231" y="4920897"/>
            <a:ext cx="3013762" cy="1757247"/>
            <a:chOff x="0" y="0"/>
            <a:chExt cx="4018349" cy="2342996"/>
          </a:xfrm>
        </p:grpSpPr>
        <p:grpSp>
          <p:nvGrpSpPr>
            <p:cNvPr name="Group 36" id="36"/>
            <p:cNvGrpSpPr/>
            <p:nvPr/>
          </p:nvGrpSpPr>
          <p:grpSpPr>
            <a:xfrm rot="0">
              <a:off x="753967" y="275505"/>
              <a:ext cx="2510416" cy="2067491"/>
              <a:chOff x="0" y="0"/>
              <a:chExt cx="2623623" cy="2160724"/>
            </a:xfrm>
          </p:grpSpPr>
          <p:sp>
            <p:nvSpPr>
              <p:cNvPr name="Freeform 37" id="37"/>
              <p:cNvSpPr/>
              <p:nvPr/>
            </p:nvSpPr>
            <p:spPr>
              <a:xfrm flipH="false" flipV="false" rot="0">
                <a:off x="0" y="0"/>
                <a:ext cx="2623623" cy="2160724"/>
              </a:xfrm>
              <a:custGeom>
                <a:avLst/>
                <a:gdLst/>
                <a:ahLst/>
                <a:cxnLst/>
                <a:rect r="r" b="b" t="t" l="l"/>
                <a:pathLst>
                  <a:path h="2160724" w="2623623">
                    <a:moveTo>
                      <a:pt x="0" y="0"/>
                    </a:moveTo>
                    <a:lnTo>
                      <a:pt x="2623623" y="0"/>
                    </a:lnTo>
                    <a:lnTo>
                      <a:pt x="2623623" y="2160724"/>
                    </a:lnTo>
                    <a:lnTo>
                      <a:pt x="0" y="2160724"/>
                    </a:lnTo>
                    <a:close/>
                  </a:path>
                </a:pathLst>
              </a:custGeom>
              <a:gradFill rotWithShape="true">
                <a:gsLst>
                  <a:gs pos="0">
                    <a:srgbClr val="7CCE6B">
                      <a:alpha val="100000"/>
                    </a:srgbClr>
                  </a:gs>
                  <a:gs pos="100000">
                    <a:srgbClr val="D8FFD0">
                      <a:alpha val="100000"/>
                    </a:srgbClr>
                  </a:gs>
                </a:gsLst>
                <a:lin ang="5400000"/>
              </a:gradFill>
            </p:spPr>
          </p:sp>
          <p:sp>
            <p:nvSpPr>
              <p:cNvPr name="TextBox 38" id="38"/>
              <p:cNvSpPr txBox="true"/>
              <p:nvPr/>
            </p:nvSpPr>
            <p:spPr>
              <a:xfrm>
                <a:off x="0" y="-38100"/>
                <a:ext cx="2623623" cy="2198824"/>
              </a:xfrm>
              <a:prstGeom prst="rect">
                <a:avLst/>
              </a:prstGeom>
            </p:spPr>
            <p:txBody>
              <a:bodyPr anchor="ctr" rtlCol="false" tIns="33077" lIns="33077" bIns="33077" rIns="33077"/>
              <a:lstStyle/>
              <a:p>
                <a:pPr algn="ctr">
                  <a:lnSpc>
                    <a:spcPts val="2660"/>
                  </a:lnSpc>
                </a:pPr>
              </a:p>
            </p:txBody>
          </p:sp>
        </p:grpSp>
        <p:sp>
          <p:nvSpPr>
            <p:cNvPr name="Freeform 39" id="39"/>
            <p:cNvSpPr/>
            <p:nvPr/>
          </p:nvSpPr>
          <p:spPr>
            <a:xfrm flipH="false" flipV="false" rot="0">
              <a:off x="893662" y="387358"/>
              <a:ext cx="2231025" cy="1851750"/>
            </a:xfrm>
            <a:custGeom>
              <a:avLst/>
              <a:gdLst/>
              <a:ahLst/>
              <a:cxnLst/>
              <a:rect r="r" b="b" t="t" l="l"/>
              <a:pathLst>
                <a:path h="1851750" w="2231025">
                  <a:moveTo>
                    <a:pt x="0" y="0"/>
                  </a:moveTo>
                  <a:lnTo>
                    <a:pt x="2231025" y="0"/>
                  </a:lnTo>
                  <a:lnTo>
                    <a:pt x="2231025" y="1851751"/>
                  </a:lnTo>
                  <a:lnTo>
                    <a:pt x="0" y="1851751"/>
                  </a:lnTo>
                  <a:lnTo>
                    <a:pt x="0" y="0"/>
                  </a:lnTo>
                  <a:close/>
                </a:path>
              </a:pathLst>
            </a:custGeom>
            <a:blipFill>
              <a:blip r:embed="rId6"/>
              <a:stretch>
                <a:fillRect l="0" t="0" r="0" b="0"/>
              </a:stretch>
            </a:blipFill>
          </p:spPr>
        </p:sp>
        <p:sp>
          <p:nvSpPr>
            <p:cNvPr name="TextBox 40" id="40"/>
            <p:cNvSpPr txBox="true"/>
            <p:nvPr/>
          </p:nvSpPr>
          <p:spPr>
            <a:xfrm rot="0">
              <a:off x="0" y="-38100"/>
              <a:ext cx="401834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Asistente de Repuesto</a:t>
              </a:r>
            </a:p>
          </p:txBody>
        </p:sp>
      </p:grpSp>
      <p:grpSp>
        <p:nvGrpSpPr>
          <p:cNvPr name="Group 41" id="41"/>
          <p:cNvGrpSpPr/>
          <p:nvPr/>
        </p:nvGrpSpPr>
        <p:grpSpPr>
          <a:xfrm rot="0">
            <a:off x="861008" y="6744819"/>
            <a:ext cx="2748210" cy="1658253"/>
            <a:chOff x="0" y="0"/>
            <a:chExt cx="3664279" cy="2211004"/>
          </a:xfrm>
        </p:grpSpPr>
        <p:grpSp>
          <p:nvGrpSpPr>
            <p:cNvPr name="Group 42" id="42"/>
            <p:cNvGrpSpPr/>
            <p:nvPr/>
          </p:nvGrpSpPr>
          <p:grpSpPr>
            <a:xfrm rot="0">
              <a:off x="576932" y="313289"/>
              <a:ext cx="2510416" cy="1897715"/>
              <a:chOff x="0" y="0"/>
              <a:chExt cx="2787980" cy="2107536"/>
            </a:xfrm>
          </p:grpSpPr>
          <p:sp>
            <p:nvSpPr>
              <p:cNvPr name="Freeform 43" id="43"/>
              <p:cNvSpPr/>
              <p:nvPr/>
            </p:nvSpPr>
            <p:spPr>
              <a:xfrm flipH="false" flipV="false" rot="0">
                <a:off x="0" y="0"/>
                <a:ext cx="2787980" cy="2107536"/>
              </a:xfrm>
              <a:custGeom>
                <a:avLst/>
                <a:gdLst/>
                <a:ahLst/>
                <a:cxnLst/>
                <a:rect r="r" b="b" t="t" l="l"/>
                <a:pathLst>
                  <a:path h="2107536" w="2787980">
                    <a:moveTo>
                      <a:pt x="0" y="0"/>
                    </a:moveTo>
                    <a:lnTo>
                      <a:pt x="2787980" y="0"/>
                    </a:lnTo>
                    <a:lnTo>
                      <a:pt x="2787980" y="2107536"/>
                    </a:lnTo>
                    <a:lnTo>
                      <a:pt x="0" y="2107536"/>
                    </a:lnTo>
                    <a:close/>
                  </a:path>
                </a:pathLst>
              </a:custGeom>
              <a:gradFill rotWithShape="true">
                <a:gsLst>
                  <a:gs pos="0">
                    <a:srgbClr val="7AF6EE">
                      <a:alpha val="100000"/>
                    </a:srgbClr>
                  </a:gs>
                  <a:gs pos="100000">
                    <a:srgbClr val="EAFFFE">
                      <a:alpha val="100000"/>
                    </a:srgbClr>
                  </a:gs>
                </a:gsLst>
                <a:lin ang="5400000"/>
              </a:gradFill>
            </p:spPr>
          </p:sp>
          <p:sp>
            <p:nvSpPr>
              <p:cNvPr name="TextBox 44" id="44"/>
              <p:cNvSpPr txBox="true"/>
              <p:nvPr/>
            </p:nvSpPr>
            <p:spPr>
              <a:xfrm>
                <a:off x="0" y="-38100"/>
                <a:ext cx="2787980" cy="2145636"/>
              </a:xfrm>
              <a:prstGeom prst="rect">
                <a:avLst/>
              </a:prstGeom>
            </p:spPr>
            <p:txBody>
              <a:bodyPr anchor="ctr" rtlCol="false" tIns="27060" lIns="27060" bIns="27060" rIns="27060"/>
              <a:lstStyle/>
              <a:p>
                <a:pPr algn="ctr">
                  <a:lnSpc>
                    <a:spcPts val="2660"/>
                  </a:lnSpc>
                </a:pPr>
              </a:p>
            </p:txBody>
          </p:sp>
        </p:grpSp>
        <p:sp>
          <p:nvSpPr>
            <p:cNvPr name="Freeform 45" id="45"/>
            <p:cNvSpPr/>
            <p:nvPr/>
          </p:nvSpPr>
          <p:spPr>
            <a:xfrm flipH="false" flipV="false" rot="0">
              <a:off x="687262" y="410644"/>
              <a:ext cx="2289755" cy="1703005"/>
            </a:xfrm>
            <a:custGeom>
              <a:avLst/>
              <a:gdLst/>
              <a:ahLst/>
              <a:cxnLst/>
              <a:rect r="r" b="b" t="t" l="l"/>
              <a:pathLst>
                <a:path h="1703005" w="2289755">
                  <a:moveTo>
                    <a:pt x="0" y="0"/>
                  </a:moveTo>
                  <a:lnTo>
                    <a:pt x="2289755" y="0"/>
                  </a:lnTo>
                  <a:lnTo>
                    <a:pt x="2289755" y="1703005"/>
                  </a:lnTo>
                  <a:lnTo>
                    <a:pt x="0" y="1703005"/>
                  </a:lnTo>
                  <a:lnTo>
                    <a:pt x="0" y="0"/>
                  </a:lnTo>
                  <a:close/>
                </a:path>
              </a:pathLst>
            </a:custGeom>
            <a:blipFill>
              <a:blip r:embed="rId7"/>
              <a:stretch>
                <a:fillRect l="0" t="0" r="0" b="0"/>
              </a:stretch>
            </a:blipFill>
          </p:spPr>
        </p:sp>
        <p:sp>
          <p:nvSpPr>
            <p:cNvPr name="TextBox 46" id="46"/>
            <p:cNvSpPr txBox="true"/>
            <p:nvPr/>
          </p:nvSpPr>
          <p:spPr>
            <a:xfrm rot="0">
              <a:off x="0" y="-38100"/>
              <a:ext cx="3664279"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Coordinador Zonal</a:t>
              </a:r>
            </a:p>
          </p:txBody>
        </p:sp>
      </p:grpSp>
      <p:grpSp>
        <p:nvGrpSpPr>
          <p:cNvPr name="Group 47" id="47"/>
          <p:cNvGrpSpPr/>
          <p:nvPr/>
        </p:nvGrpSpPr>
        <p:grpSpPr>
          <a:xfrm rot="0">
            <a:off x="1253616" y="8469747"/>
            <a:ext cx="1962994" cy="1670818"/>
            <a:chOff x="0" y="0"/>
            <a:chExt cx="2617325" cy="2227758"/>
          </a:xfrm>
        </p:grpSpPr>
        <p:grpSp>
          <p:nvGrpSpPr>
            <p:cNvPr name="Group 48" id="48"/>
            <p:cNvGrpSpPr/>
            <p:nvPr/>
          </p:nvGrpSpPr>
          <p:grpSpPr>
            <a:xfrm rot="0">
              <a:off x="53455" y="313289"/>
              <a:ext cx="2510416" cy="1914469"/>
              <a:chOff x="0" y="0"/>
              <a:chExt cx="2904776" cy="2215212"/>
            </a:xfrm>
          </p:grpSpPr>
          <p:sp>
            <p:nvSpPr>
              <p:cNvPr name="Freeform 49" id="49"/>
              <p:cNvSpPr/>
              <p:nvPr/>
            </p:nvSpPr>
            <p:spPr>
              <a:xfrm flipH="false" flipV="false" rot="0">
                <a:off x="0" y="0"/>
                <a:ext cx="2904776" cy="2215212"/>
              </a:xfrm>
              <a:custGeom>
                <a:avLst/>
                <a:gdLst/>
                <a:ahLst/>
                <a:cxnLst/>
                <a:rect r="r" b="b" t="t" l="l"/>
                <a:pathLst>
                  <a:path h="2215212" w="2904776">
                    <a:moveTo>
                      <a:pt x="0" y="0"/>
                    </a:moveTo>
                    <a:lnTo>
                      <a:pt x="2904776" y="0"/>
                    </a:lnTo>
                    <a:lnTo>
                      <a:pt x="2904776" y="2215212"/>
                    </a:lnTo>
                    <a:lnTo>
                      <a:pt x="0" y="2215212"/>
                    </a:lnTo>
                    <a:close/>
                  </a:path>
                </a:pathLst>
              </a:custGeom>
              <a:gradFill rotWithShape="true">
                <a:gsLst>
                  <a:gs pos="0">
                    <a:srgbClr val="F093FF">
                      <a:alpha val="100000"/>
                    </a:srgbClr>
                  </a:gs>
                  <a:gs pos="100000">
                    <a:srgbClr val="FDF1FF">
                      <a:alpha val="100000"/>
                    </a:srgbClr>
                  </a:gs>
                </a:gsLst>
                <a:lin ang="5400000"/>
              </a:gradFill>
            </p:spPr>
          </p:sp>
          <p:sp>
            <p:nvSpPr>
              <p:cNvPr name="TextBox 50" id="50"/>
              <p:cNvSpPr txBox="true"/>
              <p:nvPr/>
            </p:nvSpPr>
            <p:spPr>
              <a:xfrm>
                <a:off x="0" y="-38100"/>
                <a:ext cx="2904776" cy="2253312"/>
              </a:xfrm>
              <a:prstGeom prst="rect">
                <a:avLst/>
              </a:prstGeom>
            </p:spPr>
            <p:txBody>
              <a:bodyPr anchor="ctr" rtlCol="false" tIns="7852" lIns="7852" bIns="7852" rIns="7852"/>
              <a:lstStyle/>
              <a:p>
                <a:pPr algn="ctr">
                  <a:lnSpc>
                    <a:spcPts val="2660"/>
                  </a:lnSpc>
                </a:pPr>
              </a:p>
            </p:txBody>
          </p:sp>
        </p:grpSp>
        <p:sp>
          <p:nvSpPr>
            <p:cNvPr name="Freeform 51" id="51"/>
            <p:cNvSpPr/>
            <p:nvPr/>
          </p:nvSpPr>
          <p:spPr>
            <a:xfrm flipH="false" flipV="false" rot="0">
              <a:off x="181161" y="474226"/>
              <a:ext cx="2255003" cy="1592596"/>
            </a:xfrm>
            <a:custGeom>
              <a:avLst/>
              <a:gdLst/>
              <a:ahLst/>
              <a:cxnLst/>
              <a:rect r="r" b="b" t="t" l="l"/>
              <a:pathLst>
                <a:path h="1592596" w="2255003">
                  <a:moveTo>
                    <a:pt x="0" y="0"/>
                  </a:moveTo>
                  <a:lnTo>
                    <a:pt x="2255003" y="0"/>
                  </a:lnTo>
                  <a:lnTo>
                    <a:pt x="2255003" y="1592595"/>
                  </a:lnTo>
                  <a:lnTo>
                    <a:pt x="0" y="1592595"/>
                  </a:lnTo>
                  <a:lnTo>
                    <a:pt x="0" y="0"/>
                  </a:lnTo>
                  <a:close/>
                </a:path>
              </a:pathLst>
            </a:custGeom>
            <a:blipFill>
              <a:blip r:embed="rId8"/>
              <a:stretch>
                <a:fillRect l="0" t="0" r="0" b="0"/>
              </a:stretch>
            </a:blipFill>
          </p:spPr>
        </p:sp>
        <p:sp>
          <p:nvSpPr>
            <p:cNvPr name="TextBox 52" id="52"/>
            <p:cNvSpPr txBox="true"/>
            <p:nvPr/>
          </p:nvSpPr>
          <p:spPr>
            <a:xfrm rot="0">
              <a:off x="0" y="-38100"/>
              <a:ext cx="2617325" cy="313605"/>
            </a:xfrm>
            <a:prstGeom prst="rect">
              <a:avLst/>
            </a:prstGeom>
          </p:spPr>
          <p:txBody>
            <a:bodyPr anchor="t" rtlCol="false" tIns="0" lIns="0" bIns="0" rIns="0">
              <a:spAutoFit/>
            </a:bodyPr>
            <a:lstStyle/>
            <a:p>
              <a:pPr algn="ctr">
                <a:lnSpc>
                  <a:spcPts val="1778"/>
                </a:lnSpc>
              </a:pPr>
              <a:r>
                <a:rPr lang="en-US" b="true" sz="1400">
                  <a:solidFill>
                    <a:srgbClr val="000000"/>
                  </a:solidFill>
                  <a:latin typeface="Codec Pro Bold"/>
                  <a:ea typeface="Codec Pro Bold"/>
                  <a:cs typeface="Codec Pro Bold"/>
                  <a:sym typeface="Codec Pro Bold"/>
                </a:rPr>
                <a:t>Vista del Supervisor</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470731" y="-4802056"/>
            <a:ext cx="7104649" cy="710464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3302209" y="1028700"/>
            <a:ext cx="3957091" cy="2023498"/>
          </a:xfrm>
          <a:custGeom>
            <a:avLst/>
            <a:gdLst/>
            <a:ahLst/>
            <a:cxnLst/>
            <a:rect r="r" b="b" t="t" l="l"/>
            <a:pathLst>
              <a:path h="2023498" w="3957091">
                <a:moveTo>
                  <a:pt x="0" y="0"/>
                </a:moveTo>
                <a:lnTo>
                  <a:pt x="3957091" y="0"/>
                </a:lnTo>
                <a:lnTo>
                  <a:pt x="3957091" y="2023498"/>
                </a:lnTo>
                <a:lnTo>
                  <a:pt x="0" y="2023498"/>
                </a:lnTo>
                <a:lnTo>
                  <a:pt x="0" y="0"/>
                </a:lnTo>
                <a:close/>
              </a:path>
            </a:pathLst>
          </a:custGeom>
          <a:blipFill>
            <a:blip r:embed="rId2">
              <a:extLst>
                <a:ext uri="{96DAC541-7B7A-43D3-8B79-37D633B846F1}">
                  <asvg:svgBlip xmlns:asvg="http://schemas.microsoft.com/office/drawing/2016/SVG/main" r:embed="rId3"/>
                </a:ext>
              </a:extLst>
            </a:blip>
            <a:stretch>
              <a:fillRect l="0" t="-76490" r="0" b="0"/>
            </a:stretch>
          </a:blipFill>
        </p:spPr>
      </p:sp>
      <p:sp>
        <p:nvSpPr>
          <p:cNvPr name="TextBox 6" id="6"/>
          <p:cNvSpPr txBox="true"/>
          <p:nvPr/>
        </p:nvSpPr>
        <p:spPr>
          <a:xfrm rot="0">
            <a:off x="1028700" y="1464393"/>
            <a:ext cx="11409720" cy="838200"/>
          </a:xfrm>
          <a:prstGeom prst="rect">
            <a:avLst/>
          </a:prstGeom>
        </p:spPr>
        <p:txBody>
          <a:bodyPr anchor="t" rtlCol="false" tIns="0" lIns="0" bIns="0" rIns="0">
            <a:spAutoFit/>
          </a:bodyPr>
          <a:lstStyle/>
          <a:p>
            <a:pPr algn="l">
              <a:lnSpc>
                <a:spcPts val="5400"/>
              </a:lnSpc>
            </a:pPr>
            <a:r>
              <a:rPr lang="en-US" sz="6000" b="true">
                <a:solidFill>
                  <a:srgbClr val="000000"/>
                </a:solidFill>
                <a:latin typeface="Codec Pro Bold"/>
                <a:ea typeface="Codec Pro Bold"/>
                <a:cs typeface="Codec Pro Bold"/>
                <a:sym typeface="Codec Pro Bold"/>
              </a:rPr>
              <a:t>Issues, Facilitadores y Ajustes</a:t>
            </a:r>
          </a:p>
        </p:txBody>
      </p:sp>
      <p:grpSp>
        <p:nvGrpSpPr>
          <p:cNvPr name="Group 7" id="7"/>
          <p:cNvGrpSpPr/>
          <p:nvPr/>
        </p:nvGrpSpPr>
        <p:grpSpPr>
          <a:xfrm rot="0">
            <a:off x="1028700" y="3016968"/>
            <a:ext cx="5217241" cy="2826775"/>
            <a:chOff x="0" y="0"/>
            <a:chExt cx="6956321" cy="3769033"/>
          </a:xfrm>
        </p:grpSpPr>
        <p:grpSp>
          <p:nvGrpSpPr>
            <p:cNvPr name="Group 8" id="8"/>
            <p:cNvGrpSpPr/>
            <p:nvPr/>
          </p:nvGrpSpPr>
          <p:grpSpPr>
            <a:xfrm rot="0">
              <a:off x="0" y="0"/>
              <a:ext cx="6956321" cy="3769033"/>
              <a:chOff x="0" y="0"/>
              <a:chExt cx="1374088" cy="744500"/>
            </a:xfrm>
          </p:grpSpPr>
          <p:sp>
            <p:nvSpPr>
              <p:cNvPr name="Freeform 9" id="9"/>
              <p:cNvSpPr/>
              <p:nvPr/>
            </p:nvSpPr>
            <p:spPr>
              <a:xfrm flipH="false" flipV="false" rot="0">
                <a:off x="0" y="0"/>
                <a:ext cx="1374088" cy="744500"/>
              </a:xfrm>
              <a:custGeom>
                <a:avLst/>
                <a:gdLst/>
                <a:ahLst/>
                <a:cxnLst/>
                <a:rect r="r" b="b" t="t" l="l"/>
                <a:pathLst>
                  <a:path h="744500" w="1374088">
                    <a:moveTo>
                      <a:pt x="0" y="0"/>
                    </a:moveTo>
                    <a:lnTo>
                      <a:pt x="1374088" y="0"/>
                    </a:lnTo>
                    <a:lnTo>
                      <a:pt x="1374088" y="744500"/>
                    </a:lnTo>
                    <a:lnTo>
                      <a:pt x="0" y="744500"/>
                    </a:lnTo>
                    <a:close/>
                  </a:path>
                </a:pathLst>
              </a:custGeom>
              <a:gradFill rotWithShape="true">
                <a:gsLst>
                  <a:gs pos="0">
                    <a:srgbClr val="FF6767">
                      <a:alpha val="100000"/>
                    </a:srgbClr>
                  </a:gs>
                  <a:gs pos="100000">
                    <a:srgbClr val="FFD1D1">
                      <a:alpha val="100000"/>
                    </a:srgbClr>
                  </a:gs>
                </a:gsLst>
                <a:lin ang="5400000"/>
              </a:gradFill>
              <a:ln cap="sq">
                <a:noFill/>
                <a:prstDash val="solid"/>
                <a:miter/>
              </a:ln>
            </p:spPr>
          </p:sp>
          <p:sp>
            <p:nvSpPr>
              <p:cNvPr name="TextBox 10" id="10"/>
              <p:cNvSpPr txBox="true"/>
              <p:nvPr/>
            </p:nvSpPr>
            <p:spPr>
              <a:xfrm>
                <a:off x="0" y="-38100"/>
                <a:ext cx="1374088" cy="7826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1" id="11"/>
            <p:cNvSpPr txBox="true"/>
            <p:nvPr/>
          </p:nvSpPr>
          <p:spPr>
            <a:xfrm rot="0">
              <a:off x="244057" y="867695"/>
              <a:ext cx="6448730" cy="2559050"/>
            </a:xfrm>
            <a:prstGeom prst="rect">
              <a:avLst/>
            </a:prstGeom>
          </p:spPr>
          <p:txBody>
            <a:bodyPr anchor="t" rtlCol="false" tIns="0" lIns="0" bIns="0" rIns="0">
              <a:spAutoFit/>
            </a:bodyPr>
            <a:lstStyle/>
            <a:p>
              <a:pPr algn="l">
                <a:lnSpc>
                  <a:spcPts val="2100"/>
                </a:lnSpc>
              </a:pPr>
              <a:r>
                <a:rPr lang="en-US" sz="2000" b="true">
                  <a:solidFill>
                    <a:srgbClr val="000000"/>
                  </a:solidFill>
                  <a:latin typeface="Codec Pro Bold"/>
                  <a:ea typeface="Codec Pro Bold"/>
                  <a:cs typeface="Codec Pro Bold"/>
                  <a:sym typeface="Codec Pro Bold"/>
                </a:rPr>
                <a:t>Categoría: </a:t>
              </a:r>
              <a:r>
                <a:rPr lang="en-US" sz="2000">
                  <a:solidFill>
                    <a:srgbClr val="000000"/>
                  </a:solidFill>
                  <a:latin typeface="Codec Pro"/>
                  <a:ea typeface="Codec Pro"/>
                  <a:cs typeface="Codec Pro"/>
                  <a:sym typeface="Codec Pro"/>
                </a:rPr>
                <a:t> Issue Técnico</a:t>
              </a:r>
            </a:p>
            <a:p>
              <a:pPr algn="l">
                <a:lnSpc>
                  <a:spcPts val="2100"/>
                </a:lnSpc>
              </a:pPr>
              <a:r>
                <a:rPr lang="en-US" sz="2000" b="true">
                  <a:solidFill>
                    <a:srgbClr val="000000"/>
                  </a:solidFill>
                  <a:latin typeface="Codec Pro Bold"/>
                  <a:ea typeface="Codec Pro Bold"/>
                  <a:cs typeface="Codec Pro Bold"/>
                  <a:sym typeface="Codec Pro Bold"/>
                </a:rPr>
                <a:t>Descripción: </a:t>
              </a:r>
              <a:r>
                <a:rPr lang="en-US" sz="2000">
                  <a:solidFill>
                    <a:srgbClr val="000000"/>
                  </a:solidFill>
                  <a:latin typeface="Codec Pro"/>
                  <a:ea typeface="Codec Pro"/>
                  <a:cs typeface="Codec Pro"/>
                  <a:sym typeface="Codec Pro"/>
                </a:rPr>
                <a:t>No se pudo acceder a las APIs externas (notificaciones e inventario).</a:t>
              </a:r>
            </a:p>
            <a:p>
              <a:pPr algn="l">
                <a:lnSpc>
                  <a:spcPts val="2100"/>
                </a:lnSpc>
              </a:pPr>
              <a:r>
                <a:rPr lang="en-US" sz="2000" b="true">
                  <a:solidFill>
                    <a:srgbClr val="000000"/>
                  </a:solidFill>
                  <a:latin typeface="Codec Pro Bold"/>
                  <a:ea typeface="Codec Pro Bold"/>
                  <a:cs typeface="Codec Pro Bold"/>
                  <a:sym typeface="Codec Pro Bold"/>
                </a:rPr>
                <a:t>Acción / Resultado:  </a:t>
              </a:r>
              <a:r>
                <a:rPr lang="en-US" sz="2000">
                  <a:solidFill>
                    <a:srgbClr val="000000"/>
                  </a:solidFill>
                  <a:latin typeface="Codec Pro"/>
                  <a:ea typeface="Codec Pro"/>
                  <a:cs typeface="Codec Pro"/>
                  <a:sym typeface="Codec Pro"/>
                </a:rPr>
                <a:t>Se rediseñaron los módulos para funcionar de manera interna dentro de la plataforma.</a:t>
              </a:r>
            </a:p>
          </p:txBody>
        </p:sp>
        <p:sp>
          <p:nvSpPr>
            <p:cNvPr name="TextBox 12" id="12"/>
            <p:cNvSpPr txBox="true"/>
            <p:nvPr/>
          </p:nvSpPr>
          <p:spPr>
            <a:xfrm rot="0">
              <a:off x="244057" y="202291"/>
              <a:ext cx="834166" cy="684454"/>
            </a:xfrm>
            <a:prstGeom prst="rect">
              <a:avLst/>
            </a:prstGeom>
          </p:spPr>
          <p:txBody>
            <a:bodyPr anchor="t" rtlCol="false" tIns="0" lIns="0" bIns="0" rIns="0">
              <a:spAutoFit/>
            </a:bodyPr>
            <a:lstStyle/>
            <a:p>
              <a:pPr algn="l">
                <a:lnSpc>
                  <a:spcPts val="3542"/>
                </a:lnSpc>
              </a:pPr>
              <a:r>
                <a:rPr lang="en-US" sz="3374" b="true">
                  <a:solidFill>
                    <a:srgbClr val="000000"/>
                  </a:solidFill>
                  <a:latin typeface="Codec Pro Bold"/>
                  <a:ea typeface="Codec Pro Bold"/>
                  <a:cs typeface="Codec Pro Bold"/>
                  <a:sym typeface="Codec Pro Bold"/>
                </a:rPr>
                <a:t>01.</a:t>
              </a:r>
            </a:p>
          </p:txBody>
        </p:sp>
      </p:grpSp>
      <p:grpSp>
        <p:nvGrpSpPr>
          <p:cNvPr name="Group 13" id="13"/>
          <p:cNvGrpSpPr/>
          <p:nvPr/>
        </p:nvGrpSpPr>
        <p:grpSpPr>
          <a:xfrm rot="0">
            <a:off x="1028700" y="6129493"/>
            <a:ext cx="5217241" cy="2826775"/>
            <a:chOff x="0" y="0"/>
            <a:chExt cx="6956321" cy="3769033"/>
          </a:xfrm>
        </p:grpSpPr>
        <p:grpSp>
          <p:nvGrpSpPr>
            <p:cNvPr name="Group 14" id="14"/>
            <p:cNvGrpSpPr/>
            <p:nvPr/>
          </p:nvGrpSpPr>
          <p:grpSpPr>
            <a:xfrm rot="0">
              <a:off x="0" y="0"/>
              <a:ext cx="6956321" cy="3769033"/>
              <a:chOff x="0" y="0"/>
              <a:chExt cx="1374088" cy="744500"/>
            </a:xfrm>
          </p:grpSpPr>
          <p:sp>
            <p:nvSpPr>
              <p:cNvPr name="Freeform 15" id="15"/>
              <p:cNvSpPr/>
              <p:nvPr/>
            </p:nvSpPr>
            <p:spPr>
              <a:xfrm flipH="false" flipV="false" rot="0">
                <a:off x="0" y="0"/>
                <a:ext cx="1374088" cy="744500"/>
              </a:xfrm>
              <a:custGeom>
                <a:avLst/>
                <a:gdLst/>
                <a:ahLst/>
                <a:cxnLst/>
                <a:rect r="r" b="b" t="t" l="l"/>
                <a:pathLst>
                  <a:path h="744500" w="1374088">
                    <a:moveTo>
                      <a:pt x="0" y="0"/>
                    </a:moveTo>
                    <a:lnTo>
                      <a:pt x="1374088" y="0"/>
                    </a:lnTo>
                    <a:lnTo>
                      <a:pt x="1374088" y="744500"/>
                    </a:lnTo>
                    <a:lnTo>
                      <a:pt x="0" y="744500"/>
                    </a:lnTo>
                    <a:close/>
                  </a:path>
                </a:pathLst>
              </a:custGeom>
              <a:gradFill rotWithShape="true">
                <a:gsLst>
                  <a:gs pos="0">
                    <a:srgbClr val="FF6767">
                      <a:alpha val="100000"/>
                    </a:srgbClr>
                  </a:gs>
                  <a:gs pos="100000">
                    <a:srgbClr val="FFD1D1">
                      <a:alpha val="100000"/>
                    </a:srgbClr>
                  </a:gs>
                </a:gsLst>
                <a:lin ang="5400000"/>
              </a:gradFill>
              <a:ln cap="sq">
                <a:noFill/>
                <a:prstDash val="solid"/>
                <a:miter/>
              </a:ln>
            </p:spPr>
          </p:sp>
          <p:sp>
            <p:nvSpPr>
              <p:cNvPr name="TextBox 16" id="16"/>
              <p:cNvSpPr txBox="true"/>
              <p:nvPr/>
            </p:nvSpPr>
            <p:spPr>
              <a:xfrm>
                <a:off x="0" y="-38100"/>
                <a:ext cx="1374088" cy="7826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7" id="17"/>
            <p:cNvSpPr txBox="true"/>
            <p:nvPr/>
          </p:nvSpPr>
          <p:spPr>
            <a:xfrm rot="0">
              <a:off x="244057" y="218036"/>
              <a:ext cx="834166" cy="684454"/>
            </a:xfrm>
            <a:prstGeom prst="rect">
              <a:avLst/>
            </a:prstGeom>
          </p:spPr>
          <p:txBody>
            <a:bodyPr anchor="t" rtlCol="false" tIns="0" lIns="0" bIns="0" rIns="0">
              <a:spAutoFit/>
            </a:bodyPr>
            <a:lstStyle/>
            <a:p>
              <a:pPr algn="l">
                <a:lnSpc>
                  <a:spcPts val="3542"/>
                </a:lnSpc>
              </a:pPr>
              <a:r>
                <a:rPr lang="en-US" sz="3374" b="true">
                  <a:solidFill>
                    <a:srgbClr val="000000"/>
                  </a:solidFill>
                  <a:latin typeface="Codec Pro Bold"/>
                  <a:ea typeface="Codec Pro Bold"/>
                  <a:cs typeface="Codec Pro Bold"/>
                  <a:sym typeface="Codec Pro Bold"/>
                </a:rPr>
                <a:t>02.</a:t>
              </a:r>
            </a:p>
          </p:txBody>
        </p:sp>
        <p:sp>
          <p:nvSpPr>
            <p:cNvPr name="TextBox 18" id="18"/>
            <p:cNvSpPr txBox="true"/>
            <p:nvPr/>
          </p:nvSpPr>
          <p:spPr>
            <a:xfrm rot="0">
              <a:off x="244057" y="883440"/>
              <a:ext cx="6448730" cy="2559050"/>
            </a:xfrm>
            <a:prstGeom prst="rect">
              <a:avLst/>
            </a:prstGeom>
          </p:spPr>
          <p:txBody>
            <a:bodyPr anchor="t" rtlCol="false" tIns="0" lIns="0" bIns="0" rIns="0">
              <a:spAutoFit/>
            </a:bodyPr>
            <a:lstStyle/>
            <a:p>
              <a:pPr algn="l">
                <a:lnSpc>
                  <a:spcPts val="2100"/>
                </a:lnSpc>
              </a:pPr>
              <a:r>
                <a:rPr lang="en-US" sz="2000" b="true">
                  <a:solidFill>
                    <a:srgbClr val="000000"/>
                  </a:solidFill>
                  <a:latin typeface="Codec Pro Bold"/>
                  <a:ea typeface="Codec Pro Bold"/>
                  <a:cs typeface="Codec Pro Bold"/>
                  <a:sym typeface="Codec Pro Bold"/>
                </a:rPr>
                <a:t>Categoría: </a:t>
              </a:r>
              <a:r>
                <a:rPr lang="en-US" sz="2000">
                  <a:solidFill>
                    <a:srgbClr val="000000"/>
                  </a:solidFill>
                  <a:latin typeface="Codec Pro"/>
                  <a:ea typeface="Codec Pro"/>
                  <a:cs typeface="Codec Pro"/>
                  <a:sym typeface="Codec Pro"/>
                </a:rPr>
                <a:t> Issue de Tiempo</a:t>
              </a:r>
            </a:p>
            <a:p>
              <a:pPr algn="l">
                <a:lnSpc>
                  <a:spcPts val="2100"/>
                </a:lnSpc>
              </a:pPr>
              <a:r>
                <a:rPr lang="en-US" sz="2000" b="true">
                  <a:solidFill>
                    <a:srgbClr val="000000"/>
                  </a:solidFill>
                  <a:latin typeface="Codec Pro Bold"/>
                  <a:ea typeface="Codec Pro Bold"/>
                  <a:cs typeface="Codec Pro Bold"/>
                  <a:sym typeface="Codec Pro Bold"/>
                </a:rPr>
                <a:t>Descripción:</a:t>
              </a:r>
              <a:r>
                <a:rPr lang="en-US" sz="2000">
                  <a:solidFill>
                    <a:srgbClr val="000000"/>
                  </a:solidFill>
                  <a:latin typeface="Codec Pro"/>
                  <a:ea typeface="Codec Pro"/>
                  <a:cs typeface="Codec Pro"/>
                  <a:sym typeface="Codec Pro"/>
                </a:rPr>
                <a:t> Inicio retrasado de Fase 3 por validaciones extendidas de mockups.</a:t>
              </a:r>
            </a:p>
            <a:p>
              <a:pPr algn="l">
                <a:lnSpc>
                  <a:spcPts val="2100"/>
                </a:lnSpc>
              </a:pPr>
              <a:r>
                <a:rPr lang="en-US" sz="2000" b="true">
                  <a:solidFill>
                    <a:srgbClr val="000000"/>
                  </a:solidFill>
                  <a:latin typeface="Codec Pro Bold"/>
                  <a:ea typeface="Codec Pro Bold"/>
                  <a:cs typeface="Codec Pro Bold"/>
                  <a:sym typeface="Codec Pro Bold"/>
                </a:rPr>
                <a:t>Acción / Resultado:  </a:t>
              </a:r>
              <a:r>
                <a:rPr lang="en-US" sz="2000">
                  <a:solidFill>
                    <a:srgbClr val="000000"/>
                  </a:solidFill>
                  <a:latin typeface="Codec Pro"/>
                  <a:ea typeface="Codec Pro"/>
                  <a:cs typeface="Codec Pro"/>
                  <a:sym typeface="Codec Pro"/>
                </a:rPr>
                <a:t>Se aplicó una replanificación por micro-hitos semanales y trabajo paralelo FE/BE.</a:t>
              </a:r>
            </a:p>
          </p:txBody>
        </p:sp>
      </p:grpSp>
      <p:grpSp>
        <p:nvGrpSpPr>
          <p:cNvPr name="Group 19" id="19"/>
          <p:cNvGrpSpPr/>
          <p:nvPr/>
        </p:nvGrpSpPr>
        <p:grpSpPr>
          <a:xfrm rot="0">
            <a:off x="6535380" y="3016968"/>
            <a:ext cx="5217241" cy="2826775"/>
            <a:chOff x="0" y="0"/>
            <a:chExt cx="6956321" cy="3769033"/>
          </a:xfrm>
        </p:grpSpPr>
        <p:grpSp>
          <p:nvGrpSpPr>
            <p:cNvPr name="Group 20" id="20"/>
            <p:cNvGrpSpPr/>
            <p:nvPr/>
          </p:nvGrpSpPr>
          <p:grpSpPr>
            <a:xfrm rot="0">
              <a:off x="0" y="0"/>
              <a:ext cx="6956321" cy="3769033"/>
              <a:chOff x="0" y="0"/>
              <a:chExt cx="1374088" cy="744500"/>
            </a:xfrm>
          </p:grpSpPr>
          <p:sp>
            <p:nvSpPr>
              <p:cNvPr name="Freeform 21" id="21"/>
              <p:cNvSpPr/>
              <p:nvPr/>
            </p:nvSpPr>
            <p:spPr>
              <a:xfrm flipH="false" flipV="false" rot="0">
                <a:off x="0" y="0"/>
                <a:ext cx="1374088" cy="744500"/>
              </a:xfrm>
              <a:custGeom>
                <a:avLst/>
                <a:gdLst/>
                <a:ahLst/>
                <a:cxnLst/>
                <a:rect r="r" b="b" t="t" l="l"/>
                <a:pathLst>
                  <a:path h="744500" w="1374088">
                    <a:moveTo>
                      <a:pt x="0" y="0"/>
                    </a:moveTo>
                    <a:lnTo>
                      <a:pt x="1374088" y="0"/>
                    </a:lnTo>
                    <a:lnTo>
                      <a:pt x="1374088" y="744500"/>
                    </a:lnTo>
                    <a:lnTo>
                      <a:pt x="0" y="744500"/>
                    </a:lnTo>
                    <a:close/>
                  </a:path>
                </a:pathLst>
              </a:custGeom>
              <a:gradFill rotWithShape="true">
                <a:gsLst>
                  <a:gs pos="0">
                    <a:srgbClr val="7CCE6B">
                      <a:alpha val="100000"/>
                    </a:srgbClr>
                  </a:gs>
                  <a:gs pos="100000">
                    <a:srgbClr val="D8FFD0">
                      <a:alpha val="100000"/>
                    </a:srgbClr>
                  </a:gs>
                </a:gsLst>
                <a:lin ang="5400000"/>
              </a:gradFill>
              <a:ln cap="sq">
                <a:noFill/>
                <a:prstDash val="solid"/>
                <a:miter/>
              </a:ln>
            </p:spPr>
          </p:sp>
          <p:sp>
            <p:nvSpPr>
              <p:cNvPr name="TextBox 22" id="22"/>
              <p:cNvSpPr txBox="true"/>
              <p:nvPr/>
            </p:nvSpPr>
            <p:spPr>
              <a:xfrm>
                <a:off x="0" y="-38100"/>
                <a:ext cx="1374088" cy="7826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3" id="23"/>
            <p:cNvSpPr txBox="true"/>
            <p:nvPr/>
          </p:nvSpPr>
          <p:spPr>
            <a:xfrm rot="0">
              <a:off x="264241" y="202291"/>
              <a:ext cx="834166" cy="684454"/>
            </a:xfrm>
            <a:prstGeom prst="rect">
              <a:avLst/>
            </a:prstGeom>
          </p:spPr>
          <p:txBody>
            <a:bodyPr anchor="t" rtlCol="false" tIns="0" lIns="0" bIns="0" rIns="0">
              <a:spAutoFit/>
            </a:bodyPr>
            <a:lstStyle/>
            <a:p>
              <a:pPr algn="l">
                <a:lnSpc>
                  <a:spcPts val="3542"/>
                </a:lnSpc>
              </a:pPr>
              <a:r>
                <a:rPr lang="en-US" sz="3374" b="true">
                  <a:solidFill>
                    <a:srgbClr val="000000"/>
                  </a:solidFill>
                  <a:latin typeface="Codec Pro Bold"/>
                  <a:ea typeface="Codec Pro Bold"/>
                  <a:cs typeface="Codec Pro Bold"/>
                  <a:sym typeface="Codec Pro Bold"/>
                </a:rPr>
                <a:t>03.</a:t>
              </a:r>
            </a:p>
          </p:txBody>
        </p:sp>
        <p:sp>
          <p:nvSpPr>
            <p:cNvPr name="TextBox 24" id="24"/>
            <p:cNvSpPr txBox="true"/>
            <p:nvPr/>
          </p:nvSpPr>
          <p:spPr>
            <a:xfrm rot="0">
              <a:off x="264241" y="867695"/>
              <a:ext cx="6448730" cy="1847850"/>
            </a:xfrm>
            <a:prstGeom prst="rect">
              <a:avLst/>
            </a:prstGeom>
          </p:spPr>
          <p:txBody>
            <a:bodyPr anchor="t" rtlCol="false" tIns="0" lIns="0" bIns="0" rIns="0">
              <a:spAutoFit/>
            </a:bodyPr>
            <a:lstStyle/>
            <a:p>
              <a:pPr algn="l">
                <a:lnSpc>
                  <a:spcPts val="2100"/>
                </a:lnSpc>
              </a:pPr>
              <a:r>
                <a:rPr lang="en-US" sz="2000" b="true">
                  <a:solidFill>
                    <a:srgbClr val="000000"/>
                  </a:solidFill>
                  <a:latin typeface="Codec Pro Bold"/>
                  <a:ea typeface="Codec Pro Bold"/>
                  <a:cs typeface="Codec Pro Bold"/>
                  <a:sym typeface="Codec Pro Bold"/>
                </a:rPr>
                <a:t>Categoría: </a:t>
              </a:r>
              <a:r>
                <a:rPr lang="en-US" sz="2000">
                  <a:solidFill>
                    <a:srgbClr val="000000"/>
                  </a:solidFill>
                  <a:latin typeface="Codec Pro"/>
                  <a:ea typeface="Codec Pro"/>
                  <a:cs typeface="Codec Pro"/>
                  <a:sym typeface="Codec Pro"/>
                </a:rPr>
                <a:t>Facilitador</a:t>
              </a:r>
            </a:p>
            <a:p>
              <a:pPr algn="l">
                <a:lnSpc>
                  <a:spcPts val="2100"/>
                </a:lnSpc>
              </a:pPr>
              <a:r>
                <a:rPr lang="en-US" sz="2000" b="true">
                  <a:solidFill>
                    <a:srgbClr val="000000"/>
                  </a:solidFill>
                  <a:latin typeface="Codec Pro Bold"/>
                  <a:ea typeface="Codec Pro Bold"/>
                  <a:cs typeface="Codec Pro Bold"/>
                  <a:sym typeface="Codec Pro Bold"/>
                </a:rPr>
                <a:t>Descripción: </a:t>
              </a:r>
              <a:r>
                <a:rPr lang="en-US" sz="2000">
                  <a:solidFill>
                    <a:srgbClr val="000000"/>
                  </a:solidFill>
                  <a:latin typeface="Codec Pro"/>
                  <a:ea typeface="Codec Pro"/>
                  <a:cs typeface="Codec Pro"/>
                  <a:sym typeface="Codec Pro"/>
                </a:rPr>
                <a:t>Roles definidos (RACI) y buena comunicación en equipo.</a:t>
              </a:r>
            </a:p>
            <a:p>
              <a:pPr algn="l">
                <a:lnSpc>
                  <a:spcPts val="2100"/>
                </a:lnSpc>
              </a:pPr>
              <a:r>
                <a:rPr lang="en-US" sz="2000" b="true">
                  <a:solidFill>
                    <a:srgbClr val="000000"/>
                  </a:solidFill>
                  <a:latin typeface="Codec Pro Bold"/>
                  <a:ea typeface="Codec Pro Bold"/>
                  <a:cs typeface="Codec Pro Bold"/>
                  <a:sym typeface="Codec Pro Bold"/>
                </a:rPr>
                <a:t>Acción / Resultado: </a:t>
              </a:r>
              <a:r>
                <a:rPr lang="en-US" sz="2000">
                  <a:solidFill>
                    <a:srgbClr val="000000"/>
                  </a:solidFill>
                  <a:latin typeface="Codec Pro"/>
                  <a:ea typeface="Codec Pro"/>
                  <a:cs typeface="Codec Pro"/>
                  <a:sym typeface="Codec Pro"/>
                </a:rPr>
                <a:t> Coordinación efectiva y trazabilidad clara.</a:t>
              </a:r>
            </a:p>
          </p:txBody>
        </p:sp>
      </p:grpSp>
      <p:grpSp>
        <p:nvGrpSpPr>
          <p:cNvPr name="Group 25" id="25"/>
          <p:cNvGrpSpPr/>
          <p:nvPr/>
        </p:nvGrpSpPr>
        <p:grpSpPr>
          <a:xfrm rot="0">
            <a:off x="6535380" y="6129493"/>
            <a:ext cx="5217241" cy="2826775"/>
            <a:chOff x="0" y="0"/>
            <a:chExt cx="6956321" cy="3769033"/>
          </a:xfrm>
        </p:grpSpPr>
        <p:grpSp>
          <p:nvGrpSpPr>
            <p:cNvPr name="Group 26" id="26"/>
            <p:cNvGrpSpPr/>
            <p:nvPr/>
          </p:nvGrpSpPr>
          <p:grpSpPr>
            <a:xfrm rot="0">
              <a:off x="0" y="0"/>
              <a:ext cx="6956321" cy="3769033"/>
              <a:chOff x="0" y="0"/>
              <a:chExt cx="1374088" cy="744500"/>
            </a:xfrm>
          </p:grpSpPr>
          <p:sp>
            <p:nvSpPr>
              <p:cNvPr name="Freeform 27" id="27"/>
              <p:cNvSpPr/>
              <p:nvPr/>
            </p:nvSpPr>
            <p:spPr>
              <a:xfrm flipH="false" flipV="false" rot="0">
                <a:off x="0" y="0"/>
                <a:ext cx="1374088" cy="744500"/>
              </a:xfrm>
              <a:custGeom>
                <a:avLst/>
                <a:gdLst/>
                <a:ahLst/>
                <a:cxnLst/>
                <a:rect r="r" b="b" t="t" l="l"/>
                <a:pathLst>
                  <a:path h="744500" w="1374088">
                    <a:moveTo>
                      <a:pt x="0" y="0"/>
                    </a:moveTo>
                    <a:lnTo>
                      <a:pt x="1374088" y="0"/>
                    </a:lnTo>
                    <a:lnTo>
                      <a:pt x="1374088" y="744500"/>
                    </a:lnTo>
                    <a:lnTo>
                      <a:pt x="0" y="744500"/>
                    </a:lnTo>
                    <a:close/>
                  </a:path>
                </a:pathLst>
              </a:custGeom>
              <a:gradFill rotWithShape="true">
                <a:gsLst>
                  <a:gs pos="0">
                    <a:srgbClr val="7CCE6B">
                      <a:alpha val="100000"/>
                    </a:srgbClr>
                  </a:gs>
                  <a:gs pos="100000">
                    <a:srgbClr val="D8FFD0">
                      <a:alpha val="100000"/>
                    </a:srgbClr>
                  </a:gs>
                </a:gsLst>
                <a:lin ang="5400000"/>
              </a:gradFill>
              <a:ln cap="sq">
                <a:noFill/>
                <a:prstDash val="solid"/>
                <a:miter/>
              </a:ln>
            </p:spPr>
          </p:sp>
          <p:sp>
            <p:nvSpPr>
              <p:cNvPr name="TextBox 28" id="28"/>
              <p:cNvSpPr txBox="true"/>
              <p:nvPr/>
            </p:nvSpPr>
            <p:spPr>
              <a:xfrm>
                <a:off x="0" y="-38100"/>
                <a:ext cx="1374088" cy="7826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9" id="29"/>
            <p:cNvSpPr txBox="true"/>
            <p:nvPr/>
          </p:nvSpPr>
          <p:spPr>
            <a:xfrm rot="0">
              <a:off x="191447" y="218036"/>
              <a:ext cx="979754" cy="684454"/>
            </a:xfrm>
            <a:prstGeom prst="rect">
              <a:avLst/>
            </a:prstGeom>
          </p:spPr>
          <p:txBody>
            <a:bodyPr anchor="t" rtlCol="false" tIns="0" lIns="0" bIns="0" rIns="0">
              <a:spAutoFit/>
            </a:bodyPr>
            <a:lstStyle/>
            <a:p>
              <a:pPr algn="l">
                <a:lnSpc>
                  <a:spcPts val="3542"/>
                </a:lnSpc>
              </a:pPr>
              <a:r>
                <a:rPr lang="en-US" sz="3374" b="true">
                  <a:solidFill>
                    <a:srgbClr val="000000"/>
                  </a:solidFill>
                  <a:latin typeface="Codec Pro Bold"/>
                  <a:ea typeface="Codec Pro Bold"/>
                  <a:cs typeface="Codec Pro Bold"/>
                  <a:sym typeface="Codec Pro Bold"/>
                </a:rPr>
                <a:t>04.</a:t>
              </a:r>
            </a:p>
          </p:txBody>
        </p:sp>
        <p:sp>
          <p:nvSpPr>
            <p:cNvPr name="TextBox 30" id="30"/>
            <p:cNvSpPr txBox="true"/>
            <p:nvPr/>
          </p:nvSpPr>
          <p:spPr>
            <a:xfrm rot="0">
              <a:off x="191447" y="883440"/>
              <a:ext cx="6448730" cy="1847850"/>
            </a:xfrm>
            <a:prstGeom prst="rect">
              <a:avLst/>
            </a:prstGeom>
          </p:spPr>
          <p:txBody>
            <a:bodyPr anchor="t" rtlCol="false" tIns="0" lIns="0" bIns="0" rIns="0">
              <a:spAutoFit/>
            </a:bodyPr>
            <a:lstStyle/>
            <a:p>
              <a:pPr algn="l">
                <a:lnSpc>
                  <a:spcPts val="2100"/>
                </a:lnSpc>
              </a:pPr>
              <a:r>
                <a:rPr lang="en-US" sz="2000" b="true">
                  <a:solidFill>
                    <a:srgbClr val="000000"/>
                  </a:solidFill>
                  <a:latin typeface="Codec Pro Bold"/>
                  <a:ea typeface="Codec Pro Bold"/>
                  <a:cs typeface="Codec Pro Bold"/>
                  <a:sym typeface="Codec Pro Bold"/>
                </a:rPr>
                <a:t>Categoría: </a:t>
              </a:r>
              <a:r>
                <a:rPr lang="en-US" sz="2000">
                  <a:solidFill>
                    <a:srgbClr val="000000"/>
                  </a:solidFill>
                  <a:latin typeface="Codec Pro"/>
                  <a:ea typeface="Codec Pro"/>
                  <a:cs typeface="Codec Pro"/>
                  <a:sym typeface="Codec Pro"/>
                </a:rPr>
                <a:t>Facilitador</a:t>
              </a:r>
            </a:p>
            <a:p>
              <a:pPr algn="l">
                <a:lnSpc>
                  <a:spcPts val="2100"/>
                </a:lnSpc>
              </a:pPr>
              <a:r>
                <a:rPr lang="en-US" sz="2000" b="true">
                  <a:solidFill>
                    <a:srgbClr val="000000"/>
                  </a:solidFill>
                  <a:latin typeface="Codec Pro Bold"/>
                  <a:ea typeface="Codec Pro Bold"/>
                  <a:cs typeface="Codec Pro Bold"/>
                  <a:sym typeface="Codec Pro Bold"/>
                </a:rPr>
                <a:t>Descripción: </a:t>
              </a:r>
              <a:r>
                <a:rPr lang="en-US" sz="2000">
                  <a:solidFill>
                    <a:srgbClr val="000000"/>
                  </a:solidFill>
                  <a:latin typeface="Codec Pro"/>
                  <a:ea typeface="Codec Pro"/>
                  <a:cs typeface="Codec Pro"/>
                  <a:sym typeface="Codec Pro"/>
                </a:rPr>
                <a:t>Herramientas de apoyo: Trello, Figma, PlantUML, Postman.</a:t>
              </a:r>
            </a:p>
            <a:p>
              <a:pPr algn="l">
                <a:lnSpc>
                  <a:spcPts val="2100"/>
                </a:lnSpc>
              </a:pPr>
              <a:r>
                <a:rPr lang="en-US" sz="2000" b="true">
                  <a:solidFill>
                    <a:srgbClr val="000000"/>
                  </a:solidFill>
                  <a:latin typeface="Codec Pro Bold"/>
                  <a:ea typeface="Codec Pro Bold"/>
                  <a:cs typeface="Codec Pro Bold"/>
                  <a:sym typeface="Codec Pro Bold"/>
                </a:rPr>
                <a:t>Acción / Resultado:  </a:t>
              </a:r>
              <a:r>
                <a:rPr lang="en-US" sz="2000">
                  <a:solidFill>
                    <a:srgbClr val="000000"/>
                  </a:solidFill>
                  <a:latin typeface="Codec Pro"/>
                  <a:ea typeface="Codec Pro"/>
                  <a:cs typeface="Codec Pro"/>
                  <a:sym typeface="Codec Pro"/>
                </a:rPr>
                <a:t>Aceleraron validaciones y revisiones cruzadas.</a:t>
              </a:r>
            </a:p>
          </p:txBody>
        </p:sp>
      </p:grpSp>
      <p:grpSp>
        <p:nvGrpSpPr>
          <p:cNvPr name="Group 31" id="31"/>
          <p:cNvGrpSpPr/>
          <p:nvPr/>
        </p:nvGrpSpPr>
        <p:grpSpPr>
          <a:xfrm rot="0">
            <a:off x="12042059" y="3016968"/>
            <a:ext cx="5217241" cy="2826775"/>
            <a:chOff x="0" y="0"/>
            <a:chExt cx="6956321" cy="3769033"/>
          </a:xfrm>
        </p:grpSpPr>
        <p:grpSp>
          <p:nvGrpSpPr>
            <p:cNvPr name="Group 32" id="32"/>
            <p:cNvGrpSpPr/>
            <p:nvPr/>
          </p:nvGrpSpPr>
          <p:grpSpPr>
            <a:xfrm rot="0">
              <a:off x="0" y="0"/>
              <a:ext cx="6956321" cy="3769033"/>
              <a:chOff x="0" y="0"/>
              <a:chExt cx="1374088" cy="744500"/>
            </a:xfrm>
          </p:grpSpPr>
          <p:sp>
            <p:nvSpPr>
              <p:cNvPr name="Freeform 33" id="33"/>
              <p:cNvSpPr/>
              <p:nvPr/>
            </p:nvSpPr>
            <p:spPr>
              <a:xfrm flipH="false" flipV="false" rot="0">
                <a:off x="0" y="0"/>
                <a:ext cx="1374088" cy="744500"/>
              </a:xfrm>
              <a:custGeom>
                <a:avLst/>
                <a:gdLst/>
                <a:ahLst/>
                <a:cxnLst/>
                <a:rect r="r" b="b" t="t" l="l"/>
                <a:pathLst>
                  <a:path h="744500" w="1374088">
                    <a:moveTo>
                      <a:pt x="0" y="0"/>
                    </a:moveTo>
                    <a:lnTo>
                      <a:pt x="1374088" y="0"/>
                    </a:lnTo>
                    <a:lnTo>
                      <a:pt x="1374088" y="744500"/>
                    </a:lnTo>
                    <a:lnTo>
                      <a:pt x="0" y="744500"/>
                    </a:lnTo>
                    <a:close/>
                  </a:path>
                </a:pathLst>
              </a:custGeom>
              <a:gradFill rotWithShape="true">
                <a:gsLst>
                  <a:gs pos="0">
                    <a:srgbClr val="84A9FF">
                      <a:alpha val="100000"/>
                    </a:srgbClr>
                  </a:gs>
                  <a:gs pos="100000">
                    <a:srgbClr val="F5F8FF">
                      <a:alpha val="100000"/>
                    </a:srgbClr>
                  </a:gs>
                </a:gsLst>
                <a:lin ang="5400000"/>
              </a:gradFill>
              <a:ln cap="sq">
                <a:noFill/>
                <a:prstDash val="solid"/>
                <a:miter/>
              </a:ln>
            </p:spPr>
          </p:sp>
          <p:sp>
            <p:nvSpPr>
              <p:cNvPr name="TextBox 34" id="34"/>
              <p:cNvSpPr txBox="true"/>
              <p:nvPr/>
            </p:nvSpPr>
            <p:spPr>
              <a:xfrm>
                <a:off x="0" y="-38100"/>
                <a:ext cx="1374088" cy="7826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5" id="35"/>
            <p:cNvSpPr txBox="true"/>
            <p:nvPr/>
          </p:nvSpPr>
          <p:spPr>
            <a:xfrm rot="0">
              <a:off x="261781" y="202291"/>
              <a:ext cx="894916" cy="684454"/>
            </a:xfrm>
            <a:prstGeom prst="rect">
              <a:avLst/>
            </a:prstGeom>
          </p:spPr>
          <p:txBody>
            <a:bodyPr anchor="t" rtlCol="false" tIns="0" lIns="0" bIns="0" rIns="0">
              <a:spAutoFit/>
            </a:bodyPr>
            <a:lstStyle/>
            <a:p>
              <a:pPr algn="l">
                <a:lnSpc>
                  <a:spcPts val="3542"/>
                </a:lnSpc>
              </a:pPr>
              <a:r>
                <a:rPr lang="en-US" sz="3374" b="true">
                  <a:solidFill>
                    <a:srgbClr val="000000"/>
                  </a:solidFill>
                  <a:latin typeface="Codec Pro Bold"/>
                  <a:ea typeface="Codec Pro Bold"/>
                  <a:cs typeface="Codec Pro Bold"/>
                  <a:sym typeface="Codec Pro Bold"/>
                </a:rPr>
                <a:t>05.</a:t>
              </a:r>
            </a:p>
          </p:txBody>
        </p:sp>
        <p:sp>
          <p:nvSpPr>
            <p:cNvPr name="TextBox 36" id="36"/>
            <p:cNvSpPr txBox="true"/>
            <p:nvPr/>
          </p:nvSpPr>
          <p:spPr>
            <a:xfrm rot="0">
              <a:off x="261781" y="867695"/>
              <a:ext cx="6448730" cy="2203450"/>
            </a:xfrm>
            <a:prstGeom prst="rect">
              <a:avLst/>
            </a:prstGeom>
          </p:spPr>
          <p:txBody>
            <a:bodyPr anchor="t" rtlCol="false" tIns="0" lIns="0" bIns="0" rIns="0">
              <a:spAutoFit/>
            </a:bodyPr>
            <a:lstStyle/>
            <a:p>
              <a:pPr algn="l">
                <a:lnSpc>
                  <a:spcPts val="2100"/>
                </a:lnSpc>
              </a:pPr>
              <a:r>
                <a:rPr lang="en-US" sz="2000" b="true">
                  <a:solidFill>
                    <a:srgbClr val="000000"/>
                  </a:solidFill>
                  <a:latin typeface="Codec Pro Bold"/>
                  <a:ea typeface="Codec Pro Bold"/>
                  <a:cs typeface="Codec Pro Bold"/>
                  <a:sym typeface="Codec Pro Bold"/>
                </a:rPr>
                <a:t>Categoría: </a:t>
              </a:r>
              <a:r>
                <a:rPr lang="en-US" sz="2000">
                  <a:solidFill>
                    <a:srgbClr val="000000"/>
                  </a:solidFill>
                  <a:latin typeface="Codec Pro"/>
                  <a:ea typeface="Codec Pro"/>
                  <a:cs typeface="Codec Pro"/>
                  <a:sym typeface="Codec Pro"/>
                </a:rPr>
                <a:t> Ajuste de Alcance</a:t>
              </a:r>
            </a:p>
            <a:p>
              <a:pPr algn="l">
                <a:lnSpc>
                  <a:spcPts val="2100"/>
                </a:lnSpc>
              </a:pPr>
              <a:r>
                <a:rPr lang="en-US" sz="2000" b="true">
                  <a:solidFill>
                    <a:srgbClr val="000000"/>
                  </a:solidFill>
                  <a:latin typeface="Codec Pro Bold"/>
                  <a:ea typeface="Codec Pro Bold"/>
                  <a:cs typeface="Codec Pro Bold"/>
                  <a:sym typeface="Codec Pro Bold"/>
                </a:rPr>
                <a:t>Descripción: </a:t>
              </a:r>
              <a:r>
                <a:rPr lang="en-US" sz="2000">
                  <a:solidFill>
                    <a:srgbClr val="000000"/>
                  </a:solidFill>
                  <a:latin typeface="Codec Pro"/>
                  <a:ea typeface="Codec Pro"/>
                  <a:cs typeface="Codec Pro"/>
                  <a:sym typeface="Codec Pro"/>
                </a:rPr>
                <a:t>Eliminación de APIs externas.</a:t>
              </a:r>
            </a:p>
            <a:p>
              <a:pPr algn="l">
                <a:lnSpc>
                  <a:spcPts val="2100"/>
                </a:lnSpc>
              </a:pPr>
              <a:r>
                <a:rPr lang="en-US" sz="2000" b="true">
                  <a:solidFill>
                    <a:srgbClr val="000000"/>
                  </a:solidFill>
                  <a:latin typeface="Codec Pro Bold"/>
                  <a:ea typeface="Codec Pro Bold"/>
                  <a:cs typeface="Codec Pro Bold"/>
                  <a:sym typeface="Codec Pro Bold"/>
                </a:rPr>
                <a:t>Acción / Resultado: </a:t>
              </a:r>
              <a:r>
                <a:rPr lang="en-US" sz="2000">
                  <a:solidFill>
                    <a:srgbClr val="000000"/>
                  </a:solidFill>
                  <a:latin typeface="Codec Pro"/>
                  <a:ea typeface="Codec Pro"/>
                  <a:cs typeface="Codec Pro"/>
                  <a:sym typeface="Codec Pro"/>
                </a:rPr>
                <a:t>Reducción de complejidad técnica y mayor autonomía.</a:t>
              </a:r>
            </a:p>
          </p:txBody>
        </p:sp>
      </p:grpSp>
      <p:grpSp>
        <p:nvGrpSpPr>
          <p:cNvPr name="Group 37" id="37"/>
          <p:cNvGrpSpPr/>
          <p:nvPr/>
        </p:nvGrpSpPr>
        <p:grpSpPr>
          <a:xfrm rot="0">
            <a:off x="12042059" y="6129493"/>
            <a:ext cx="5217241" cy="2826775"/>
            <a:chOff x="0" y="0"/>
            <a:chExt cx="6956321" cy="3769033"/>
          </a:xfrm>
        </p:grpSpPr>
        <p:grpSp>
          <p:nvGrpSpPr>
            <p:cNvPr name="Group 38" id="38"/>
            <p:cNvGrpSpPr/>
            <p:nvPr/>
          </p:nvGrpSpPr>
          <p:grpSpPr>
            <a:xfrm rot="0">
              <a:off x="0" y="0"/>
              <a:ext cx="6956321" cy="3769033"/>
              <a:chOff x="0" y="0"/>
              <a:chExt cx="1374088" cy="744500"/>
            </a:xfrm>
          </p:grpSpPr>
          <p:sp>
            <p:nvSpPr>
              <p:cNvPr name="Freeform 39" id="39"/>
              <p:cNvSpPr/>
              <p:nvPr/>
            </p:nvSpPr>
            <p:spPr>
              <a:xfrm flipH="false" flipV="false" rot="0">
                <a:off x="0" y="0"/>
                <a:ext cx="1374088" cy="744500"/>
              </a:xfrm>
              <a:custGeom>
                <a:avLst/>
                <a:gdLst/>
                <a:ahLst/>
                <a:cxnLst/>
                <a:rect r="r" b="b" t="t" l="l"/>
                <a:pathLst>
                  <a:path h="744500" w="1374088">
                    <a:moveTo>
                      <a:pt x="0" y="0"/>
                    </a:moveTo>
                    <a:lnTo>
                      <a:pt x="1374088" y="0"/>
                    </a:lnTo>
                    <a:lnTo>
                      <a:pt x="1374088" y="744500"/>
                    </a:lnTo>
                    <a:lnTo>
                      <a:pt x="0" y="744500"/>
                    </a:lnTo>
                    <a:close/>
                  </a:path>
                </a:pathLst>
              </a:custGeom>
              <a:gradFill rotWithShape="true">
                <a:gsLst>
                  <a:gs pos="0">
                    <a:srgbClr val="84A9FF">
                      <a:alpha val="100000"/>
                    </a:srgbClr>
                  </a:gs>
                  <a:gs pos="100000">
                    <a:srgbClr val="F5F8FF">
                      <a:alpha val="100000"/>
                    </a:srgbClr>
                  </a:gs>
                </a:gsLst>
                <a:lin ang="5400000"/>
              </a:gradFill>
              <a:ln cap="sq">
                <a:noFill/>
                <a:prstDash val="solid"/>
                <a:miter/>
              </a:ln>
            </p:spPr>
          </p:sp>
          <p:sp>
            <p:nvSpPr>
              <p:cNvPr name="TextBox 40" id="40"/>
              <p:cNvSpPr txBox="true"/>
              <p:nvPr/>
            </p:nvSpPr>
            <p:spPr>
              <a:xfrm>
                <a:off x="0" y="-38100"/>
                <a:ext cx="1374088" cy="7826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41" id="41"/>
            <p:cNvSpPr txBox="true"/>
            <p:nvPr/>
          </p:nvSpPr>
          <p:spPr>
            <a:xfrm rot="0">
              <a:off x="261781" y="218036"/>
              <a:ext cx="894916" cy="684454"/>
            </a:xfrm>
            <a:prstGeom prst="rect">
              <a:avLst/>
            </a:prstGeom>
          </p:spPr>
          <p:txBody>
            <a:bodyPr anchor="t" rtlCol="false" tIns="0" lIns="0" bIns="0" rIns="0">
              <a:spAutoFit/>
            </a:bodyPr>
            <a:lstStyle/>
            <a:p>
              <a:pPr algn="l">
                <a:lnSpc>
                  <a:spcPts val="3542"/>
                </a:lnSpc>
              </a:pPr>
              <a:r>
                <a:rPr lang="en-US" sz="3374" b="true">
                  <a:solidFill>
                    <a:srgbClr val="000000"/>
                  </a:solidFill>
                  <a:latin typeface="Codec Pro Bold"/>
                  <a:ea typeface="Codec Pro Bold"/>
                  <a:cs typeface="Codec Pro Bold"/>
                  <a:sym typeface="Codec Pro Bold"/>
                </a:rPr>
                <a:t>06.</a:t>
              </a:r>
            </a:p>
          </p:txBody>
        </p:sp>
        <p:sp>
          <p:nvSpPr>
            <p:cNvPr name="TextBox 42" id="42"/>
            <p:cNvSpPr txBox="true"/>
            <p:nvPr/>
          </p:nvSpPr>
          <p:spPr>
            <a:xfrm rot="0">
              <a:off x="261781" y="883440"/>
              <a:ext cx="6448730" cy="2203450"/>
            </a:xfrm>
            <a:prstGeom prst="rect">
              <a:avLst/>
            </a:prstGeom>
          </p:spPr>
          <p:txBody>
            <a:bodyPr anchor="t" rtlCol="false" tIns="0" lIns="0" bIns="0" rIns="0">
              <a:spAutoFit/>
            </a:bodyPr>
            <a:lstStyle/>
            <a:p>
              <a:pPr algn="l">
                <a:lnSpc>
                  <a:spcPts val="2100"/>
                </a:lnSpc>
              </a:pPr>
              <a:r>
                <a:rPr lang="en-US" sz="2000" b="true">
                  <a:solidFill>
                    <a:srgbClr val="000000"/>
                  </a:solidFill>
                  <a:latin typeface="Codec Pro Bold"/>
                  <a:ea typeface="Codec Pro Bold"/>
                  <a:cs typeface="Codec Pro Bold"/>
                  <a:sym typeface="Codec Pro Bold"/>
                </a:rPr>
                <a:t>Categoría: </a:t>
              </a:r>
              <a:r>
                <a:rPr lang="en-US" sz="2000">
                  <a:solidFill>
                    <a:srgbClr val="000000"/>
                  </a:solidFill>
                  <a:latin typeface="Codec Pro"/>
                  <a:ea typeface="Codec Pro"/>
                  <a:cs typeface="Codec Pro"/>
                  <a:sym typeface="Codec Pro"/>
                </a:rPr>
                <a:t> Ajuste de Planificación</a:t>
              </a:r>
            </a:p>
            <a:p>
              <a:pPr algn="l">
                <a:lnSpc>
                  <a:spcPts val="2100"/>
                </a:lnSpc>
              </a:pPr>
              <a:r>
                <a:rPr lang="en-US" sz="2000" b="true">
                  <a:solidFill>
                    <a:srgbClr val="000000"/>
                  </a:solidFill>
                  <a:latin typeface="Codec Pro Bold"/>
                  <a:ea typeface="Codec Pro Bold"/>
                  <a:cs typeface="Codec Pro Bold"/>
                  <a:sym typeface="Codec Pro Bold"/>
                </a:rPr>
                <a:t>Descripción: </a:t>
              </a:r>
              <a:r>
                <a:rPr lang="en-US" sz="2000">
                  <a:solidFill>
                    <a:srgbClr val="000000"/>
                  </a:solidFill>
                  <a:latin typeface="Codec Pro"/>
                  <a:ea typeface="Codec Pro"/>
                  <a:cs typeface="Codec Pro"/>
                  <a:sym typeface="Codec Pro"/>
                </a:rPr>
                <a:t>Validaciones extra en diseño UI.</a:t>
              </a:r>
            </a:p>
            <a:p>
              <a:pPr algn="l">
                <a:lnSpc>
                  <a:spcPts val="2100"/>
                </a:lnSpc>
              </a:pPr>
              <a:r>
                <a:rPr lang="en-US" sz="2000" b="true">
                  <a:solidFill>
                    <a:srgbClr val="000000"/>
                  </a:solidFill>
                  <a:latin typeface="Codec Pro Bold"/>
                  <a:ea typeface="Codec Pro Bold"/>
                  <a:cs typeface="Codec Pro Bold"/>
                  <a:sym typeface="Codec Pro Bold"/>
                </a:rPr>
                <a:t>Acción / Resultado:</a:t>
              </a:r>
              <a:r>
                <a:rPr lang="en-US" sz="2000">
                  <a:solidFill>
                    <a:srgbClr val="000000"/>
                  </a:solidFill>
                  <a:latin typeface="Codec Pro"/>
                  <a:ea typeface="Codec Pro"/>
                  <a:cs typeface="Codec Pro"/>
                  <a:sym typeface="Codec Pro"/>
                </a:rPr>
                <a:t> Diseño más consistente y sin reprocesos en construcción.</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310800">
            <a:off x="15597550" y="-1362391"/>
            <a:ext cx="4276203" cy="4320316"/>
            <a:chOff x="0" y="0"/>
            <a:chExt cx="1126243" cy="1137861"/>
          </a:xfrm>
        </p:grpSpPr>
        <p:sp>
          <p:nvSpPr>
            <p:cNvPr name="Freeform 3" id="3"/>
            <p:cNvSpPr/>
            <p:nvPr/>
          </p:nvSpPr>
          <p:spPr>
            <a:xfrm flipH="false" flipV="false" rot="0">
              <a:off x="0" y="0"/>
              <a:ext cx="1126243" cy="1137861"/>
            </a:xfrm>
            <a:custGeom>
              <a:avLst/>
              <a:gdLst/>
              <a:ahLst/>
              <a:cxnLst/>
              <a:rect r="r" b="b" t="t" l="l"/>
              <a:pathLst>
                <a:path h="1137861" w="1126243">
                  <a:moveTo>
                    <a:pt x="563121" y="0"/>
                  </a:moveTo>
                  <a:cubicBezTo>
                    <a:pt x="252118" y="0"/>
                    <a:pt x="0" y="254719"/>
                    <a:pt x="0" y="568930"/>
                  </a:cubicBezTo>
                  <a:cubicBezTo>
                    <a:pt x="0" y="883142"/>
                    <a:pt x="252118" y="1137861"/>
                    <a:pt x="563121" y="1137861"/>
                  </a:cubicBezTo>
                  <a:cubicBezTo>
                    <a:pt x="874125" y="1137861"/>
                    <a:pt x="1126243" y="883142"/>
                    <a:pt x="1126243" y="568930"/>
                  </a:cubicBezTo>
                  <a:cubicBezTo>
                    <a:pt x="1126243" y="254719"/>
                    <a:pt x="874125" y="0"/>
                    <a:pt x="563121" y="0"/>
                  </a:cubicBezTo>
                  <a:close/>
                </a:path>
              </a:pathLst>
            </a:custGeom>
            <a:solidFill>
              <a:srgbClr val="FFECD0"/>
            </a:solidFill>
          </p:spPr>
        </p:sp>
        <p:sp>
          <p:nvSpPr>
            <p:cNvPr name="TextBox 4" id="4"/>
            <p:cNvSpPr txBox="true"/>
            <p:nvPr/>
          </p:nvSpPr>
          <p:spPr>
            <a:xfrm>
              <a:off x="105585" y="68574"/>
              <a:ext cx="915072" cy="96261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310800">
            <a:off x="-1461560" y="8511169"/>
            <a:ext cx="3240192" cy="3273617"/>
            <a:chOff x="0" y="0"/>
            <a:chExt cx="1126243" cy="1137861"/>
          </a:xfrm>
        </p:grpSpPr>
        <p:sp>
          <p:nvSpPr>
            <p:cNvPr name="Freeform 6" id="6"/>
            <p:cNvSpPr/>
            <p:nvPr/>
          </p:nvSpPr>
          <p:spPr>
            <a:xfrm flipH="false" flipV="false" rot="0">
              <a:off x="0" y="0"/>
              <a:ext cx="1126243" cy="1137861"/>
            </a:xfrm>
            <a:custGeom>
              <a:avLst/>
              <a:gdLst/>
              <a:ahLst/>
              <a:cxnLst/>
              <a:rect r="r" b="b" t="t" l="l"/>
              <a:pathLst>
                <a:path h="1137861" w="1126243">
                  <a:moveTo>
                    <a:pt x="563121" y="0"/>
                  </a:moveTo>
                  <a:cubicBezTo>
                    <a:pt x="252118" y="0"/>
                    <a:pt x="0" y="254719"/>
                    <a:pt x="0" y="568930"/>
                  </a:cubicBezTo>
                  <a:cubicBezTo>
                    <a:pt x="0" y="883142"/>
                    <a:pt x="252118" y="1137861"/>
                    <a:pt x="563121" y="1137861"/>
                  </a:cubicBezTo>
                  <a:cubicBezTo>
                    <a:pt x="874125" y="1137861"/>
                    <a:pt x="1126243" y="883142"/>
                    <a:pt x="1126243" y="568930"/>
                  </a:cubicBezTo>
                  <a:cubicBezTo>
                    <a:pt x="1126243" y="254719"/>
                    <a:pt x="874125" y="0"/>
                    <a:pt x="563121" y="0"/>
                  </a:cubicBezTo>
                  <a:close/>
                </a:path>
              </a:pathLst>
            </a:custGeom>
            <a:solidFill>
              <a:srgbClr val="FFECD0"/>
            </a:solidFill>
          </p:spPr>
        </p:sp>
        <p:sp>
          <p:nvSpPr>
            <p:cNvPr name="TextBox 7" id="7"/>
            <p:cNvSpPr txBox="true"/>
            <p:nvPr/>
          </p:nvSpPr>
          <p:spPr>
            <a:xfrm>
              <a:off x="105585" y="68574"/>
              <a:ext cx="915072" cy="962612"/>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552349" y="4175307"/>
            <a:ext cx="5670618" cy="3643372"/>
            <a:chOff x="0" y="0"/>
            <a:chExt cx="7560823" cy="4857829"/>
          </a:xfrm>
        </p:grpSpPr>
        <p:sp>
          <p:nvSpPr>
            <p:cNvPr name="Freeform 9" id="9"/>
            <p:cNvSpPr/>
            <p:nvPr/>
          </p:nvSpPr>
          <p:spPr>
            <a:xfrm flipH="false" flipV="false" rot="0">
              <a:off x="0" y="0"/>
              <a:ext cx="7560823" cy="4857829"/>
            </a:xfrm>
            <a:custGeom>
              <a:avLst/>
              <a:gdLst/>
              <a:ahLst/>
              <a:cxnLst/>
              <a:rect r="r" b="b" t="t" l="l"/>
              <a:pathLst>
                <a:path h="4857829" w="7560823">
                  <a:moveTo>
                    <a:pt x="0" y="0"/>
                  </a:moveTo>
                  <a:lnTo>
                    <a:pt x="7560823" y="0"/>
                  </a:lnTo>
                  <a:lnTo>
                    <a:pt x="7560823" y="4857829"/>
                  </a:lnTo>
                  <a:lnTo>
                    <a:pt x="0" y="48578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746903" y="1546321"/>
              <a:ext cx="5688266" cy="515620"/>
            </a:xfrm>
            <a:prstGeom prst="rect">
              <a:avLst/>
            </a:prstGeom>
          </p:spPr>
          <p:txBody>
            <a:bodyPr anchor="t" rtlCol="false" tIns="0" lIns="0" bIns="0" rIns="0">
              <a:spAutoFit/>
            </a:bodyPr>
            <a:lstStyle/>
            <a:p>
              <a:pPr algn="ctr">
                <a:lnSpc>
                  <a:spcPts val="3359"/>
                </a:lnSpc>
              </a:pPr>
              <a:r>
                <a:rPr lang="en-US" sz="2400" b="true">
                  <a:solidFill>
                    <a:srgbClr val="000000"/>
                  </a:solidFill>
                  <a:latin typeface="Open Sans Bold"/>
                  <a:ea typeface="Open Sans Bold"/>
                  <a:cs typeface="Open Sans Bold"/>
                  <a:sym typeface="Open Sans Bold"/>
                </a:rPr>
                <a:t>Fase 3 – Construcción</a:t>
              </a:r>
            </a:p>
          </p:txBody>
        </p:sp>
        <p:sp>
          <p:nvSpPr>
            <p:cNvPr name="TextBox 11" id="11"/>
            <p:cNvSpPr txBox="true"/>
            <p:nvPr/>
          </p:nvSpPr>
          <p:spPr>
            <a:xfrm rot="0">
              <a:off x="886674" y="2278665"/>
              <a:ext cx="5408723" cy="1545801"/>
            </a:xfrm>
            <a:prstGeom prst="rect">
              <a:avLst/>
            </a:prstGeom>
          </p:spPr>
          <p:txBody>
            <a:bodyPr anchor="t" rtlCol="false" tIns="0" lIns="0" bIns="0" rIns="0">
              <a:spAutoFit/>
            </a:bodyPr>
            <a:lstStyle/>
            <a:p>
              <a:pPr algn="l">
                <a:lnSpc>
                  <a:spcPts val="2380"/>
                </a:lnSpc>
              </a:pPr>
              <a:r>
                <a:rPr lang="en-US" sz="1700">
                  <a:solidFill>
                    <a:srgbClr val="000000"/>
                  </a:solidFill>
                  <a:latin typeface="Open Sans"/>
                  <a:ea typeface="Open Sans"/>
                  <a:cs typeface="Open Sans"/>
                  <a:sym typeface="Open Sans"/>
                </a:rPr>
                <a:t>3.1 Desarrollo de Módulos Funcionales</a:t>
              </a:r>
            </a:p>
            <a:p>
              <a:pPr algn="l">
                <a:lnSpc>
                  <a:spcPts val="2380"/>
                </a:lnSpc>
              </a:pPr>
              <a:r>
                <a:rPr lang="en-US" sz="1700">
                  <a:solidFill>
                    <a:srgbClr val="000000"/>
                  </a:solidFill>
                  <a:latin typeface="Open Sans"/>
                  <a:ea typeface="Open Sans"/>
                  <a:cs typeface="Open Sans"/>
                  <a:sym typeface="Open Sans"/>
                </a:rPr>
                <a:t>3.2 Base de Datos y Scripts</a:t>
              </a:r>
            </a:p>
            <a:p>
              <a:pPr algn="l">
                <a:lnSpc>
                  <a:spcPts val="2380"/>
                </a:lnSpc>
              </a:pPr>
              <a:r>
                <a:rPr lang="en-US" sz="1700">
                  <a:solidFill>
                    <a:srgbClr val="000000"/>
                  </a:solidFill>
                  <a:latin typeface="Open Sans"/>
                  <a:ea typeface="Open Sans"/>
                  <a:cs typeface="Open Sans"/>
                  <a:sym typeface="Open Sans"/>
                </a:rPr>
                <a:t>3.3 Minutas de Control</a:t>
              </a:r>
            </a:p>
            <a:p>
              <a:pPr algn="l">
                <a:lnSpc>
                  <a:spcPts val="2380"/>
                </a:lnSpc>
              </a:pPr>
              <a:r>
                <a:rPr lang="en-US" sz="1700">
                  <a:solidFill>
                    <a:srgbClr val="000000"/>
                  </a:solidFill>
                  <a:latin typeface="Open Sans"/>
                  <a:ea typeface="Open Sans"/>
                  <a:cs typeface="Open Sans"/>
                  <a:sym typeface="Open Sans"/>
                </a:rPr>
                <a:t>3.4 Verificación de Alcances</a:t>
              </a:r>
            </a:p>
          </p:txBody>
        </p:sp>
      </p:grpSp>
      <p:grpSp>
        <p:nvGrpSpPr>
          <p:cNvPr name="Group 12" id="12"/>
          <p:cNvGrpSpPr/>
          <p:nvPr/>
        </p:nvGrpSpPr>
        <p:grpSpPr>
          <a:xfrm rot="0">
            <a:off x="6308691" y="4175307"/>
            <a:ext cx="5670618" cy="3643372"/>
            <a:chOff x="0" y="0"/>
            <a:chExt cx="7560823" cy="4857829"/>
          </a:xfrm>
        </p:grpSpPr>
        <p:sp>
          <p:nvSpPr>
            <p:cNvPr name="Freeform 13" id="13"/>
            <p:cNvSpPr/>
            <p:nvPr/>
          </p:nvSpPr>
          <p:spPr>
            <a:xfrm flipH="false" flipV="false" rot="0">
              <a:off x="0" y="0"/>
              <a:ext cx="7560823" cy="4857829"/>
            </a:xfrm>
            <a:custGeom>
              <a:avLst/>
              <a:gdLst/>
              <a:ahLst/>
              <a:cxnLst/>
              <a:rect r="r" b="b" t="t" l="l"/>
              <a:pathLst>
                <a:path h="4857829" w="7560823">
                  <a:moveTo>
                    <a:pt x="0" y="0"/>
                  </a:moveTo>
                  <a:lnTo>
                    <a:pt x="7560823" y="0"/>
                  </a:lnTo>
                  <a:lnTo>
                    <a:pt x="7560823" y="4857829"/>
                  </a:lnTo>
                  <a:lnTo>
                    <a:pt x="0" y="48578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453751" y="1712718"/>
              <a:ext cx="6653321" cy="515620"/>
            </a:xfrm>
            <a:prstGeom prst="rect">
              <a:avLst/>
            </a:prstGeom>
          </p:spPr>
          <p:txBody>
            <a:bodyPr anchor="t" rtlCol="false" tIns="0" lIns="0" bIns="0" rIns="0">
              <a:spAutoFit/>
            </a:bodyPr>
            <a:lstStyle/>
            <a:p>
              <a:pPr algn="ctr">
                <a:lnSpc>
                  <a:spcPts val="3359"/>
                </a:lnSpc>
              </a:pPr>
              <a:r>
                <a:rPr lang="en-US" sz="2400" b="true">
                  <a:solidFill>
                    <a:srgbClr val="000000"/>
                  </a:solidFill>
                  <a:latin typeface="Open Sans Bold"/>
                  <a:ea typeface="Open Sans Bold"/>
                  <a:cs typeface="Open Sans Bold"/>
                  <a:sym typeface="Open Sans Bold"/>
                </a:rPr>
                <a:t>Fase 4 – Integración y Pruebas</a:t>
              </a:r>
            </a:p>
          </p:txBody>
        </p:sp>
        <p:sp>
          <p:nvSpPr>
            <p:cNvPr name="TextBox 15" id="15"/>
            <p:cNvSpPr txBox="true"/>
            <p:nvPr/>
          </p:nvSpPr>
          <p:spPr>
            <a:xfrm rot="0">
              <a:off x="1191961" y="2453310"/>
              <a:ext cx="5176901" cy="1152102"/>
            </a:xfrm>
            <a:prstGeom prst="rect">
              <a:avLst/>
            </a:prstGeom>
          </p:spPr>
          <p:txBody>
            <a:bodyPr anchor="t" rtlCol="false" tIns="0" lIns="0" bIns="0" rIns="0">
              <a:spAutoFit/>
            </a:bodyPr>
            <a:lstStyle/>
            <a:p>
              <a:pPr algn="l">
                <a:lnSpc>
                  <a:spcPts val="2380"/>
                </a:lnSpc>
              </a:pPr>
              <a:r>
                <a:rPr lang="en-US" sz="1700">
                  <a:solidFill>
                    <a:srgbClr val="000000"/>
                  </a:solidFill>
                  <a:latin typeface="Open Sans"/>
                  <a:ea typeface="Open Sans"/>
                  <a:cs typeface="Open Sans"/>
                  <a:sym typeface="Open Sans"/>
                </a:rPr>
                <a:t>4.1</a:t>
              </a:r>
              <a:r>
                <a:rPr lang="en-US" sz="1700">
                  <a:solidFill>
                    <a:srgbClr val="000000"/>
                  </a:solidFill>
                  <a:latin typeface="Open Sans"/>
                  <a:ea typeface="Open Sans"/>
                  <a:cs typeface="Open Sans"/>
                  <a:sym typeface="Open Sans"/>
                </a:rPr>
                <a:t> Integración de Módulos</a:t>
              </a:r>
            </a:p>
            <a:p>
              <a:pPr algn="l">
                <a:lnSpc>
                  <a:spcPts val="2380"/>
                </a:lnSpc>
              </a:pPr>
              <a:r>
                <a:rPr lang="en-US" sz="1700">
                  <a:solidFill>
                    <a:srgbClr val="000000"/>
                  </a:solidFill>
                  <a:latin typeface="Open Sans"/>
                  <a:ea typeface="Open Sans"/>
                  <a:cs typeface="Open Sans"/>
                  <a:sym typeface="Open Sans"/>
                </a:rPr>
                <a:t>4.2 Pruebas de Rendimiento y Ajustes</a:t>
              </a:r>
            </a:p>
            <a:p>
              <a:pPr algn="l">
                <a:lnSpc>
                  <a:spcPts val="2380"/>
                </a:lnSpc>
              </a:pPr>
              <a:r>
                <a:rPr lang="en-US" sz="1700">
                  <a:solidFill>
                    <a:srgbClr val="000000"/>
                  </a:solidFill>
                  <a:latin typeface="Open Sans"/>
                  <a:ea typeface="Open Sans"/>
                  <a:cs typeface="Open Sans"/>
                  <a:sym typeface="Open Sans"/>
                </a:rPr>
                <a:t>4.3 Pruebas Finales (UAT)</a:t>
              </a:r>
            </a:p>
          </p:txBody>
        </p:sp>
      </p:grpSp>
      <p:grpSp>
        <p:nvGrpSpPr>
          <p:cNvPr name="Group 16" id="16"/>
          <p:cNvGrpSpPr/>
          <p:nvPr/>
        </p:nvGrpSpPr>
        <p:grpSpPr>
          <a:xfrm rot="0">
            <a:off x="12065034" y="4215034"/>
            <a:ext cx="5670618" cy="3643372"/>
            <a:chOff x="0" y="0"/>
            <a:chExt cx="7560823" cy="4857829"/>
          </a:xfrm>
        </p:grpSpPr>
        <p:sp>
          <p:nvSpPr>
            <p:cNvPr name="Freeform 17" id="17"/>
            <p:cNvSpPr/>
            <p:nvPr/>
          </p:nvSpPr>
          <p:spPr>
            <a:xfrm flipH="false" flipV="false" rot="0">
              <a:off x="0" y="0"/>
              <a:ext cx="7560823" cy="4857829"/>
            </a:xfrm>
            <a:custGeom>
              <a:avLst/>
              <a:gdLst/>
              <a:ahLst/>
              <a:cxnLst/>
              <a:rect r="r" b="b" t="t" l="l"/>
              <a:pathLst>
                <a:path h="4857829" w="7560823">
                  <a:moveTo>
                    <a:pt x="0" y="0"/>
                  </a:moveTo>
                  <a:lnTo>
                    <a:pt x="7560823" y="0"/>
                  </a:lnTo>
                  <a:lnTo>
                    <a:pt x="7560823" y="4857829"/>
                  </a:lnTo>
                  <a:lnTo>
                    <a:pt x="0" y="48578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8" id="18"/>
            <p:cNvSpPr txBox="true"/>
            <p:nvPr/>
          </p:nvSpPr>
          <p:spPr>
            <a:xfrm rot="0">
              <a:off x="318110" y="1438208"/>
              <a:ext cx="6924603" cy="515620"/>
            </a:xfrm>
            <a:prstGeom prst="rect">
              <a:avLst/>
            </a:prstGeom>
          </p:spPr>
          <p:txBody>
            <a:bodyPr anchor="t" rtlCol="false" tIns="0" lIns="0" bIns="0" rIns="0">
              <a:spAutoFit/>
            </a:bodyPr>
            <a:lstStyle/>
            <a:p>
              <a:pPr algn="ctr">
                <a:lnSpc>
                  <a:spcPts val="3359"/>
                </a:lnSpc>
              </a:pPr>
              <a:r>
                <a:rPr lang="en-US" sz="2400" b="true">
                  <a:solidFill>
                    <a:srgbClr val="000000"/>
                  </a:solidFill>
                  <a:latin typeface="Open Sans Bold"/>
                  <a:ea typeface="Open Sans Bold"/>
                  <a:cs typeface="Open Sans Bold"/>
                  <a:sym typeface="Open Sans Bold"/>
                </a:rPr>
                <a:t>Fase 5 – Implementación y Cierre </a:t>
              </a:r>
            </a:p>
          </p:txBody>
        </p:sp>
        <p:sp>
          <p:nvSpPr>
            <p:cNvPr name="TextBox 19" id="19"/>
            <p:cNvSpPr txBox="true"/>
            <p:nvPr/>
          </p:nvSpPr>
          <p:spPr>
            <a:xfrm rot="0">
              <a:off x="905035" y="2109920"/>
              <a:ext cx="5750754" cy="2333202"/>
            </a:xfrm>
            <a:prstGeom prst="rect">
              <a:avLst/>
            </a:prstGeom>
          </p:spPr>
          <p:txBody>
            <a:bodyPr anchor="t" rtlCol="false" tIns="0" lIns="0" bIns="0" rIns="0">
              <a:spAutoFit/>
            </a:bodyPr>
            <a:lstStyle/>
            <a:p>
              <a:pPr algn="l">
                <a:lnSpc>
                  <a:spcPts val="2380"/>
                </a:lnSpc>
              </a:pPr>
              <a:r>
                <a:rPr lang="en-US" sz="1700">
                  <a:solidFill>
                    <a:srgbClr val="000000"/>
                  </a:solidFill>
                  <a:latin typeface="Open Sans"/>
                  <a:ea typeface="Open Sans"/>
                  <a:cs typeface="Open Sans"/>
                  <a:sym typeface="Open Sans"/>
                </a:rPr>
                <a:t>5.1</a:t>
              </a:r>
              <a:r>
                <a:rPr lang="en-US" sz="1700">
                  <a:solidFill>
                    <a:srgbClr val="000000"/>
                  </a:solidFill>
                  <a:latin typeface="Open Sans"/>
                  <a:ea typeface="Open Sans"/>
                  <a:cs typeface="Open Sans"/>
                  <a:sym typeface="Open Sans"/>
                </a:rPr>
                <a:t> Documentación de Resultados y Correcciones</a:t>
              </a:r>
            </a:p>
            <a:p>
              <a:pPr algn="l">
                <a:lnSpc>
                  <a:spcPts val="2380"/>
                </a:lnSpc>
              </a:pPr>
              <a:r>
                <a:rPr lang="en-US" sz="1700">
                  <a:solidFill>
                    <a:srgbClr val="000000"/>
                  </a:solidFill>
                  <a:latin typeface="Open Sans"/>
                  <a:ea typeface="Open Sans"/>
                  <a:cs typeface="Open Sans"/>
                  <a:sym typeface="Open Sans"/>
                </a:rPr>
                <a:t>5.2 Validación con Usuarios Finales</a:t>
              </a:r>
            </a:p>
            <a:p>
              <a:pPr algn="l">
                <a:lnSpc>
                  <a:spcPts val="2380"/>
                </a:lnSpc>
              </a:pPr>
              <a:r>
                <a:rPr lang="en-US" sz="1700">
                  <a:solidFill>
                    <a:srgbClr val="000000"/>
                  </a:solidFill>
                  <a:latin typeface="Open Sans"/>
                  <a:ea typeface="Open Sans"/>
                  <a:cs typeface="Open Sans"/>
                  <a:sym typeface="Open Sans"/>
                </a:rPr>
                <a:t>5.3 Plan de Implantación y Soporte</a:t>
              </a:r>
            </a:p>
            <a:p>
              <a:pPr algn="l">
                <a:lnSpc>
                  <a:spcPts val="2380"/>
                </a:lnSpc>
              </a:pPr>
              <a:r>
                <a:rPr lang="en-US" sz="1700">
                  <a:solidFill>
                    <a:srgbClr val="000000"/>
                  </a:solidFill>
                  <a:latin typeface="Open Sans"/>
                  <a:ea typeface="Open Sans"/>
                  <a:cs typeface="Open Sans"/>
                  <a:sym typeface="Open Sans"/>
                </a:rPr>
                <a:t>5.4 Manuales de Usuario y Administrador</a:t>
              </a:r>
            </a:p>
            <a:p>
              <a:pPr algn="l">
                <a:lnSpc>
                  <a:spcPts val="2380"/>
                </a:lnSpc>
              </a:pPr>
              <a:r>
                <a:rPr lang="en-US" sz="1700">
                  <a:solidFill>
                    <a:srgbClr val="000000"/>
                  </a:solidFill>
                  <a:latin typeface="Open Sans"/>
                  <a:ea typeface="Open Sans"/>
                  <a:cs typeface="Open Sans"/>
                  <a:sym typeface="Open Sans"/>
                </a:rPr>
                <a:t>5.5 Puesta en Marcha en Taller Piloto</a:t>
              </a:r>
            </a:p>
          </p:txBody>
        </p:sp>
      </p:grpSp>
      <p:sp>
        <p:nvSpPr>
          <p:cNvPr name="Freeform 20" id="20"/>
          <p:cNvSpPr/>
          <p:nvPr/>
        </p:nvSpPr>
        <p:spPr>
          <a:xfrm flipH="false" flipV="false" rot="0">
            <a:off x="13241048" y="866412"/>
            <a:ext cx="2952988" cy="2952988"/>
          </a:xfrm>
          <a:custGeom>
            <a:avLst/>
            <a:gdLst/>
            <a:ahLst/>
            <a:cxnLst/>
            <a:rect r="r" b="b" t="t" l="l"/>
            <a:pathLst>
              <a:path h="2952988" w="2952988">
                <a:moveTo>
                  <a:pt x="0" y="0"/>
                </a:moveTo>
                <a:lnTo>
                  <a:pt x="2952988" y="0"/>
                </a:lnTo>
                <a:lnTo>
                  <a:pt x="2952988" y="2952988"/>
                </a:lnTo>
                <a:lnTo>
                  <a:pt x="0" y="29529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1" id="21"/>
          <p:cNvSpPr txBox="true"/>
          <p:nvPr/>
        </p:nvSpPr>
        <p:spPr>
          <a:xfrm rot="0">
            <a:off x="1050891" y="1961906"/>
            <a:ext cx="10515600" cy="838200"/>
          </a:xfrm>
          <a:prstGeom prst="rect">
            <a:avLst/>
          </a:prstGeom>
        </p:spPr>
        <p:txBody>
          <a:bodyPr anchor="t" rtlCol="false" tIns="0" lIns="0" bIns="0" rIns="0">
            <a:spAutoFit/>
          </a:bodyPr>
          <a:lstStyle/>
          <a:p>
            <a:pPr algn="l" marL="0" indent="0" lvl="0">
              <a:lnSpc>
                <a:spcPts val="5400"/>
              </a:lnSpc>
              <a:spcBef>
                <a:spcPct val="0"/>
              </a:spcBef>
            </a:pPr>
            <a:r>
              <a:rPr lang="en-US" b="true" sz="6000">
                <a:solidFill>
                  <a:srgbClr val="000000"/>
                </a:solidFill>
                <a:latin typeface="Codec Pro Bold"/>
                <a:ea typeface="Codec Pro Bold"/>
                <a:cs typeface="Codec Pro Bold"/>
                <a:sym typeface="Codec Pro Bold"/>
              </a:rPr>
              <a:t>P</a:t>
            </a:r>
            <a:r>
              <a:rPr lang="en-US" b="true" sz="6000" strike="noStrike" u="none">
                <a:solidFill>
                  <a:srgbClr val="000000"/>
                </a:solidFill>
                <a:latin typeface="Codec Pro Bold"/>
                <a:ea typeface="Codec Pro Bold"/>
                <a:cs typeface="Codec Pro Bold"/>
                <a:sym typeface="Codec Pro Bold"/>
              </a:rPr>
              <a:t>r</a:t>
            </a:r>
            <a:r>
              <a:rPr lang="en-US" b="true" sz="6000" strike="noStrike" u="none">
                <a:solidFill>
                  <a:srgbClr val="000000"/>
                </a:solidFill>
                <a:latin typeface="Codec Pro Bold"/>
                <a:ea typeface="Codec Pro Bold"/>
                <a:cs typeface="Codec Pro Bold"/>
                <a:sym typeface="Codec Pro Bold"/>
              </a:rPr>
              <a:t>óx</a:t>
            </a:r>
            <a:r>
              <a:rPr lang="en-US" b="true" sz="6000" strike="noStrike" u="none">
                <a:solidFill>
                  <a:srgbClr val="000000"/>
                </a:solidFill>
                <a:latin typeface="Codec Pro Bold"/>
                <a:ea typeface="Codec Pro Bold"/>
                <a:cs typeface="Codec Pro Bold"/>
                <a:sym typeface="Codec Pro Bold"/>
              </a:rPr>
              <a:t>im</a:t>
            </a:r>
            <a:r>
              <a:rPr lang="en-US" b="true" sz="6000" strike="noStrike" u="none">
                <a:solidFill>
                  <a:srgbClr val="000000"/>
                </a:solidFill>
                <a:latin typeface="Codec Pro Bold"/>
                <a:ea typeface="Codec Pro Bold"/>
                <a:cs typeface="Codec Pro Bold"/>
                <a:sym typeface="Codec Pro Bold"/>
              </a:rPr>
              <a:t>os Pasos d</a:t>
            </a:r>
            <a:r>
              <a:rPr lang="en-US" b="true" sz="6000" strike="noStrike" u="none">
                <a:solidFill>
                  <a:srgbClr val="000000"/>
                </a:solidFill>
                <a:latin typeface="Codec Pro Bold"/>
                <a:ea typeface="Codec Pro Bold"/>
                <a:cs typeface="Codec Pro Bold"/>
                <a:sym typeface="Codec Pro Bold"/>
              </a:rPr>
              <a:t>e</a:t>
            </a:r>
            <a:r>
              <a:rPr lang="en-US" b="true" sz="6000" strike="noStrike" u="none">
                <a:solidFill>
                  <a:srgbClr val="000000"/>
                </a:solidFill>
                <a:latin typeface="Codec Pro Bold"/>
                <a:ea typeface="Codec Pro Bold"/>
                <a:cs typeface="Codec Pro Bold"/>
                <a:sym typeface="Codec Pro Bold"/>
              </a:rPr>
              <a:t>l</a:t>
            </a:r>
            <a:r>
              <a:rPr lang="en-US" b="true" sz="6000" strike="noStrike" u="none">
                <a:solidFill>
                  <a:srgbClr val="000000"/>
                </a:solidFill>
                <a:latin typeface="Codec Pro Bold"/>
                <a:ea typeface="Codec Pro Bold"/>
                <a:cs typeface="Codec Pro Bold"/>
                <a:sym typeface="Codec Pro Bold"/>
              </a:rPr>
              <a:t> </a:t>
            </a:r>
            <a:r>
              <a:rPr lang="en-US" b="true" sz="6000" strike="noStrike" u="none">
                <a:solidFill>
                  <a:srgbClr val="000000"/>
                </a:solidFill>
                <a:latin typeface="Codec Pro Bold"/>
                <a:ea typeface="Codec Pro Bold"/>
                <a:cs typeface="Codec Pro Bold"/>
                <a:sym typeface="Codec Pro Bold"/>
              </a:rPr>
              <a:t>P</a:t>
            </a:r>
            <a:r>
              <a:rPr lang="en-US" b="true" sz="6000" strike="noStrike" u="none">
                <a:solidFill>
                  <a:srgbClr val="000000"/>
                </a:solidFill>
                <a:latin typeface="Codec Pro Bold"/>
                <a:ea typeface="Codec Pro Bold"/>
                <a:cs typeface="Codec Pro Bold"/>
                <a:sym typeface="Codec Pro Bold"/>
              </a:rPr>
              <a:t>r</a:t>
            </a:r>
            <a:r>
              <a:rPr lang="en-US" b="true" sz="6000" strike="noStrike" u="none">
                <a:solidFill>
                  <a:srgbClr val="000000"/>
                </a:solidFill>
                <a:latin typeface="Codec Pro Bold"/>
                <a:ea typeface="Codec Pro Bold"/>
                <a:cs typeface="Codec Pro Bold"/>
                <a:sym typeface="Codec Pro Bold"/>
              </a:rPr>
              <a:t>oy</a:t>
            </a:r>
            <a:r>
              <a:rPr lang="en-US" b="true" sz="6000" strike="noStrike" u="none">
                <a:solidFill>
                  <a:srgbClr val="000000"/>
                </a:solidFill>
                <a:latin typeface="Codec Pro Bold"/>
                <a:ea typeface="Codec Pro Bold"/>
                <a:cs typeface="Codec Pro Bold"/>
                <a:sym typeface="Codec Pro Bold"/>
              </a:rPr>
              <a:t>e</a:t>
            </a:r>
            <a:r>
              <a:rPr lang="en-US" b="true" sz="6000" strike="noStrike" u="none">
                <a:solidFill>
                  <a:srgbClr val="000000"/>
                </a:solidFill>
                <a:latin typeface="Codec Pro Bold"/>
                <a:ea typeface="Codec Pro Bold"/>
                <a:cs typeface="Codec Pro Bold"/>
                <a:sym typeface="Codec Pro Bold"/>
              </a:rPr>
              <a:t>c</a:t>
            </a:r>
            <a:r>
              <a:rPr lang="en-US" b="true" sz="6000" strike="noStrike" u="none">
                <a:solidFill>
                  <a:srgbClr val="000000"/>
                </a:solidFill>
                <a:latin typeface="Codec Pro Bold"/>
                <a:ea typeface="Codec Pro Bold"/>
                <a:cs typeface="Codec Pro Bold"/>
                <a:sym typeface="Codec Pro Bold"/>
              </a:rPr>
              <a:t>to</a:t>
            </a:r>
          </a:p>
        </p:txBody>
      </p:sp>
      <p:sp>
        <p:nvSpPr>
          <p:cNvPr name="TextBox 22" id="22"/>
          <p:cNvSpPr txBox="true"/>
          <p:nvPr/>
        </p:nvSpPr>
        <p:spPr>
          <a:xfrm rot="0">
            <a:off x="3477160" y="8220356"/>
            <a:ext cx="11333679" cy="323215"/>
          </a:xfrm>
          <a:prstGeom prst="rect">
            <a:avLst/>
          </a:prstGeom>
        </p:spPr>
        <p:txBody>
          <a:bodyPr anchor="t" rtlCol="false" tIns="0" lIns="0" bIns="0" rIns="0">
            <a:spAutoFit/>
          </a:bodyPr>
          <a:lstStyle/>
          <a:p>
            <a:pPr algn="ctr">
              <a:lnSpc>
                <a:spcPts val="2659"/>
              </a:lnSpc>
              <a:spcBef>
                <a:spcPct val="0"/>
              </a:spcBef>
            </a:pPr>
            <a:r>
              <a:rPr lang="en-US" b="true" sz="1899">
                <a:solidFill>
                  <a:srgbClr val="000000"/>
                </a:solidFill>
                <a:latin typeface="Open Sans Bold"/>
                <a:ea typeface="Open Sans Bold"/>
                <a:cs typeface="Open Sans Bold"/>
                <a:sym typeface="Open Sans Bold"/>
              </a:rPr>
              <a:t>El equipo mantiene la fecha final de entrega y proyecta un sistema 100 % funcional y validado.</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82867" y="5621109"/>
            <a:ext cx="11004028" cy="1100402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alpha val="65882"/>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053884" y="-2523625"/>
            <a:ext cx="7104649" cy="710464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5768319" y="-1005225"/>
            <a:ext cx="3535767" cy="353576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alpha val="51765"/>
              </a:srgbClr>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9276193" y="1751898"/>
            <a:ext cx="7357294" cy="7173362"/>
          </a:xfrm>
          <a:custGeom>
            <a:avLst/>
            <a:gdLst/>
            <a:ahLst/>
            <a:cxnLst/>
            <a:rect r="r" b="b" t="t" l="l"/>
            <a:pathLst>
              <a:path h="7173362" w="7357294">
                <a:moveTo>
                  <a:pt x="0" y="0"/>
                </a:moveTo>
                <a:lnTo>
                  <a:pt x="7357294" y="0"/>
                </a:lnTo>
                <a:lnTo>
                  <a:pt x="7357294" y="7173362"/>
                </a:lnTo>
                <a:lnTo>
                  <a:pt x="0" y="7173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028700" y="4710247"/>
            <a:ext cx="6171446" cy="1237613"/>
          </a:xfrm>
          <a:prstGeom prst="rect">
            <a:avLst/>
          </a:prstGeom>
        </p:spPr>
        <p:txBody>
          <a:bodyPr anchor="t" rtlCol="false" tIns="0" lIns="0" bIns="0" rIns="0">
            <a:spAutoFit/>
          </a:bodyPr>
          <a:lstStyle/>
          <a:p>
            <a:pPr algn="ctr" marL="0" indent="0" lvl="0">
              <a:lnSpc>
                <a:spcPts val="8479"/>
              </a:lnSpc>
              <a:spcBef>
                <a:spcPct val="0"/>
              </a:spcBef>
            </a:pPr>
            <a:r>
              <a:rPr lang="en-US" b="true" sz="7999">
                <a:solidFill>
                  <a:srgbClr val="000000"/>
                </a:solidFill>
                <a:latin typeface="Codec Pro Bold"/>
                <a:ea typeface="Codec Pro Bold"/>
                <a:cs typeface="Codec Pro Bold"/>
                <a:sym typeface="Codec Pro Bold"/>
              </a:rPr>
              <a:t>Conclusión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226357" y="-4217157"/>
            <a:ext cx="7609967" cy="760996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167857" y="-1676447"/>
            <a:ext cx="3932633" cy="393263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9890916" y="1028700"/>
            <a:ext cx="6763424" cy="3795972"/>
          </a:xfrm>
          <a:custGeom>
            <a:avLst/>
            <a:gdLst/>
            <a:ahLst/>
            <a:cxnLst/>
            <a:rect r="r" b="b" t="t" l="l"/>
            <a:pathLst>
              <a:path h="3795972" w="6763424">
                <a:moveTo>
                  <a:pt x="0" y="0"/>
                </a:moveTo>
                <a:lnTo>
                  <a:pt x="6763424" y="0"/>
                </a:lnTo>
                <a:lnTo>
                  <a:pt x="6763424" y="3795972"/>
                </a:lnTo>
                <a:lnTo>
                  <a:pt x="0" y="37959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3625849" y="5631757"/>
            <a:ext cx="6474641" cy="647464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true" flipV="false" rot="0">
            <a:off x="9890916" y="5462328"/>
            <a:ext cx="6763424" cy="3795972"/>
          </a:xfrm>
          <a:custGeom>
            <a:avLst/>
            <a:gdLst/>
            <a:ahLst/>
            <a:cxnLst/>
            <a:rect r="r" b="b" t="t" l="l"/>
            <a:pathLst>
              <a:path h="3795972" w="6763424">
                <a:moveTo>
                  <a:pt x="6763424" y="0"/>
                </a:moveTo>
                <a:lnTo>
                  <a:pt x="0" y="0"/>
                </a:lnTo>
                <a:lnTo>
                  <a:pt x="0" y="3795972"/>
                </a:lnTo>
                <a:lnTo>
                  <a:pt x="6763424" y="3795972"/>
                </a:lnTo>
                <a:lnTo>
                  <a:pt x="67634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882437" y="4951217"/>
            <a:ext cx="10255112" cy="1012698"/>
          </a:xfrm>
          <a:prstGeom prst="rect">
            <a:avLst/>
          </a:prstGeom>
        </p:spPr>
        <p:txBody>
          <a:bodyPr anchor="t" rtlCol="false" tIns="0" lIns="0" bIns="0" rIns="0">
            <a:spAutoFit/>
          </a:bodyPr>
          <a:lstStyle/>
          <a:p>
            <a:pPr algn="l" marL="0" indent="0" lvl="0">
              <a:lnSpc>
                <a:spcPts val="6995"/>
              </a:lnSpc>
              <a:spcBef>
                <a:spcPct val="0"/>
              </a:spcBef>
            </a:pPr>
            <a:r>
              <a:rPr lang="en-US" b="true" sz="6599">
                <a:solidFill>
                  <a:srgbClr val="000000"/>
                </a:solidFill>
                <a:latin typeface="Codec Pro Bold"/>
                <a:ea typeface="Codec Pro Bold"/>
                <a:cs typeface="Codec Pro Bold"/>
                <a:sym typeface="Codec Pro Bold"/>
              </a:rPr>
              <a:t>¡Gracias por su atención!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5424740" y="1820000"/>
            <a:ext cx="11903008" cy="6647001"/>
            <a:chOff x="0" y="0"/>
            <a:chExt cx="3134949" cy="1750650"/>
          </a:xfrm>
        </p:grpSpPr>
        <p:sp>
          <p:nvSpPr>
            <p:cNvPr name="Freeform 3" id="3"/>
            <p:cNvSpPr/>
            <p:nvPr/>
          </p:nvSpPr>
          <p:spPr>
            <a:xfrm flipH="false" flipV="false" rot="0">
              <a:off x="0" y="0"/>
              <a:ext cx="3134949" cy="1750651"/>
            </a:xfrm>
            <a:custGeom>
              <a:avLst/>
              <a:gdLst/>
              <a:ahLst/>
              <a:cxnLst/>
              <a:rect r="r" b="b" t="t" l="l"/>
              <a:pathLst>
                <a:path h="1750651" w="3134949">
                  <a:moveTo>
                    <a:pt x="1567474" y="0"/>
                  </a:moveTo>
                  <a:cubicBezTo>
                    <a:pt x="701782" y="0"/>
                    <a:pt x="0" y="391896"/>
                    <a:pt x="0" y="875325"/>
                  </a:cubicBezTo>
                  <a:cubicBezTo>
                    <a:pt x="0" y="1358754"/>
                    <a:pt x="701782" y="1750651"/>
                    <a:pt x="1567474" y="1750651"/>
                  </a:cubicBezTo>
                  <a:cubicBezTo>
                    <a:pt x="2433166" y="1750651"/>
                    <a:pt x="3134949" y="1358754"/>
                    <a:pt x="3134949" y="875325"/>
                  </a:cubicBezTo>
                  <a:cubicBezTo>
                    <a:pt x="3134949" y="391896"/>
                    <a:pt x="2433166" y="0"/>
                    <a:pt x="1567474" y="0"/>
                  </a:cubicBezTo>
                  <a:close/>
                </a:path>
              </a:pathLst>
            </a:custGeom>
            <a:solidFill>
              <a:srgbClr val="FFECD0"/>
            </a:solidFill>
          </p:spPr>
        </p:sp>
        <p:sp>
          <p:nvSpPr>
            <p:cNvPr name="TextBox 4" id="4"/>
            <p:cNvSpPr txBox="true"/>
            <p:nvPr/>
          </p:nvSpPr>
          <p:spPr>
            <a:xfrm>
              <a:off x="293901" y="126023"/>
              <a:ext cx="2547146" cy="146050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175656" y="3103274"/>
            <a:ext cx="4735682" cy="2556450"/>
            <a:chOff x="0" y="0"/>
            <a:chExt cx="1247258" cy="673304"/>
          </a:xfrm>
        </p:grpSpPr>
        <p:sp>
          <p:nvSpPr>
            <p:cNvPr name="Freeform 6" id="6"/>
            <p:cNvSpPr/>
            <p:nvPr/>
          </p:nvSpPr>
          <p:spPr>
            <a:xfrm flipH="false" flipV="false" rot="0">
              <a:off x="0" y="0"/>
              <a:ext cx="1247258" cy="673304"/>
            </a:xfrm>
            <a:custGeom>
              <a:avLst/>
              <a:gdLst/>
              <a:ahLst/>
              <a:cxnLst/>
              <a:rect r="r" b="b" t="t" l="l"/>
              <a:pathLst>
                <a:path h="673304" w="1247258">
                  <a:moveTo>
                    <a:pt x="0" y="0"/>
                  </a:moveTo>
                  <a:lnTo>
                    <a:pt x="1247258" y="0"/>
                  </a:lnTo>
                  <a:lnTo>
                    <a:pt x="1247258" y="673304"/>
                  </a:lnTo>
                  <a:lnTo>
                    <a:pt x="0" y="673304"/>
                  </a:lnTo>
                  <a:close/>
                </a:path>
              </a:pathLst>
            </a:custGeom>
            <a:solidFill>
              <a:srgbClr val="FFECD0"/>
            </a:solidFill>
            <a:ln cap="sq">
              <a:noFill/>
              <a:prstDash val="solid"/>
              <a:miter/>
            </a:ln>
          </p:spPr>
        </p:sp>
        <p:sp>
          <p:nvSpPr>
            <p:cNvPr name="TextBox 7" id="7"/>
            <p:cNvSpPr txBox="true"/>
            <p:nvPr/>
          </p:nvSpPr>
          <p:spPr>
            <a:xfrm>
              <a:off x="0" y="-38100"/>
              <a:ext cx="1247258" cy="71140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2174180" y="3103274"/>
            <a:ext cx="4735682" cy="2556450"/>
            <a:chOff x="0" y="0"/>
            <a:chExt cx="1247258" cy="673304"/>
          </a:xfrm>
        </p:grpSpPr>
        <p:sp>
          <p:nvSpPr>
            <p:cNvPr name="Freeform 9" id="9"/>
            <p:cNvSpPr/>
            <p:nvPr/>
          </p:nvSpPr>
          <p:spPr>
            <a:xfrm flipH="false" flipV="false" rot="0">
              <a:off x="0" y="0"/>
              <a:ext cx="1247258" cy="673304"/>
            </a:xfrm>
            <a:custGeom>
              <a:avLst/>
              <a:gdLst/>
              <a:ahLst/>
              <a:cxnLst/>
              <a:rect r="r" b="b" t="t" l="l"/>
              <a:pathLst>
                <a:path h="673304" w="1247258">
                  <a:moveTo>
                    <a:pt x="0" y="0"/>
                  </a:moveTo>
                  <a:lnTo>
                    <a:pt x="1247258" y="0"/>
                  </a:lnTo>
                  <a:lnTo>
                    <a:pt x="1247258" y="673304"/>
                  </a:lnTo>
                  <a:lnTo>
                    <a:pt x="0" y="673304"/>
                  </a:lnTo>
                  <a:close/>
                </a:path>
              </a:pathLst>
            </a:custGeom>
            <a:solidFill>
              <a:srgbClr val="FFECD0"/>
            </a:solidFill>
            <a:ln cap="sq">
              <a:noFill/>
              <a:prstDash val="solid"/>
              <a:miter/>
            </a:ln>
          </p:spPr>
        </p:sp>
        <p:sp>
          <p:nvSpPr>
            <p:cNvPr name="TextBox 10" id="10"/>
            <p:cNvSpPr txBox="true"/>
            <p:nvPr/>
          </p:nvSpPr>
          <p:spPr>
            <a:xfrm>
              <a:off x="0" y="-38100"/>
              <a:ext cx="1247258" cy="71140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7175656" y="5916899"/>
            <a:ext cx="4735682" cy="2556450"/>
            <a:chOff x="0" y="0"/>
            <a:chExt cx="1247258" cy="673304"/>
          </a:xfrm>
        </p:grpSpPr>
        <p:sp>
          <p:nvSpPr>
            <p:cNvPr name="Freeform 12" id="12"/>
            <p:cNvSpPr/>
            <p:nvPr/>
          </p:nvSpPr>
          <p:spPr>
            <a:xfrm flipH="false" flipV="false" rot="0">
              <a:off x="0" y="0"/>
              <a:ext cx="1247258" cy="673304"/>
            </a:xfrm>
            <a:custGeom>
              <a:avLst/>
              <a:gdLst/>
              <a:ahLst/>
              <a:cxnLst/>
              <a:rect r="r" b="b" t="t" l="l"/>
              <a:pathLst>
                <a:path h="673304" w="1247258">
                  <a:moveTo>
                    <a:pt x="0" y="0"/>
                  </a:moveTo>
                  <a:lnTo>
                    <a:pt x="1247258" y="0"/>
                  </a:lnTo>
                  <a:lnTo>
                    <a:pt x="1247258" y="673304"/>
                  </a:lnTo>
                  <a:lnTo>
                    <a:pt x="0" y="673304"/>
                  </a:lnTo>
                  <a:close/>
                </a:path>
              </a:pathLst>
            </a:custGeom>
            <a:solidFill>
              <a:srgbClr val="FFECD0"/>
            </a:solidFill>
            <a:ln cap="sq">
              <a:noFill/>
              <a:prstDash val="solid"/>
              <a:miter/>
            </a:ln>
          </p:spPr>
        </p:sp>
        <p:sp>
          <p:nvSpPr>
            <p:cNvPr name="TextBox 13" id="13"/>
            <p:cNvSpPr txBox="true"/>
            <p:nvPr/>
          </p:nvSpPr>
          <p:spPr>
            <a:xfrm>
              <a:off x="0" y="-38100"/>
              <a:ext cx="1247258" cy="71140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12174180" y="5916899"/>
            <a:ext cx="4735682" cy="2556450"/>
            <a:chOff x="0" y="0"/>
            <a:chExt cx="1247258" cy="673304"/>
          </a:xfrm>
        </p:grpSpPr>
        <p:sp>
          <p:nvSpPr>
            <p:cNvPr name="Freeform 15" id="15"/>
            <p:cNvSpPr/>
            <p:nvPr/>
          </p:nvSpPr>
          <p:spPr>
            <a:xfrm flipH="false" flipV="false" rot="0">
              <a:off x="0" y="0"/>
              <a:ext cx="1247258" cy="673304"/>
            </a:xfrm>
            <a:custGeom>
              <a:avLst/>
              <a:gdLst/>
              <a:ahLst/>
              <a:cxnLst/>
              <a:rect r="r" b="b" t="t" l="l"/>
              <a:pathLst>
                <a:path h="673304" w="1247258">
                  <a:moveTo>
                    <a:pt x="0" y="0"/>
                  </a:moveTo>
                  <a:lnTo>
                    <a:pt x="1247258" y="0"/>
                  </a:lnTo>
                  <a:lnTo>
                    <a:pt x="1247258" y="673304"/>
                  </a:lnTo>
                  <a:lnTo>
                    <a:pt x="0" y="673304"/>
                  </a:lnTo>
                  <a:close/>
                </a:path>
              </a:pathLst>
            </a:custGeom>
            <a:solidFill>
              <a:srgbClr val="FFECD0"/>
            </a:solidFill>
            <a:ln cap="sq">
              <a:noFill/>
              <a:prstDash val="solid"/>
              <a:miter/>
            </a:ln>
          </p:spPr>
        </p:sp>
        <p:sp>
          <p:nvSpPr>
            <p:cNvPr name="TextBox 16" id="16"/>
            <p:cNvSpPr txBox="true"/>
            <p:nvPr/>
          </p:nvSpPr>
          <p:spPr>
            <a:xfrm>
              <a:off x="0" y="-38100"/>
              <a:ext cx="1247258" cy="71140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7" id="17"/>
          <p:cNvSpPr/>
          <p:nvPr/>
        </p:nvSpPr>
        <p:spPr>
          <a:xfrm flipH="false" flipV="false" rot="0">
            <a:off x="1357165" y="1747675"/>
            <a:ext cx="4473999" cy="6791649"/>
          </a:xfrm>
          <a:custGeom>
            <a:avLst/>
            <a:gdLst/>
            <a:ahLst/>
            <a:cxnLst/>
            <a:rect r="r" b="b" t="t" l="l"/>
            <a:pathLst>
              <a:path h="6791649" w="4473999">
                <a:moveTo>
                  <a:pt x="0" y="0"/>
                </a:moveTo>
                <a:lnTo>
                  <a:pt x="4473999" y="0"/>
                </a:lnTo>
                <a:lnTo>
                  <a:pt x="4473999" y="6791650"/>
                </a:lnTo>
                <a:lnTo>
                  <a:pt x="0" y="6791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7692739" y="3345687"/>
            <a:ext cx="3701517" cy="797814"/>
          </a:xfrm>
          <a:prstGeom prst="rect">
            <a:avLst/>
          </a:prstGeom>
        </p:spPr>
        <p:txBody>
          <a:bodyPr anchor="t" rtlCol="false" tIns="0" lIns="0" bIns="0" rIns="0">
            <a:spAutoFit/>
          </a:bodyPr>
          <a:lstStyle/>
          <a:p>
            <a:pPr algn="l">
              <a:lnSpc>
                <a:spcPts val="3048"/>
              </a:lnSpc>
            </a:pPr>
            <a:r>
              <a:rPr lang="en-US" sz="2400" b="true">
                <a:solidFill>
                  <a:srgbClr val="000000"/>
                </a:solidFill>
                <a:latin typeface="Codec Pro Bold"/>
                <a:ea typeface="Codec Pro Bold"/>
                <a:cs typeface="Codec Pro Bold"/>
                <a:sym typeface="Codec Pro Bold"/>
              </a:rPr>
              <a:t>Mantener las exportaciones</a:t>
            </a:r>
          </a:p>
        </p:txBody>
      </p:sp>
      <p:sp>
        <p:nvSpPr>
          <p:cNvPr name="TextBox 19" id="19"/>
          <p:cNvSpPr txBox="true"/>
          <p:nvPr/>
        </p:nvSpPr>
        <p:spPr>
          <a:xfrm rot="0">
            <a:off x="12479283" y="3474236"/>
            <a:ext cx="3701517" cy="416814"/>
          </a:xfrm>
          <a:prstGeom prst="rect">
            <a:avLst/>
          </a:prstGeom>
        </p:spPr>
        <p:txBody>
          <a:bodyPr anchor="t" rtlCol="false" tIns="0" lIns="0" bIns="0" rIns="0">
            <a:spAutoFit/>
          </a:bodyPr>
          <a:lstStyle/>
          <a:p>
            <a:pPr algn="l">
              <a:lnSpc>
                <a:spcPts val="3048"/>
              </a:lnSpc>
            </a:pPr>
            <a:r>
              <a:rPr lang="en-US" sz="2400" b="true">
                <a:solidFill>
                  <a:srgbClr val="000000"/>
                </a:solidFill>
                <a:latin typeface="Codec Pro Bold"/>
                <a:ea typeface="Codec Pro Bold"/>
                <a:cs typeface="Codec Pro Bold"/>
                <a:sym typeface="Codec Pro Bold"/>
              </a:rPr>
              <a:t>Optimizar la fabricación</a:t>
            </a:r>
          </a:p>
        </p:txBody>
      </p:sp>
      <p:sp>
        <p:nvSpPr>
          <p:cNvPr name="TextBox 20" id="20"/>
          <p:cNvSpPr txBox="true"/>
          <p:nvPr/>
        </p:nvSpPr>
        <p:spPr>
          <a:xfrm rot="0">
            <a:off x="7692739" y="6277579"/>
            <a:ext cx="3701517" cy="416814"/>
          </a:xfrm>
          <a:prstGeom prst="rect">
            <a:avLst/>
          </a:prstGeom>
        </p:spPr>
        <p:txBody>
          <a:bodyPr anchor="t" rtlCol="false" tIns="0" lIns="0" bIns="0" rIns="0">
            <a:spAutoFit/>
          </a:bodyPr>
          <a:lstStyle/>
          <a:p>
            <a:pPr algn="l">
              <a:lnSpc>
                <a:spcPts val="3048"/>
              </a:lnSpc>
            </a:pPr>
            <a:r>
              <a:rPr lang="en-US" sz="2400" b="true">
                <a:solidFill>
                  <a:srgbClr val="000000"/>
                </a:solidFill>
                <a:latin typeface="Codec Pro Bold"/>
                <a:ea typeface="Codec Pro Bold"/>
                <a:cs typeface="Codec Pro Bold"/>
                <a:sym typeface="Codec Pro Bold"/>
              </a:rPr>
              <a:t>Productividad</a:t>
            </a:r>
          </a:p>
        </p:txBody>
      </p:sp>
      <p:sp>
        <p:nvSpPr>
          <p:cNvPr name="TextBox 21" id="21"/>
          <p:cNvSpPr txBox="true"/>
          <p:nvPr/>
        </p:nvSpPr>
        <p:spPr>
          <a:xfrm rot="0">
            <a:off x="12620501" y="6277579"/>
            <a:ext cx="3701517" cy="416814"/>
          </a:xfrm>
          <a:prstGeom prst="rect">
            <a:avLst/>
          </a:prstGeom>
        </p:spPr>
        <p:txBody>
          <a:bodyPr anchor="t" rtlCol="false" tIns="0" lIns="0" bIns="0" rIns="0">
            <a:spAutoFit/>
          </a:bodyPr>
          <a:lstStyle/>
          <a:p>
            <a:pPr algn="l">
              <a:lnSpc>
                <a:spcPts val="3048"/>
              </a:lnSpc>
            </a:pPr>
            <a:r>
              <a:rPr lang="en-US" sz="2400" b="true">
                <a:solidFill>
                  <a:srgbClr val="000000"/>
                </a:solidFill>
                <a:latin typeface="Codec Pro Bold"/>
                <a:ea typeface="Codec Pro Bold"/>
                <a:cs typeface="Codec Pro Bold"/>
                <a:sym typeface="Codec Pro Bold"/>
              </a:rPr>
              <a:t>Investigación y procesos</a:t>
            </a:r>
          </a:p>
        </p:txBody>
      </p:sp>
      <p:sp>
        <p:nvSpPr>
          <p:cNvPr name="TextBox 22" id="22"/>
          <p:cNvSpPr txBox="true"/>
          <p:nvPr/>
        </p:nvSpPr>
        <p:spPr>
          <a:xfrm rot="0">
            <a:off x="7692739" y="4267326"/>
            <a:ext cx="3701517" cy="1092835"/>
          </a:xfrm>
          <a:prstGeom prst="rect">
            <a:avLst/>
          </a:prstGeom>
        </p:spPr>
        <p:txBody>
          <a:bodyPr anchor="t" rtlCol="false" tIns="0" lIns="0" bIns="0" rIns="0">
            <a:spAutoFit/>
          </a:bodyPr>
          <a:lstStyle/>
          <a:p>
            <a:pPr algn="l">
              <a:lnSpc>
                <a:spcPts val="2239"/>
              </a:lnSpc>
            </a:pPr>
            <a:r>
              <a:rPr lang="en-US" sz="1599">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23" id="23"/>
          <p:cNvSpPr txBox="true"/>
          <p:nvPr/>
        </p:nvSpPr>
        <p:spPr>
          <a:xfrm rot="0">
            <a:off x="12479283" y="4050665"/>
            <a:ext cx="3701517" cy="1092835"/>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24" id="24"/>
          <p:cNvSpPr txBox="true"/>
          <p:nvPr/>
        </p:nvSpPr>
        <p:spPr>
          <a:xfrm rot="0">
            <a:off x="7692739" y="6818218"/>
            <a:ext cx="3701517" cy="1092835"/>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25" id="25"/>
          <p:cNvSpPr txBox="true"/>
          <p:nvPr/>
        </p:nvSpPr>
        <p:spPr>
          <a:xfrm rot="0">
            <a:off x="12620501" y="6818218"/>
            <a:ext cx="3701517" cy="1092835"/>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6242" y="5317580"/>
            <a:ext cx="3600785" cy="3399270"/>
            <a:chOff x="0" y="0"/>
            <a:chExt cx="948355" cy="895281"/>
          </a:xfrm>
        </p:grpSpPr>
        <p:sp>
          <p:nvSpPr>
            <p:cNvPr name="Freeform 3" id="3"/>
            <p:cNvSpPr/>
            <p:nvPr/>
          </p:nvSpPr>
          <p:spPr>
            <a:xfrm flipH="false" flipV="false" rot="0">
              <a:off x="0" y="0"/>
              <a:ext cx="948355" cy="895281"/>
            </a:xfrm>
            <a:custGeom>
              <a:avLst/>
              <a:gdLst/>
              <a:ahLst/>
              <a:cxnLst/>
              <a:rect r="r" b="b" t="t" l="l"/>
              <a:pathLst>
                <a:path h="895281" w="948355">
                  <a:moveTo>
                    <a:pt x="0" y="0"/>
                  </a:moveTo>
                  <a:lnTo>
                    <a:pt x="948355" y="0"/>
                  </a:lnTo>
                  <a:lnTo>
                    <a:pt x="948355" y="895281"/>
                  </a:lnTo>
                  <a:lnTo>
                    <a:pt x="0" y="895281"/>
                  </a:lnTo>
                  <a:close/>
                </a:path>
              </a:pathLst>
            </a:custGeom>
            <a:solidFill>
              <a:srgbClr val="FFECD0"/>
            </a:solidFill>
            <a:ln cap="sq">
              <a:noFill/>
              <a:prstDash val="solid"/>
              <a:miter/>
            </a:ln>
          </p:spPr>
        </p:sp>
        <p:sp>
          <p:nvSpPr>
            <p:cNvPr name="TextBox 4" id="4"/>
            <p:cNvSpPr txBox="true"/>
            <p:nvPr/>
          </p:nvSpPr>
          <p:spPr>
            <a:xfrm>
              <a:off x="0" y="-38100"/>
              <a:ext cx="948355" cy="93338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5400454" y="5317580"/>
            <a:ext cx="3600785" cy="3399270"/>
            <a:chOff x="0" y="0"/>
            <a:chExt cx="948355" cy="895281"/>
          </a:xfrm>
        </p:grpSpPr>
        <p:sp>
          <p:nvSpPr>
            <p:cNvPr name="Freeform 6" id="6"/>
            <p:cNvSpPr/>
            <p:nvPr/>
          </p:nvSpPr>
          <p:spPr>
            <a:xfrm flipH="false" flipV="false" rot="0">
              <a:off x="0" y="0"/>
              <a:ext cx="948355" cy="895281"/>
            </a:xfrm>
            <a:custGeom>
              <a:avLst/>
              <a:gdLst/>
              <a:ahLst/>
              <a:cxnLst/>
              <a:rect r="r" b="b" t="t" l="l"/>
              <a:pathLst>
                <a:path h="895281" w="948355">
                  <a:moveTo>
                    <a:pt x="0" y="0"/>
                  </a:moveTo>
                  <a:lnTo>
                    <a:pt x="948355" y="0"/>
                  </a:lnTo>
                  <a:lnTo>
                    <a:pt x="948355" y="895281"/>
                  </a:lnTo>
                  <a:lnTo>
                    <a:pt x="0" y="895281"/>
                  </a:lnTo>
                  <a:close/>
                </a:path>
              </a:pathLst>
            </a:custGeom>
            <a:solidFill>
              <a:srgbClr val="FFECD0"/>
            </a:solidFill>
            <a:ln cap="sq">
              <a:noFill/>
              <a:prstDash val="solid"/>
              <a:miter/>
            </a:ln>
          </p:spPr>
        </p:sp>
        <p:sp>
          <p:nvSpPr>
            <p:cNvPr name="TextBox 7" id="7"/>
            <p:cNvSpPr txBox="true"/>
            <p:nvPr/>
          </p:nvSpPr>
          <p:spPr>
            <a:xfrm>
              <a:off x="0" y="-38100"/>
              <a:ext cx="948355" cy="93338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9282868" y="5317580"/>
            <a:ext cx="3600785" cy="3399270"/>
            <a:chOff x="0" y="0"/>
            <a:chExt cx="948355" cy="895281"/>
          </a:xfrm>
        </p:grpSpPr>
        <p:sp>
          <p:nvSpPr>
            <p:cNvPr name="Freeform 9" id="9"/>
            <p:cNvSpPr/>
            <p:nvPr/>
          </p:nvSpPr>
          <p:spPr>
            <a:xfrm flipH="false" flipV="false" rot="0">
              <a:off x="0" y="0"/>
              <a:ext cx="948355" cy="895281"/>
            </a:xfrm>
            <a:custGeom>
              <a:avLst/>
              <a:gdLst/>
              <a:ahLst/>
              <a:cxnLst/>
              <a:rect r="r" b="b" t="t" l="l"/>
              <a:pathLst>
                <a:path h="895281" w="948355">
                  <a:moveTo>
                    <a:pt x="0" y="0"/>
                  </a:moveTo>
                  <a:lnTo>
                    <a:pt x="948355" y="0"/>
                  </a:lnTo>
                  <a:lnTo>
                    <a:pt x="948355" y="895281"/>
                  </a:lnTo>
                  <a:lnTo>
                    <a:pt x="0" y="895281"/>
                  </a:lnTo>
                  <a:close/>
                </a:path>
              </a:pathLst>
            </a:custGeom>
            <a:solidFill>
              <a:srgbClr val="FFECD0"/>
            </a:solidFill>
            <a:ln cap="sq">
              <a:noFill/>
              <a:prstDash val="solid"/>
              <a:miter/>
            </a:ln>
          </p:spPr>
        </p:sp>
        <p:sp>
          <p:nvSpPr>
            <p:cNvPr name="TextBox 10" id="10"/>
            <p:cNvSpPr txBox="true"/>
            <p:nvPr/>
          </p:nvSpPr>
          <p:spPr>
            <a:xfrm>
              <a:off x="0" y="-38100"/>
              <a:ext cx="948355" cy="93338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13170974" y="5317580"/>
            <a:ext cx="3600785" cy="3399270"/>
            <a:chOff x="0" y="0"/>
            <a:chExt cx="948355" cy="895281"/>
          </a:xfrm>
        </p:grpSpPr>
        <p:sp>
          <p:nvSpPr>
            <p:cNvPr name="Freeform 12" id="12"/>
            <p:cNvSpPr/>
            <p:nvPr/>
          </p:nvSpPr>
          <p:spPr>
            <a:xfrm flipH="false" flipV="false" rot="0">
              <a:off x="0" y="0"/>
              <a:ext cx="948355" cy="895281"/>
            </a:xfrm>
            <a:custGeom>
              <a:avLst/>
              <a:gdLst/>
              <a:ahLst/>
              <a:cxnLst/>
              <a:rect r="r" b="b" t="t" l="l"/>
              <a:pathLst>
                <a:path h="895281" w="948355">
                  <a:moveTo>
                    <a:pt x="0" y="0"/>
                  </a:moveTo>
                  <a:lnTo>
                    <a:pt x="948355" y="0"/>
                  </a:lnTo>
                  <a:lnTo>
                    <a:pt x="948355" y="895281"/>
                  </a:lnTo>
                  <a:lnTo>
                    <a:pt x="0" y="895281"/>
                  </a:lnTo>
                  <a:close/>
                </a:path>
              </a:pathLst>
            </a:custGeom>
            <a:solidFill>
              <a:srgbClr val="FFECD0"/>
            </a:solidFill>
            <a:ln cap="sq">
              <a:noFill/>
              <a:prstDash val="solid"/>
              <a:miter/>
            </a:ln>
          </p:spPr>
        </p:sp>
        <p:sp>
          <p:nvSpPr>
            <p:cNvPr name="TextBox 13" id="13"/>
            <p:cNvSpPr txBox="true"/>
            <p:nvPr/>
          </p:nvSpPr>
          <p:spPr>
            <a:xfrm>
              <a:off x="0" y="-38100"/>
              <a:ext cx="948355" cy="93338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4" id="14"/>
          <p:cNvSpPr/>
          <p:nvPr/>
        </p:nvSpPr>
        <p:spPr>
          <a:xfrm flipH="false" flipV="false" rot="0">
            <a:off x="2341040" y="3638343"/>
            <a:ext cx="1951189" cy="2223577"/>
          </a:xfrm>
          <a:custGeom>
            <a:avLst/>
            <a:gdLst/>
            <a:ahLst/>
            <a:cxnLst/>
            <a:rect r="r" b="b" t="t" l="l"/>
            <a:pathLst>
              <a:path h="2223577" w="1951189">
                <a:moveTo>
                  <a:pt x="0" y="0"/>
                </a:moveTo>
                <a:lnTo>
                  <a:pt x="1951189" y="0"/>
                </a:lnTo>
                <a:lnTo>
                  <a:pt x="1951189" y="2223577"/>
                </a:lnTo>
                <a:lnTo>
                  <a:pt x="0" y="22235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786860" y="4007254"/>
            <a:ext cx="2363637" cy="1728410"/>
          </a:xfrm>
          <a:custGeom>
            <a:avLst/>
            <a:gdLst/>
            <a:ahLst/>
            <a:cxnLst/>
            <a:rect r="r" b="b" t="t" l="l"/>
            <a:pathLst>
              <a:path h="1728410" w="2363637">
                <a:moveTo>
                  <a:pt x="0" y="0"/>
                </a:moveTo>
                <a:lnTo>
                  <a:pt x="2363637" y="0"/>
                </a:lnTo>
                <a:lnTo>
                  <a:pt x="2363637" y="1728410"/>
                </a:lnTo>
                <a:lnTo>
                  <a:pt x="0" y="1728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0106139" y="3867062"/>
            <a:ext cx="1686412" cy="1868601"/>
          </a:xfrm>
          <a:custGeom>
            <a:avLst/>
            <a:gdLst/>
            <a:ahLst/>
            <a:cxnLst/>
            <a:rect r="r" b="b" t="t" l="l"/>
            <a:pathLst>
              <a:path h="1868601" w="1686412">
                <a:moveTo>
                  <a:pt x="0" y="0"/>
                </a:moveTo>
                <a:lnTo>
                  <a:pt x="1686412" y="0"/>
                </a:lnTo>
                <a:lnTo>
                  <a:pt x="1686412" y="1868602"/>
                </a:lnTo>
                <a:lnTo>
                  <a:pt x="0" y="18686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4121934" y="3799636"/>
            <a:ext cx="1698864" cy="1936027"/>
          </a:xfrm>
          <a:custGeom>
            <a:avLst/>
            <a:gdLst/>
            <a:ahLst/>
            <a:cxnLst/>
            <a:rect r="r" b="b" t="t" l="l"/>
            <a:pathLst>
              <a:path h="1936027" w="1698864">
                <a:moveTo>
                  <a:pt x="0" y="0"/>
                </a:moveTo>
                <a:lnTo>
                  <a:pt x="1698864" y="0"/>
                </a:lnTo>
                <a:lnTo>
                  <a:pt x="1698864" y="1936028"/>
                </a:lnTo>
                <a:lnTo>
                  <a:pt x="0" y="193602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1902648" y="6692716"/>
            <a:ext cx="2827972" cy="990981"/>
          </a:xfrm>
          <a:prstGeom prst="rect">
            <a:avLst/>
          </a:prstGeom>
        </p:spPr>
        <p:txBody>
          <a:bodyPr anchor="t" rtlCol="false" tIns="0" lIns="0" bIns="0" rIns="0">
            <a:spAutoFit/>
          </a:bodyPr>
          <a:lstStyle/>
          <a:p>
            <a:pPr algn="ctr">
              <a:lnSpc>
                <a:spcPts val="2667"/>
              </a:lnSpc>
            </a:pPr>
            <a:r>
              <a:rPr lang="en-US" sz="2100">
                <a:solidFill>
                  <a:srgbClr val="000000"/>
                </a:solidFill>
                <a:latin typeface="Open Sans"/>
                <a:ea typeface="Open Sans"/>
                <a:cs typeface="Open Sans"/>
                <a:sym typeface="Open Sans"/>
              </a:rPr>
              <a:t>Investigar un sistema de venta más eficiente y mantenible.</a:t>
            </a:r>
          </a:p>
        </p:txBody>
      </p:sp>
      <p:sp>
        <p:nvSpPr>
          <p:cNvPr name="TextBox 19" id="19"/>
          <p:cNvSpPr txBox="true"/>
          <p:nvPr/>
        </p:nvSpPr>
        <p:spPr>
          <a:xfrm rot="0">
            <a:off x="5786860" y="6692716"/>
            <a:ext cx="2827972" cy="1324356"/>
          </a:xfrm>
          <a:prstGeom prst="rect">
            <a:avLst/>
          </a:prstGeom>
        </p:spPr>
        <p:txBody>
          <a:bodyPr anchor="t" rtlCol="false" tIns="0" lIns="0" bIns="0" rIns="0">
            <a:spAutoFit/>
          </a:bodyPr>
          <a:lstStyle/>
          <a:p>
            <a:pPr algn="ctr">
              <a:lnSpc>
                <a:spcPts val="2667"/>
              </a:lnSpc>
            </a:pPr>
            <a:r>
              <a:rPr lang="en-US" sz="2100">
                <a:solidFill>
                  <a:srgbClr val="000000"/>
                </a:solidFill>
                <a:latin typeface="Open Sans"/>
                <a:ea typeface="Open Sans"/>
                <a:cs typeface="Open Sans"/>
                <a:sym typeface="Open Sans"/>
              </a:rPr>
              <a:t>Potenciar las redes sociales para conseguir un mayor volúmen de ventas.</a:t>
            </a:r>
          </a:p>
        </p:txBody>
      </p:sp>
      <p:sp>
        <p:nvSpPr>
          <p:cNvPr name="TextBox 20" id="20"/>
          <p:cNvSpPr txBox="true"/>
          <p:nvPr/>
        </p:nvSpPr>
        <p:spPr>
          <a:xfrm rot="0">
            <a:off x="9672120" y="6692716"/>
            <a:ext cx="2827972" cy="1324356"/>
          </a:xfrm>
          <a:prstGeom prst="rect">
            <a:avLst/>
          </a:prstGeom>
        </p:spPr>
        <p:txBody>
          <a:bodyPr anchor="t" rtlCol="false" tIns="0" lIns="0" bIns="0" rIns="0">
            <a:spAutoFit/>
          </a:bodyPr>
          <a:lstStyle/>
          <a:p>
            <a:pPr algn="ctr">
              <a:lnSpc>
                <a:spcPts val="2667"/>
              </a:lnSpc>
            </a:pPr>
            <a:r>
              <a:rPr lang="en-US" sz="2100">
                <a:solidFill>
                  <a:srgbClr val="000000"/>
                </a:solidFill>
                <a:latin typeface="Open Sans"/>
                <a:ea typeface="Open Sans"/>
                <a:cs typeface="Open Sans"/>
                <a:sym typeface="Open Sans"/>
              </a:rPr>
              <a:t>Invertir en publicidad en otros mercados internacionales para mejorar la expansión.</a:t>
            </a:r>
          </a:p>
        </p:txBody>
      </p:sp>
      <p:sp>
        <p:nvSpPr>
          <p:cNvPr name="TextBox 21" id="21"/>
          <p:cNvSpPr txBox="true"/>
          <p:nvPr/>
        </p:nvSpPr>
        <p:spPr>
          <a:xfrm rot="0">
            <a:off x="13557459" y="6692716"/>
            <a:ext cx="2827814" cy="990981"/>
          </a:xfrm>
          <a:prstGeom prst="rect">
            <a:avLst/>
          </a:prstGeom>
        </p:spPr>
        <p:txBody>
          <a:bodyPr anchor="t" rtlCol="false" tIns="0" lIns="0" bIns="0" rIns="0">
            <a:spAutoFit/>
          </a:bodyPr>
          <a:lstStyle/>
          <a:p>
            <a:pPr algn="ctr">
              <a:lnSpc>
                <a:spcPts val="2667"/>
              </a:lnSpc>
            </a:pPr>
            <a:r>
              <a:rPr lang="en-US" sz="2100">
                <a:solidFill>
                  <a:srgbClr val="000000"/>
                </a:solidFill>
                <a:latin typeface="Open Sans"/>
                <a:ea typeface="Open Sans"/>
                <a:cs typeface="Open Sans"/>
                <a:sym typeface="Open Sans"/>
              </a:rPr>
              <a:t>Mejorar el sistema de envíos internacionales y las redes locales</a:t>
            </a:r>
          </a:p>
        </p:txBody>
      </p:sp>
      <p:sp>
        <p:nvSpPr>
          <p:cNvPr name="TextBox 22" id="22"/>
          <p:cNvSpPr txBox="true"/>
          <p:nvPr/>
        </p:nvSpPr>
        <p:spPr>
          <a:xfrm rot="0">
            <a:off x="4412535" y="933450"/>
            <a:ext cx="9462930" cy="1924050"/>
          </a:xfrm>
          <a:prstGeom prst="rect">
            <a:avLst/>
          </a:prstGeom>
        </p:spPr>
        <p:txBody>
          <a:bodyPr anchor="t" rtlCol="false" tIns="0" lIns="0" bIns="0" rIns="0">
            <a:spAutoFit/>
          </a:bodyPr>
          <a:lstStyle/>
          <a:p>
            <a:pPr algn="ctr" marL="0" indent="0" lvl="0">
              <a:lnSpc>
                <a:spcPts val="7200"/>
              </a:lnSpc>
            </a:pPr>
            <a:r>
              <a:rPr lang="en-US" b="true" sz="6000" strike="noStrike" u="none">
                <a:solidFill>
                  <a:srgbClr val="000000"/>
                </a:solidFill>
                <a:latin typeface="Codec Pro Bold"/>
                <a:ea typeface="Codec Pro Bold"/>
                <a:cs typeface="Codec Pro Bold"/>
                <a:sym typeface="Codec Pro Bold"/>
              </a:rPr>
              <a:t>Los principales planes de futuro</a:t>
            </a:r>
          </a:p>
        </p:txBody>
      </p:sp>
      <p:sp>
        <p:nvSpPr>
          <p:cNvPr name="TextBox 23" id="23"/>
          <p:cNvSpPr txBox="true"/>
          <p:nvPr/>
        </p:nvSpPr>
        <p:spPr>
          <a:xfrm rot="0">
            <a:off x="1861344" y="6066413"/>
            <a:ext cx="2869276" cy="501831"/>
          </a:xfrm>
          <a:prstGeom prst="rect">
            <a:avLst/>
          </a:prstGeom>
        </p:spPr>
        <p:txBody>
          <a:bodyPr anchor="t" rtlCol="false" tIns="0" lIns="0" bIns="0" rIns="0">
            <a:spAutoFit/>
          </a:bodyPr>
          <a:lstStyle/>
          <a:p>
            <a:pPr algn="ctr">
              <a:lnSpc>
                <a:spcPts val="3482"/>
              </a:lnSpc>
            </a:pPr>
            <a:r>
              <a:rPr lang="en-US" sz="3194" b="true">
                <a:solidFill>
                  <a:srgbClr val="000000"/>
                </a:solidFill>
                <a:latin typeface="Codec Pro Bold"/>
                <a:ea typeface="Codec Pro Bold"/>
                <a:cs typeface="Codec Pro Bold"/>
                <a:sym typeface="Codec Pro Bold"/>
              </a:rPr>
              <a:t>Envíos</a:t>
            </a:r>
          </a:p>
        </p:txBody>
      </p:sp>
      <p:sp>
        <p:nvSpPr>
          <p:cNvPr name="TextBox 24" id="24"/>
          <p:cNvSpPr txBox="true"/>
          <p:nvPr/>
        </p:nvSpPr>
        <p:spPr>
          <a:xfrm rot="0">
            <a:off x="5786860" y="6066413"/>
            <a:ext cx="2869276" cy="501831"/>
          </a:xfrm>
          <a:prstGeom prst="rect">
            <a:avLst/>
          </a:prstGeom>
        </p:spPr>
        <p:txBody>
          <a:bodyPr anchor="t" rtlCol="false" tIns="0" lIns="0" bIns="0" rIns="0">
            <a:spAutoFit/>
          </a:bodyPr>
          <a:lstStyle/>
          <a:p>
            <a:pPr algn="ctr">
              <a:lnSpc>
                <a:spcPts val="3482"/>
              </a:lnSpc>
            </a:pPr>
            <a:r>
              <a:rPr lang="en-US" sz="3194" b="true">
                <a:solidFill>
                  <a:srgbClr val="000000"/>
                </a:solidFill>
                <a:latin typeface="Codec Pro Bold"/>
                <a:ea typeface="Codec Pro Bold"/>
                <a:cs typeface="Codec Pro Bold"/>
                <a:sym typeface="Codec Pro Bold"/>
              </a:rPr>
              <a:t>Gestión</a:t>
            </a:r>
          </a:p>
        </p:txBody>
      </p:sp>
      <p:sp>
        <p:nvSpPr>
          <p:cNvPr name="TextBox 25" id="25"/>
          <p:cNvSpPr txBox="true"/>
          <p:nvPr/>
        </p:nvSpPr>
        <p:spPr>
          <a:xfrm rot="0">
            <a:off x="9648622" y="6066413"/>
            <a:ext cx="2869276" cy="501831"/>
          </a:xfrm>
          <a:prstGeom prst="rect">
            <a:avLst/>
          </a:prstGeom>
        </p:spPr>
        <p:txBody>
          <a:bodyPr anchor="t" rtlCol="false" tIns="0" lIns="0" bIns="0" rIns="0">
            <a:spAutoFit/>
          </a:bodyPr>
          <a:lstStyle/>
          <a:p>
            <a:pPr algn="ctr">
              <a:lnSpc>
                <a:spcPts val="3482"/>
              </a:lnSpc>
            </a:pPr>
            <a:r>
              <a:rPr lang="en-US" sz="3194" b="true">
                <a:solidFill>
                  <a:srgbClr val="000000"/>
                </a:solidFill>
                <a:latin typeface="Codec Pro Bold"/>
                <a:ea typeface="Codec Pro Bold"/>
                <a:cs typeface="Codec Pro Bold"/>
                <a:sym typeface="Codec Pro Bold"/>
              </a:rPr>
              <a:t>Beneficios</a:t>
            </a:r>
          </a:p>
        </p:txBody>
      </p:sp>
      <p:sp>
        <p:nvSpPr>
          <p:cNvPr name="TextBox 26" id="26"/>
          <p:cNvSpPr txBox="true"/>
          <p:nvPr/>
        </p:nvSpPr>
        <p:spPr>
          <a:xfrm rot="0">
            <a:off x="13515997" y="6066413"/>
            <a:ext cx="2869276" cy="501831"/>
          </a:xfrm>
          <a:prstGeom prst="rect">
            <a:avLst/>
          </a:prstGeom>
        </p:spPr>
        <p:txBody>
          <a:bodyPr anchor="t" rtlCol="false" tIns="0" lIns="0" bIns="0" rIns="0">
            <a:spAutoFit/>
          </a:bodyPr>
          <a:lstStyle/>
          <a:p>
            <a:pPr algn="ctr">
              <a:lnSpc>
                <a:spcPts val="3482"/>
              </a:lnSpc>
            </a:pPr>
            <a:r>
              <a:rPr lang="en-US" sz="3194" b="true">
                <a:solidFill>
                  <a:srgbClr val="000000"/>
                </a:solidFill>
                <a:latin typeface="Codec Pro Bold"/>
                <a:ea typeface="Codec Pro Bold"/>
                <a:cs typeface="Codec Pro Bold"/>
                <a:sym typeface="Codec Pro Bold"/>
              </a:rPr>
              <a:t>Seguridad</a:t>
            </a:r>
          </a:p>
        </p:txBody>
      </p:sp>
      <p:grpSp>
        <p:nvGrpSpPr>
          <p:cNvPr name="Group 27" id="27"/>
          <p:cNvGrpSpPr/>
          <p:nvPr/>
        </p:nvGrpSpPr>
        <p:grpSpPr>
          <a:xfrm rot="0">
            <a:off x="15380316" y="-1586354"/>
            <a:ext cx="5033565" cy="5033565"/>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351957" y="421716"/>
            <a:ext cx="3445347" cy="3445347"/>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76853" y="9258300"/>
            <a:ext cx="1725795" cy="1725795"/>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6242" y="5317580"/>
            <a:ext cx="3600785" cy="3399270"/>
            <a:chOff x="0" y="0"/>
            <a:chExt cx="948355" cy="895281"/>
          </a:xfrm>
        </p:grpSpPr>
        <p:sp>
          <p:nvSpPr>
            <p:cNvPr name="Freeform 3" id="3"/>
            <p:cNvSpPr/>
            <p:nvPr/>
          </p:nvSpPr>
          <p:spPr>
            <a:xfrm flipH="false" flipV="false" rot="0">
              <a:off x="0" y="0"/>
              <a:ext cx="948355" cy="895281"/>
            </a:xfrm>
            <a:custGeom>
              <a:avLst/>
              <a:gdLst/>
              <a:ahLst/>
              <a:cxnLst/>
              <a:rect r="r" b="b" t="t" l="l"/>
              <a:pathLst>
                <a:path h="895281" w="948355">
                  <a:moveTo>
                    <a:pt x="0" y="0"/>
                  </a:moveTo>
                  <a:lnTo>
                    <a:pt x="948355" y="0"/>
                  </a:lnTo>
                  <a:lnTo>
                    <a:pt x="948355" y="895281"/>
                  </a:lnTo>
                  <a:lnTo>
                    <a:pt x="0" y="895281"/>
                  </a:lnTo>
                  <a:close/>
                </a:path>
              </a:pathLst>
            </a:custGeom>
            <a:solidFill>
              <a:srgbClr val="FFECD0"/>
            </a:solidFill>
            <a:ln cap="sq">
              <a:noFill/>
              <a:prstDash val="solid"/>
              <a:miter/>
            </a:ln>
          </p:spPr>
        </p:sp>
        <p:sp>
          <p:nvSpPr>
            <p:cNvPr name="TextBox 4" id="4"/>
            <p:cNvSpPr txBox="true"/>
            <p:nvPr/>
          </p:nvSpPr>
          <p:spPr>
            <a:xfrm>
              <a:off x="0" y="-38100"/>
              <a:ext cx="948355" cy="93338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5400454" y="5317580"/>
            <a:ext cx="3600785" cy="3399270"/>
            <a:chOff x="0" y="0"/>
            <a:chExt cx="948355" cy="895281"/>
          </a:xfrm>
        </p:grpSpPr>
        <p:sp>
          <p:nvSpPr>
            <p:cNvPr name="Freeform 6" id="6"/>
            <p:cNvSpPr/>
            <p:nvPr/>
          </p:nvSpPr>
          <p:spPr>
            <a:xfrm flipH="false" flipV="false" rot="0">
              <a:off x="0" y="0"/>
              <a:ext cx="948355" cy="895281"/>
            </a:xfrm>
            <a:custGeom>
              <a:avLst/>
              <a:gdLst/>
              <a:ahLst/>
              <a:cxnLst/>
              <a:rect r="r" b="b" t="t" l="l"/>
              <a:pathLst>
                <a:path h="895281" w="948355">
                  <a:moveTo>
                    <a:pt x="0" y="0"/>
                  </a:moveTo>
                  <a:lnTo>
                    <a:pt x="948355" y="0"/>
                  </a:lnTo>
                  <a:lnTo>
                    <a:pt x="948355" y="895281"/>
                  </a:lnTo>
                  <a:lnTo>
                    <a:pt x="0" y="895281"/>
                  </a:lnTo>
                  <a:close/>
                </a:path>
              </a:pathLst>
            </a:custGeom>
            <a:solidFill>
              <a:srgbClr val="FFECD0"/>
            </a:solidFill>
            <a:ln cap="sq">
              <a:noFill/>
              <a:prstDash val="solid"/>
              <a:miter/>
            </a:ln>
          </p:spPr>
        </p:sp>
        <p:sp>
          <p:nvSpPr>
            <p:cNvPr name="TextBox 7" id="7"/>
            <p:cNvSpPr txBox="true"/>
            <p:nvPr/>
          </p:nvSpPr>
          <p:spPr>
            <a:xfrm>
              <a:off x="0" y="-38100"/>
              <a:ext cx="948355" cy="93338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9282868" y="5317580"/>
            <a:ext cx="3600785" cy="3399270"/>
            <a:chOff x="0" y="0"/>
            <a:chExt cx="948355" cy="895281"/>
          </a:xfrm>
        </p:grpSpPr>
        <p:sp>
          <p:nvSpPr>
            <p:cNvPr name="Freeform 9" id="9"/>
            <p:cNvSpPr/>
            <p:nvPr/>
          </p:nvSpPr>
          <p:spPr>
            <a:xfrm flipH="false" flipV="false" rot="0">
              <a:off x="0" y="0"/>
              <a:ext cx="948355" cy="895281"/>
            </a:xfrm>
            <a:custGeom>
              <a:avLst/>
              <a:gdLst/>
              <a:ahLst/>
              <a:cxnLst/>
              <a:rect r="r" b="b" t="t" l="l"/>
              <a:pathLst>
                <a:path h="895281" w="948355">
                  <a:moveTo>
                    <a:pt x="0" y="0"/>
                  </a:moveTo>
                  <a:lnTo>
                    <a:pt x="948355" y="0"/>
                  </a:lnTo>
                  <a:lnTo>
                    <a:pt x="948355" y="895281"/>
                  </a:lnTo>
                  <a:lnTo>
                    <a:pt x="0" y="895281"/>
                  </a:lnTo>
                  <a:close/>
                </a:path>
              </a:pathLst>
            </a:custGeom>
            <a:solidFill>
              <a:srgbClr val="FFECD0"/>
            </a:solidFill>
            <a:ln cap="sq">
              <a:noFill/>
              <a:prstDash val="solid"/>
              <a:miter/>
            </a:ln>
          </p:spPr>
        </p:sp>
        <p:sp>
          <p:nvSpPr>
            <p:cNvPr name="TextBox 10" id="10"/>
            <p:cNvSpPr txBox="true"/>
            <p:nvPr/>
          </p:nvSpPr>
          <p:spPr>
            <a:xfrm>
              <a:off x="0" y="-38100"/>
              <a:ext cx="948355" cy="93338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13170974" y="5317580"/>
            <a:ext cx="3600785" cy="3399270"/>
            <a:chOff x="0" y="0"/>
            <a:chExt cx="948355" cy="895281"/>
          </a:xfrm>
        </p:grpSpPr>
        <p:sp>
          <p:nvSpPr>
            <p:cNvPr name="Freeform 12" id="12"/>
            <p:cNvSpPr/>
            <p:nvPr/>
          </p:nvSpPr>
          <p:spPr>
            <a:xfrm flipH="false" flipV="false" rot="0">
              <a:off x="0" y="0"/>
              <a:ext cx="948355" cy="895281"/>
            </a:xfrm>
            <a:custGeom>
              <a:avLst/>
              <a:gdLst/>
              <a:ahLst/>
              <a:cxnLst/>
              <a:rect r="r" b="b" t="t" l="l"/>
              <a:pathLst>
                <a:path h="895281" w="948355">
                  <a:moveTo>
                    <a:pt x="0" y="0"/>
                  </a:moveTo>
                  <a:lnTo>
                    <a:pt x="948355" y="0"/>
                  </a:lnTo>
                  <a:lnTo>
                    <a:pt x="948355" y="895281"/>
                  </a:lnTo>
                  <a:lnTo>
                    <a:pt x="0" y="895281"/>
                  </a:lnTo>
                  <a:close/>
                </a:path>
              </a:pathLst>
            </a:custGeom>
            <a:solidFill>
              <a:srgbClr val="FFECD0"/>
            </a:solidFill>
            <a:ln cap="sq">
              <a:noFill/>
              <a:prstDash val="solid"/>
              <a:miter/>
            </a:ln>
          </p:spPr>
        </p:sp>
        <p:sp>
          <p:nvSpPr>
            <p:cNvPr name="TextBox 13" id="13"/>
            <p:cNvSpPr txBox="true"/>
            <p:nvPr/>
          </p:nvSpPr>
          <p:spPr>
            <a:xfrm>
              <a:off x="0" y="-38100"/>
              <a:ext cx="948355" cy="93338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4" id="14"/>
          <p:cNvSpPr/>
          <p:nvPr/>
        </p:nvSpPr>
        <p:spPr>
          <a:xfrm flipH="false" flipV="false" rot="0">
            <a:off x="2341040" y="3638343"/>
            <a:ext cx="1951189" cy="2223577"/>
          </a:xfrm>
          <a:custGeom>
            <a:avLst/>
            <a:gdLst/>
            <a:ahLst/>
            <a:cxnLst/>
            <a:rect r="r" b="b" t="t" l="l"/>
            <a:pathLst>
              <a:path h="2223577" w="1951189">
                <a:moveTo>
                  <a:pt x="0" y="0"/>
                </a:moveTo>
                <a:lnTo>
                  <a:pt x="1951189" y="0"/>
                </a:lnTo>
                <a:lnTo>
                  <a:pt x="1951189" y="2223577"/>
                </a:lnTo>
                <a:lnTo>
                  <a:pt x="0" y="22235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786860" y="4007254"/>
            <a:ext cx="2363637" cy="1728410"/>
          </a:xfrm>
          <a:custGeom>
            <a:avLst/>
            <a:gdLst/>
            <a:ahLst/>
            <a:cxnLst/>
            <a:rect r="r" b="b" t="t" l="l"/>
            <a:pathLst>
              <a:path h="1728410" w="2363637">
                <a:moveTo>
                  <a:pt x="0" y="0"/>
                </a:moveTo>
                <a:lnTo>
                  <a:pt x="2363637" y="0"/>
                </a:lnTo>
                <a:lnTo>
                  <a:pt x="2363637" y="1728410"/>
                </a:lnTo>
                <a:lnTo>
                  <a:pt x="0" y="1728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0106139" y="3867062"/>
            <a:ext cx="1686412" cy="1868601"/>
          </a:xfrm>
          <a:custGeom>
            <a:avLst/>
            <a:gdLst/>
            <a:ahLst/>
            <a:cxnLst/>
            <a:rect r="r" b="b" t="t" l="l"/>
            <a:pathLst>
              <a:path h="1868601" w="1686412">
                <a:moveTo>
                  <a:pt x="0" y="0"/>
                </a:moveTo>
                <a:lnTo>
                  <a:pt x="1686412" y="0"/>
                </a:lnTo>
                <a:lnTo>
                  <a:pt x="1686412" y="1868602"/>
                </a:lnTo>
                <a:lnTo>
                  <a:pt x="0" y="18686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4121934" y="3799636"/>
            <a:ext cx="1698864" cy="1936027"/>
          </a:xfrm>
          <a:custGeom>
            <a:avLst/>
            <a:gdLst/>
            <a:ahLst/>
            <a:cxnLst/>
            <a:rect r="r" b="b" t="t" l="l"/>
            <a:pathLst>
              <a:path h="1936027" w="1698864">
                <a:moveTo>
                  <a:pt x="0" y="0"/>
                </a:moveTo>
                <a:lnTo>
                  <a:pt x="1698864" y="0"/>
                </a:lnTo>
                <a:lnTo>
                  <a:pt x="1698864" y="1936028"/>
                </a:lnTo>
                <a:lnTo>
                  <a:pt x="0" y="193602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1902648" y="6692716"/>
            <a:ext cx="2827972" cy="990981"/>
          </a:xfrm>
          <a:prstGeom prst="rect">
            <a:avLst/>
          </a:prstGeom>
        </p:spPr>
        <p:txBody>
          <a:bodyPr anchor="t" rtlCol="false" tIns="0" lIns="0" bIns="0" rIns="0">
            <a:spAutoFit/>
          </a:bodyPr>
          <a:lstStyle/>
          <a:p>
            <a:pPr algn="ctr">
              <a:lnSpc>
                <a:spcPts val="2667"/>
              </a:lnSpc>
            </a:pPr>
            <a:r>
              <a:rPr lang="en-US" sz="2100">
                <a:solidFill>
                  <a:srgbClr val="000000"/>
                </a:solidFill>
                <a:latin typeface="Open Sans"/>
                <a:ea typeface="Open Sans"/>
                <a:cs typeface="Open Sans"/>
                <a:sym typeface="Open Sans"/>
              </a:rPr>
              <a:t>Investigar un sistema de venta más eficiente y mantenible.</a:t>
            </a:r>
          </a:p>
        </p:txBody>
      </p:sp>
      <p:sp>
        <p:nvSpPr>
          <p:cNvPr name="TextBox 19" id="19"/>
          <p:cNvSpPr txBox="true"/>
          <p:nvPr/>
        </p:nvSpPr>
        <p:spPr>
          <a:xfrm rot="0">
            <a:off x="5786860" y="6692716"/>
            <a:ext cx="2827972" cy="1324356"/>
          </a:xfrm>
          <a:prstGeom prst="rect">
            <a:avLst/>
          </a:prstGeom>
        </p:spPr>
        <p:txBody>
          <a:bodyPr anchor="t" rtlCol="false" tIns="0" lIns="0" bIns="0" rIns="0">
            <a:spAutoFit/>
          </a:bodyPr>
          <a:lstStyle/>
          <a:p>
            <a:pPr algn="ctr">
              <a:lnSpc>
                <a:spcPts val="2667"/>
              </a:lnSpc>
            </a:pPr>
            <a:r>
              <a:rPr lang="en-US" sz="2100">
                <a:solidFill>
                  <a:srgbClr val="000000"/>
                </a:solidFill>
                <a:latin typeface="Open Sans"/>
                <a:ea typeface="Open Sans"/>
                <a:cs typeface="Open Sans"/>
                <a:sym typeface="Open Sans"/>
              </a:rPr>
              <a:t>Potenciar las redes sociales para conseguir un mayor volúmen de ventas.</a:t>
            </a:r>
          </a:p>
        </p:txBody>
      </p:sp>
      <p:sp>
        <p:nvSpPr>
          <p:cNvPr name="TextBox 20" id="20"/>
          <p:cNvSpPr txBox="true"/>
          <p:nvPr/>
        </p:nvSpPr>
        <p:spPr>
          <a:xfrm rot="0">
            <a:off x="9672120" y="6692716"/>
            <a:ext cx="2827972" cy="1324356"/>
          </a:xfrm>
          <a:prstGeom prst="rect">
            <a:avLst/>
          </a:prstGeom>
        </p:spPr>
        <p:txBody>
          <a:bodyPr anchor="t" rtlCol="false" tIns="0" lIns="0" bIns="0" rIns="0">
            <a:spAutoFit/>
          </a:bodyPr>
          <a:lstStyle/>
          <a:p>
            <a:pPr algn="ctr">
              <a:lnSpc>
                <a:spcPts val="2667"/>
              </a:lnSpc>
            </a:pPr>
            <a:r>
              <a:rPr lang="en-US" sz="2100">
                <a:solidFill>
                  <a:srgbClr val="000000"/>
                </a:solidFill>
                <a:latin typeface="Open Sans"/>
                <a:ea typeface="Open Sans"/>
                <a:cs typeface="Open Sans"/>
                <a:sym typeface="Open Sans"/>
              </a:rPr>
              <a:t>Invertir en publicidad en otros mercados internacionales para mejorar la expansión.</a:t>
            </a:r>
          </a:p>
        </p:txBody>
      </p:sp>
      <p:sp>
        <p:nvSpPr>
          <p:cNvPr name="TextBox 21" id="21"/>
          <p:cNvSpPr txBox="true"/>
          <p:nvPr/>
        </p:nvSpPr>
        <p:spPr>
          <a:xfrm rot="0">
            <a:off x="13557459" y="6692716"/>
            <a:ext cx="2827814" cy="990981"/>
          </a:xfrm>
          <a:prstGeom prst="rect">
            <a:avLst/>
          </a:prstGeom>
        </p:spPr>
        <p:txBody>
          <a:bodyPr anchor="t" rtlCol="false" tIns="0" lIns="0" bIns="0" rIns="0">
            <a:spAutoFit/>
          </a:bodyPr>
          <a:lstStyle/>
          <a:p>
            <a:pPr algn="ctr">
              <a:lnSpc>
                <a:spcPts val="2667"/>
              </a:lnSpc>
            </a:pPr>
            <a:r>
              <a:rPr lang="en-US" sz="2100">
                <a:solidFill>
                  <a:srgbClr val="000000"/>
                </a:solidFill>
                <a:latin typeface="Open Sans"/>
                <a:ea typeface="Open Sans"/>
                <a:cs typeface="Open Sans"/>
                <a:sym typeface="Open Sans"/>
              </a:rPr>
              <a:t>Mejorar el sistema de envíos internacionales y las redes locales</a:t>
            </a:r>
          </a:p>
        </p:txBody>
      </p:sp>
      <p:sp>
        <p:nvSpPr>
          <p:cNvPr name="TextBox 22" id="22"/>
          <p:cNvSpPr txBox="true"/>
          <p:nvPr/>
        </p:nvSpPr>
        <p:spPr>
          <a:xfrm rot="0">
            <a:off x="4412535" y="933450"/>
            <a:ext cx="9462930" cy="1924050"/>
          </a:xfrm>
          <a:prstGeom prst="rect">
            <a:avLst/>
          </a:prstGeom>
        </p:spPr>
        <p:txBody>
          <a:bodyPr anchor="t" rtlCol="false" tIns="0" lIns="0" bIns="0" rIns="0">
            <a:spAutoFit/>
          </a:bodyPr>
          <a:lstStyle/>
          <a:p>
            <a:pPr algn="ctr" marL="0" indent="0" lvl="0">
              <a:lnSpc>
                <a:spcPts val="7200"/>
              </a:lnSpc>
            </a:pPr>
            <a:r>
              <a:rPr lang="en-US" b="true" sz="6000" strike="noStrike" u="none">
                <a:solidFill>
                  <a:srgbClr val="000000"/>
                </a:solidFill>
                <a:latin typeface="Codec Pro Bold"/>
                <a:ea typeface="Codec Pro Bold"/>
                <a:cs typeface="Codec Pro Bold"/>
                <a:sym typeface="Codec Pro Bold"/>
              </a:rPr>
              <a:t>Los principales planes de futuro</a:t>
            </a:r>
          </a:p>
        </p:txBody>
      </p:sp>
      <p:sp>
        <p:nvSpPr>
          <p:cNvPr name="TextBox 23" id="23"/>
          <p:cNvSpPr txBox="true"/>
          <p:nvPr/>
        </p:nvSpPr>
        <p:spPr>
          <a:xfrm rot="0">
            <a:off x="1861344" y="6066413"/>
            <a:ext cx="2869276" cy="501831"/>
          </a:xfrm>
          <a:prstGeom prst="rect">
            <a:avLst/>
          </a:prstGeom>
        </p:spPr>
        <p:txBody>
          <a:bodyPr anchor="t" rtlCol="false" tIns="0" lIns="0" bIns="0" rIns="0">
            <a:spAutoFit/>
          </a:bodyPr>
          <a:lstStyle/>
          <a:p>
            <a:pPr algn="ctr">
              <a:lnSpc>
                <a:spcPts val="3482"/>
              </a:lnSpc>
            </a:pPr>
            <a:r>
              <a:rPr lang="en-US" sz="3194" b="true">
                <a:solidFill>
                  <a:srgbClr val="000000"/>
                </a:solidFill>
                <a:latin typeface="Codec Pro Bold"/>
                <a:ea typeface="Codec Pro Bold"/>
                <a:cs typeface="Codec Pro Bold"/>
                <a:sym typeface="Codec Pro Bold"/>
              </a:rPr>
              <a:t>Envíos</a:t>
            </a:r>
          </a:p>
        </p:txBody>
      </p:sp>
      <p:sp>
        <p:nvSpPr>
          <p:cNvPr name="TextBox 24" id="24"/>
          <p:cNvSpPr txBox="true"/>
          <p:nvPr/>
        </p:nvSpPr>
        <p:spPr>
          <a:xfrm rot="0">
            <a:off x="5786860" y="6066413"/>
            <a:ext cx="2869276" cy="501831"/>
          </a:xfrm>
          <a:prstGeom prst="rect">
            <a:avLst/>
          </a:prstGeom>
        </p:spPr>
        <p:txBody>
          <a:bodyPr anchor="t" rtlCol="false" tIns="0" lIns="0" bIns="0" rIns="0">
            <a:spAutoFit/>
          </a:bodyPr>
          <a:lstStyle/>
          <a:p>
            <a:pPr algn="ctr">
              <a:lnSpc>
                <a:spcPts val="3482"/>
              </a:lnSpc>
            </a:pPr>
            <a:r>
              <a:rPr lang="en-US" sz="3194" b="true">
                <a:solidFill>
                  <a:srgbClr val="000000"/>
                </a:solidFill>
                <a:latin typeface="Codec Pro Bold"/>
                <a:ea typeface="Codec Pro Bold"/>
                <a:cs typeface="Codec Pro Bold"/>
                <a:sym typeface="Codec Pro Bold"/>
              </a:rPr>
              <a:t>Gestión</a:t>
            </a:r>
          </a:p>
        </p:txBody>
      </p:sp>
      <p:sp>
        <p:nvSpPr>
          <p:cNvPr name="TextBox 25" id="25"/>
          <p:cNvSpPr txBox="true"/>
          <p:nvPr/>
        </p:nvSpPr>
        <p:spPr>
          <a:xfrm rot="0">
            <a:off x="9648622" y="6066413"/>
            <a:ext cx="2869276" cy="501831"/>
          </a:xfrm>
          <a:prstGeom prst="rect">
            <a:avLst/>
          </a:prstGeom>
        </p:spPr>
        <p:txBody>
          <a:bodyPr anchor="t" rtlCol="false" tIns="0" lIns="0" bIns="0" rIns="0">
            <a:spAutoFit/>
          </a:bodyPr>
          <a:lstStyle/>
          <a:p>
            <a:pPr algn="ctr">
              <a:lnSpc>
                <a:spcPts val="3482"/>
              </a:lnSpc>
            </a:pPr>
            <a:r>
              <a:rPr lang="en-US" sz="3194" b="true">
                <a:solidFill>
                  <a:srgbClr val="000000"/>
                </a:solidFill>
                <a:latin typeface="Codec Pro Bold"/>
                <a:ea typeface="Codec Pro Bold"/>
                <a:cs typeface="Codec Pro Bold"/>
                <a:sym typeface="Codec Pro Bold"/>
              </a:rPr>
              <a:t>Beneficios</a:t>
            </a:r>
          </a:p>
        </p:txBody>
      </p:sp>
      <p:sp>
        <p:nvSpPr>
          <p:cNvPr name="TextBox 26" id="26"/>
          <p:cNvSpPr txBox="true"/>
          <p:nvPr/>
        </p:nvSpPr>
        <p:spPr>
          <a:xfrm rot="0">
            <a:off x="13515997" y="6066413"/>
            <a:ext cx="2869276" cy="501831"/>
          </a:xfrm>
          <a:prstGeom prst="rect">
            <a:avLst/>
          </a:prstGeom>
        </p:spPr>
        <p:txBody>
          <a:bodyPr anchor="t" rtlCol="false" tIns="0" lIns="0" bIns="0" rIns="0">
            <a:spAutoFit/>
          </a:bodyPr>
          <a:lstStyle/>
          <a:p>
            <a:pPr algn="ctr">
              <a:lnSpc>
                <a:spcPts val="3482"/>
              </a:lnSpc>
            </a:pPr>
            <a:r>
              <a:rPr lang="en-US" sz="3194" b="true">
                <a:solidFill>
                  <a:srgbClr val="000000"/>
                </a:solidFill>
                <a:latin typeface="Codec Pro Bold"/>
                <a:ea typeface="Codec Pro Bold"/>
                <a:cs typeface="Codec Pro Bold"/>
                <a:sym typeface="Codec Pro Bold"/>
              </a:rPr>
              <a:t>Seguridad</a:t>
            </a:r>
          </a:p>
        </p:txBody>
      </p:sp>
      <p:grpSp>
        <p:nvGrpSpPr>
          <p:cNvPr name="Group 27" id="27"/>
          <p:cNvGrpSpPr/>
          <p:nvPr/>
        </p:nvGrpSpPr>
        <p:grpSpPr>
          <a:xfrm rot="0">
            <a:off x="15380316" y="-1586354"/>
            <a:ext cx="5033565" cy="5033565"/>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351957" y="421716"/>
            <a:ext cx="3445347" cy="3445347"/>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76853" y="9258300"/>
            <a:ext cx="1725795" cy="1725795"/>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72263" y="1283917"/>
            <a:ext cx="7892602" cy="1843817"/>
            <a:chOff x="0" y="0"/>
            <a:chExt cx="2078710" cy="485614"/>
          </a:xfrm>
        </p:grpSpPr>
        <p:sp>
          <p:nvSpPr>
            <p:cNvPr name="Freeform 3" id="3"/>
            <p:cNvSpPr/>
            <p:nvPr/>
          </p:nvSpPr>
          <p:spPr>
            <a:xfrm flipH="false" flipV="false" rot="0">
              <a:off x="0" y="0"/>
              <a:ext cx="2078710" cy="485614"/>
            </a:xfrm>
            <a:custGeom>
              <a:avLst/>
              <a:gdLst/>
              <a:ahLst/>
              <a:cxnLst/>
              <a:rect r="r" b="b" t="t" l="l"/>
              <a:pathLst>
                <a:path h="485614" w="2078710">
                  <a:moveTo>
                    <a:pt x="28446" y="0"/>
                  </a:moveTo>
                  <a:lnTo>
                    <a:pt x="2050264" y="0"/>
                  </a:lnTo>
                  <a:cubicBezTo>
                    <a:pt x="2057808" y="0"/>
                    <a:pt x="2065044" y="2997"/>
                    <a:pt x="2070378" y="8332"/>
                  </a:cubicBezTo>
                  <a:cubicBezTo>
                    <a:pt x="2075713" y="13666"/>
                    <a:pt x="2078710" y="20902"/>
                    <a:pt x="2078710" y="28446"/>
                  </a:cubicBezTo>
                  <a:lnTo>
                    <a:pt x="2078710" y="457168"/>
                  </a:lnTo>
                  <a:cubicBezTo>
                    <a:pt x="2078710" y="464713"/>
                    <a:pt x="2075713" y="471948"/>
                    <a:pt x="2070378" y="477283"/>
                  </a:cubicBezTo>
                  <a:cubicBezTo>
                    <a:pt x="2065044" y="482617"/>
                    <a:pt x="2057808" y="485614"/>
                    <a:pt x="2050264" y="485614"/>
                  </a:cubicBezTo>
                  <a:lnTo>
                    <a:pt x="28446" y="485614"/>
                  </a:lnTo>
                  <a:cubicBezTo>
                    <a:pt x="20902" y="485614"/>
                    <a:pt x="13666" y="482617"/>
                    <a:pt x="8332" y="477283"/>
                  </a:cubicBezTo>
                  <a:cubicBezTo>
                    <a:pt x="2997" y="471948"/>
                    <a:pt x="0" y="464713"/>
                    <a:pt x="0" y="457168"/>
                  </a:cubicBezTo>
                  <a:lnTo>
                    <a:pt x="0" y="28446"/>
                  </a:lnTo>
                  <a:cubicBezTo>
                    <a:pt x="0" y="20902"/>
                    <a:pt x="2997" y="13666"/>
                    <a:pt x="8332" y="8332"/>
                  </a:cubicBezTo>
                  <a:cubicBezTo>
                    <a:pt x="13666" y="2997"/>
                    <a:pt x="20902" y="0"/>
                    <a:pt x="28446" y="0"/>
                  </a:cubicBezTo>
                  <a:close/>
                </a:path>
              </a:pathLst>
            </a:custGeom>
            <a:solidFill>
              <a:srgbClr val="FFECD0"/>
            </a:solidFill>
            <a:ln cap="rnd">
              <a:noFill/>
              <a:prstDash val="solid"/>
              <a:round/>
            </a:ln>
          </p:spPr>
        </p:sp>
        <p:sp>
          <p:nvSpPr>
            <p:cNvPr name="TextBox 4" id="4"/>
            <p:cNvSpPr txBox="true"/>
            <p:nvPr/>
          </p:nvSpPr>
          <p:spPr>
            <a:xfrm>
              <a:off x="0" y="-38100"/>
              <a:ext cx="2078710" cy="52371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8772263" y="3299683"/>
            <a:ext cx="7892602" cy="1843817"/>
            <a:chOff x="0" y="0"/>
            <a:chExt cx="2078710" cy="485614"/>
          </a:xfrm>
        </p:grpSpPr>
        <p:sp>
          <p:nvSpPr>
            <p:cNvPr name="Freeform 6" id="6"/>
            <p:cNvSpPr/>
            <p:nvPr/>
          </p:nvSpPr>
          <p:spPr>
            <a:xfrm flipH="false" flipV="false" rot="0">
              <a:off x="0" y="0"/>
              <a:ext cx="2078710" cy="485614"/>
            </a:xfrm>
            <a:custGeom>
              <a:avLst/>
              <a:gdLst/>
              <a:ahLst/>
              <a:cxnLst/>
              <a:rect r="r" b="b" t="t" l="l"/>
              <a:pathLst>
                <a:path h="485614" w="2078710">
                  <a:moveTo>
                    <a:pt x="28446" y="0"/>
                  </a:moveTo>
                  <a:lnTo>
                    <a:pt x="2050264" y="0"/>
                  </a:lnTo>
                  <a:cubicBezTo>
                    <a:pt x="2057808" y="0"/>
                    <a:pt x="2065044" y="2997"/>
                    <a:pt x="2070378" y="8332"/>
                  </a:cubicBezTo>
                  <a:cubicBezTo>
                    <a:pt x="2075713" y="13666"/>
                    <a:pt x="2078710" y="20902"/>
                    <a:pt x="2078710" y="28446"/>
                  </a:cubicBezTo>
                  <a:lnTo>
                    <a:pt x="2078710" y="457168"/>
                  </a:lnTo>
                  <a:cubicBezTo>
                    <a:pt x="2078710" y="464713"/>
                    <a:pt x="2075713" y="471948"/>
                    <a:pt x="2070378" y="477283"/>
                  </a:cubicBezTo>
                  <a:cubicBezTo>
                    <a:pt x="2065044" y="482617"/>
                    <a:pt x="2057808" y="485614"/>
                    <a:pt x="2050264" y="485614"/>
                  </a:cubicBezTo>
                  <a:lnTo>
                    <a:pt x="28446" y="485614"/>
                  </a:lnTo>
                  <a:cubicBezTo>
                    <a:pt x="20902" y="485614"/>
                    <a:pt x="13666" y="482617"/>
                    <a:pt x="8332" y="477283"/>
                  </a:cubicBezTo>
                  <a:cubicBezTo>
                    <a:pt x="2997" y="471948"/>
                    <a:pt x="0" y="464713"/>
                    <a:pt x="0" y="457168"/>
                  </a:cubicBezTo>
                  <a:lnTo>
                    <a:pt x="0" y="28446"/>
                  </a:lnTo>
                  <a:cubicBezTo>
                    <a:pt x="0" y="20902"/>
                    <a:pt x="2997" y="13666"/>
                    <a:pt x="8332" y="8332"/>
                  </a:cubicBezTo>
                  <a:cubicBezTo>
                    <a:pt x="13666" y="2997"/>
                    <a:pt x="20902" y="0"/>
                    <a:pt x="28446" y="0"/>
                  </a:cubicBezTo>
                  <a:close/>
                </a:path>
              </a:pathLst>
            </a:custGeom>
            <a:solidFill>
              <a:srgbClr val="FFECD0"/>
            </a:solidFill>
            <a:ln cap="rnd">
              <a:noFill/>
              <a:prstDash val="solid"/>
              <a:round/>
            </a:ln>
          </p:spPr>
        </p:sp>
        <p:sp>
          <p:nvSpPr>
            <p:cNvPr name="TextBox 7" id="7"/>
            <p:cNvSpPr txBox="true"/>
            <p:nvPr/>
          </p:nvSpPr>
          <p:spPr>
            <a:xfrm>
              <a:off x="0" y="-38100"/>
              <a:ext cx="2078710" cy="52371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8772263" y="5315448"/>
            <a:ext cx="7892602" cy="1843817"/>
            <a:chOff x="0" y="0"/>
            <a:chExt cx="2078710" cy="485614"/>
          </a:xfrm>
        </p:grpSpPr>
        <p:sp>
          <p:nvSpPr>
            <p:cNvPr name="Freeform 9" id="9"/>
            <p:cNvSpPr/>
            <p:nvPr/>
          </p:nvSpPr>
          <p:spPr>
            <a:xfrm flipH="false" flipV="false" rot="0">
              <a:off x="0" y="0"/>
              <a:ext cx="2078710" cy="485614"/>
            </a:xfrm>
            <a:custGeom>
              <a:avLst/>
              <a:gdLst/>
              <a:ahLst/>
              <a:cxnLst/>
              <a:rect r="r" b="b" t="t" l="l"/>
              <a:pathLst>
                <a:path h="485614" w="2078710">
                  <a:moveTo>
                    <a:pt x="28446" y="0"/>
                  </a:moveTo>
                  <a:lnTo>
                    <a:pt x="2050264" y="0"/>
                  </a:lnTo>
                  <a:cubicBezTo>
                    <a:pt x="2057808" y="0"/>
                    <a:pt x="2065044" y="2997"/>
                    <a:pt x="2070378" y="8332"/>
                  </a:cubicBezTo>
                  <a:cubicBezTo>
                    <a:pt x="2075713" y="13666"/>
                    <a:pt x="2078710" y="20902"/>
                    <a:pt x="2078710" y="28446"/>
                  </a:cubicBezTo>
                  <a:lnTo>
                    <a:pt x="2078710" y="457168"/>
                  </a:lnTo>
                  <a:cubicBezTo>
                    <a:pt x="2078710" y="464713"/>
                    <a:pt x="2075713" y="471948"/>
                    <a:pt x="2070378" y="477283"/>
                  </a:cubicBezTo>
                  <a:cubicBezTo>
                    <a:pt x="2065044" y="482617"/>
                    <a:pt x="2057808" y="485614"/>
                    <a:pt x="2050264" y="485614"/>
                  </a:cubicBezTo>
                  <a:lnTo>
                    <a:pt x="28446" y="485614"/>
                  </a:lnTo>
                  <a:cubicBezTo>
                    <a:pt x="20902" y="485614"/>
                    <a:pt x="13666" y="482617"/>
                    <a:pt x="8332" y="477283"/>
                  </a:cubicBezTo>
                  <a:cubicBezTo>
                    <a:pt x="2997" y="471948"/>
                    <a:pt x="0" y="464713"/>
                    <a:pt x="0" y="457168"/>
                  </a:cubicBezTo>
                  <a:lnTo>
                    <a:pt x="0" y="28446"/>
                  </a:lnTo>
                  <a:cubicBezTo>
                    <a:pt x="0" y="20902"/>
                    <a:pt x="2997" y="13666"/>
                    <a:pt x="8332" y="8332"/>
                  </a:cubicBezTo>
                  <a:cubicBezTo>
                    <a:pt x="13666" y="2997"/>
                    <a:pt x="20902" y="0"/>
                    <a:pt x="28446" y="0"/>
                  </a:cubicBezTo>
                  <a:close/>
                </a:path>
              </a:pathLst>
            </a:custGeom>
            <a:solidFill>
              <a:srgbClr val="FFECD0"/>
            </a:solidFill>
            <a:ln cap="rnd">
              <a:noFill/>
              <a:prstDash val="solid"/>
              <a:round/>
            </a:ln>
          </p:spPr>
        </p:sp>
        <p:sp>
          <p:nvSpPr>
            <p:cNvPr name="TextBox 10" id="10"/>
            <p:cNvSpPr txBox="true"/>
            <p:nvPr/>
          </p:nvSpPr>
          <p:spPr>
            <a:xfrm>
              <a:off x="0" y="-38100"/>
              <a:ext cx="2078710" cy="52371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8772263" y="7331214"/>
            <a:ext cx="7892602" cy="1843817"/>
            <a:chOff x="0" y="0"/>
            <a:chExt cx="2078710" cy="485614"/>
          </a:xfrm>
        </p:grpSpPr>
        <p:sp>
          <p:nvSpPr>
            <p:cNvPr name="Freeform 12" id="12"/>
            <p:cNvSpPr/>
            <p:nvPr/>
          </p:nvSpPr>
          <p:spPr>
            <a:xfrm flipH="false" flipV="false" rot="0">
              <a:off x="0" y="0"/>
              <a:ext cx="2078710" cy="485614"/>
            </a:xfrm>
            <a:custGeom>
              <a:avLst/>
              <a:gdLst/>
              <a:ahLst/>
              <a:cxnLst/>
              <a:rect r="r" b="b" t="t" l="l"/>
              <a:pathLst>
                <a:path h="485614" w="2078710">
                  <a:moveTo>
                    <a:pt x="28446" y="0"/>
                  </a:moveTo>
                  <a:lnTo>
                    <a:pt x="2050264" y="0"/>
                  </a:lnTo>
                  <a:cubicBezTo>
                    <a:pt x="2057808" y="0"/>
                    <a:pt x="2065044" y="2997"/>
                    <a:pt x="2070378" y="8332"/>
                  </a:cubicBezTo>
                  <a:cubicBezTo>
                    <a:pt x="2075713" y="13666"/>
                    <a:pt x="2078710" y="20902"/>
                    <a:pt x="2078710" y="28446"/>
                  </a:cubicBezTo>
                  <a:lnTo>
                    <a:pt x="2078710" y="457168"/>
                  </a:lnTo>
                  <a:cubicBezTo>
                    <a:pt x="2078710" y="464713"/>
                    <a:pt x="2075713" y="471948"/>
                    <a:pt x="2070378" y="477283"/>
                  </a:cubicBezTo>
                  <a:cubicBezTo>
                    <a:pt x="2065044" y="482617"/>
                    <a:pt x="2057808" y="485614"/>
                    <a:pt x="2050264" y="485614"/>
                  </a:cubicBezTo>
                  <a:lnTo>
                    <a:pt x="28446" y="485614"/>
                  </a:lnTo>
                  <a:cubicBezTo>
                    <a:pt x="20902" y="485614"/>
                    <a:pt x="13666" y="482617"/>
                    <a:pt x="8332" y="477283"/>
                  </a:cubicBezTo>
                  <a:cubicBezTo>
                    <a:pt x="2997" y="471948"/>
                    <a:pt x="0" y="464713"/>
                    <a:pt x="0" y="457168"/>
                  </a:cubicBezTo>
                  <a:lnTo>
                    <a:pt x="0" y="28446"/>
                  </a:lnTo>
                  <a:cubicBezTo>
                    <a:pt x="0" y="20902"/>
                    <a:pt x="2997" y="13666"/>
                    <a:pt x="8332" y="8332"/>
                  </a:cubicBezTo>
                  <a:cubicBezTo>
                    <a:pt x="13666" y="2997"/>
                    <a:pt x="20902" y="0"/>
                    <a:pt x="28446" y="0"/>
                  </a:cubicBezTo>
                  <a:close/>
                </a:path>
              </a:pathLst>
            </a:custGeom>
            <a:solidFill>
              <a:srgbClr val="FFECD0"/>
            </a:solidFill>
            <a:ln cap="rnd">
              <a:noFill/>
              <a:prstDash val="solid"/>
              <a:round/>
            </a:ln>
          </p:spPr>
        </p:sp>
        <p:sp>
          <p:nvSpPr>
            <p:cNvPr name="TextBox 13" id="13"/>
            <p:cNvSpPr txBox="true"/>
            <p:nvPr/>
          </p:nvSpPr>
          <p:spPr>
            <a:xfrm>
              <a:off x="0" y="-38100"/>
              <a:ext cx="2078710" cy="52371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4" id="14"/>
          <p:cNvSpPr/>
          <p:nvPr/>
        </p:nvSpPr>
        <p:spPr>
          <a:xfrm flipH="false" flipV="false" rot="0">
            <a:off x="9157114" y="2030947"/>
            <a:ext cx="533941" cy="401123"/>
          </a:xfrm>
          <a:custGeom>
            <a:avLst/>
            <a:gdLst/>
            <a:ahLst/>
            <a:cxnLst/>
            <a:rect r="r" b="b" t="t" l="l"/>
            <a:pathLst>
              <a:path h="401123" w="533941">
                <a:moveTo>
                  <a:pt x="0" y="0"/>
                </a:moveTo>
                <a:lnTo>
                  <a:pt x="533940" y="0"/>
                </a:lnTo>
                <a:lnTo>
                  <a:pt x="533940" y="401123"/>
                </a:lnTo>
                <a:lnTo>
                  <a:pt x="0" y="4011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9157114" y="4021030"/>
            <a:ext cx="533941" cy="401123"/>
          </a:xfrm>
          <a:custGeom>
            <a:avLst/>
            <a:gdLst/>
            <a:ahLst/>
            <a:cxnLst/>
            <a:rect r="r" b="b" t="t" l="l"/>
            <a:pathLst>
              <a:path h="401123" w="533941">
                <a:moveTo>
                  <a:pt x="0" y="0"/>
                </a:moveTo>
                <a:lnTo>
                  <a:pt x="533940" y="0"/>
                </a:lnTo>
                <a:lnTo>
                  <a:pt x="533940" y="401123"/>
                </a:lnTo>
                <a:lnTo>
                  <a:pt x="0" y="4011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157114" y="6038850"/>
            <a:ext cx="533941" cy="401123"/>
          </a:xfrm>
          <a:custGeom>
            <a:avLst/>
            <a:gdLst/>
            <a:ahLst/>
            <a:cxnLst/>
            <a:rect r="r" b="b" t="t" l="l"/>
            <a:pathLst>
              <a:path h="401123" w="533941">
                <a:moveTo>
                  <a:pt x="0" y="0"/>
                </a:moveTo>
                <a:lnTo>
                  <a:pt x="533940" y="0"/>
                </a:lnTo>
                <a:lnTo>
                  <a:pt x="533940" y="401123"/>
                </a:lnTo>
                <a:lnTo>
                  <a:pt x="0" y="4011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9157114" y="8026040"/>
            <a:ext cx="533941" cy="401123"/>
          </a:xfrm>
          <a:custGeom>
            <a:avLst/>
            <a:gdLst/>
            <a:ahLst/>
            <a:cxnLst/>
            <a:rect r="r" b="b" t="t" l="l"/>
            <a:pathLst>
              <a:path h="401123" w="533941">
                <a:moveTo>
                  <a:pt x="0" y="0"/>
                </a:moveTo>
                <a:lnTo>
                  <a:pt x="533940" y="0"/>
                </a:lnTo>
                <a:lnTo>
                  <a:pt x="533940" y="401123"/>
                </a:lnTo>
                <a:lnTo>
                  <a:pt x="0" y="4011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5140820" y="-476748"/>
            <a:ext cx="3268325" cy="1646365"/>
          </a:xfrm>
          <a:custGeom>
            <a:avLst/>
            <a:gdLst/>
            <a:ahLst/>
            <a:cxnLst/>
            <a:rect r="r" b="b" t="t" l="l"/>
            <a:pathLst>
              <a:path h="1646365" w="3268325">
                <a:moveTo>
                  <a:pt x="0" y="0"/>
                </a:moveTo>
                <a:lnTo>
                  <a:pt x="3268326" y="0"/>
                </a:lnTo>
                <a:lnTo>
                  <a:pt x="3268326" y="1646365"/>
                </a:lnTo>
                <a:lnTo>
                  <a:pt x="0" y="1646365"/>
                </a:lnTo>
                <a:lnTo>
                  <a:pt x="0" y="0"/>
                </a:lnTo>
                <a:close/>
              </a:path>
            </a:pathLst>
          </a:custGeom>
          <a:blipFill>
            <a:blip r:embed="rId4">
              <a:extLst>
                <a:ext uri="{96DAC541-7B7A-43D3-8B79-37D633B846F1}">
                  <asvg:svgBlip xmlns:asvg="http://schemas.microsoft.com/office/drawing/2016/SVG/main" r:embed="rId5"/>
                </a:ext>
              </a:extLst>
            </a:blip>
            <a:stretch>
              <a:fillRect l="-121576" t="0" r="-45714" b="-415363"/>
            </a:stretch>
          </a:blipFill>
        </p:spPr>
      </p:sp>
      <p:sp>
        <p:nvSpPr>
          <p:cNvPr name="Freeform 19" id="19"/>
          <p:cNvSpPr/>
          <p:nvPr/>
        </p:nvSpPr>
        <p:spPr>
          <a:xfrm flipH="false" flipV="false" rot="0">
            <a:off x="16969768" y="6620123"/>
            <a:ext cx="1748606" cy="880832"/>
          </a:xfrm>
          <a:custGeom>
            <a:avLst/>
            <a:gdLst/>
            <a:ahLst/>
            <a:cxnLst/>
            <a:rect r="r" b="b" t="t" l="l"/>
            <a:pathLst>
              <a:path h="880832" w="1748606">
                <a:moveTo>
                  <a:pt x="0" y="0"/>
                </a:moveTo>
                <a:lnTo>
                  <a:pt x="1748607" y="0"/>
                </a:lnTo>
                <a:lnTo>
                  <a:pt x="1748607" y="880832"/>
                </a:lnTo>
                <a:lnTo>
                  <a:pt x="0" y="880832"/>
                </a:lnTo>
                <a:lnTo>
                  <a:pt x="0" y="0"/>
                </a:lnTo>
                <a:close/>
              </a:path>
            </a:pathLst>
          </a:custGeom>
          <a:blipFill>
            <a:blip r:embed="rId4">
              <a:alphaModFix amt="50000"/>
              <a:extLst>
                <a:ext uri="{96DAC541-7B7A-43D3-8B79-37D633B846F1}">
                  <asvg:svgBlip xmlns:asvg="http://schemas.microsoft.com/office/drawing/2016/SVG/main" r:embed="rId5"/>
                </a:ext>
              </a:extLst>
            </a:blip>
            <a:stretch>
              <a:fillRect l="-121576" t="0" r="-45714" b="-415363"/>
            </a:stretch>
          </a:blipFill>
        </p:spPr>
      </p:sp>
      <p:grpSp>
        <p:nvGrpSpPr>
          <p:cNvPr name="Group 20" id="20"/>
          <p:cNvGrpSpPr/>
          <p:nvPr/>
        </p:nvGrpSpPr>
        <p:grpSpPr>
          <a:xfrm rot="798313">
            <a:off x="-1130909" y="7795498"/>
            <a:ext cx="7016695" cy="5398061"/>
            <a:chOff x="0" y="0"/>
            <a:chExt cx="1848018" cy="1421712"/>
          </a:xfrm>
        </p:grpSpPr>
        <p:sp>
          <p:nvSpPr>
            <p:cNvPr name="Freeform 21" id="21"/>
            <p:cNvSpPr/>
            <p:nvPr/>
          </p:nvSpPr>
          <p:spPr>
            <a:xfrm flipH="false" flipV="false" rot="0">
              <a:off x="0" y="0"/>
              <a:ext cx="1848018" cy="1421712"/>
            </a:xfrm>
            <a:custGeom>
              <a:avLst/>
              <a:gdLst/>
              <a:ahLst/>
              <a:cxnLst/>
              <a:rect r="r" b="b" t="t" l="l"/>
              <a:pathLst>
                <a:path h="1421712" w="1848018">
                  <a:moveTo>
                    <a:pt x="924009" y="0"/>
                  </a:moveTo>
                  <a:cubicBezTo>
                    <a:pt x="413693" y="0"/>
                    <a:pt x="0" y="318261"/>
                    <a:pt x="0" y="710856"/>
                  </a:cubicBezTo>
                  <a:cubicBezTo>
                    <a:pt x="0" y="1103451"/>
                    <a:pt x="413693" y="1421712"/>
                    <a:pt x="924009" y="1421712"/>
                  </a:cubicBezTo>
                  <a:cubicBezTo>
                    <a:pt x="1434325" y="1421712"/>
                    <a:pt x="1848018" y="1103451"/>
                    <a:pt x="1848018" y="710856"/>
                  </a:cubicBezTo>
                  <a:cubicBezTo>
                    <a:pt x="1848018" y="318261"/>
                    <a:pt x="1434325" y="0"/>
                    <a:pt x="924009" y="0"/>
                  </a:cubicBezTo>
                  <a:close/>
                </a:path>
              </a:pathLst>
            </a:custGeom>
            <a:solidFill>
              <a:srgbClr val="FFECD0"/>
            </a:solidFill>
          </p:spPr>
        </p:sp>
        <p:sp>
          <p:nvSpPr>
            <p:cNvPr name="TextBox 22" id="22"/>
            <p:cNvSpPr txBox="true"/>
            <p:nvPr/>
          </p:nvSpPr>
          <p:spPr>
            <a:xfrm>
              <a:off x="173252" y="95185"/>
              <a:ext cx="1501515" cy="1193241"/>
            </a:xfrm>
            <a:prstGeom prst="rect">
              <a:avLst/>
            </a:prstGeom>
          </p:spPr>
          <p:txBody>
            <a:bodyPr anchor="ctr" rtlCol="false" tIns="50800" lIns="50800" bIns="50800" rIns="50800"/>
            <a:lstStyle/>
            <a:p>
              <a:pPr algn="ctr">
                <a:lnSpc>
                  <a:spcPts val="2659"/>
                </a:lnSpc>
                <a:spcBef>
                  <a:spcPct val="0"/>
                </a:spcBef>
              </a:pPr>
            </a:p>
          </p:txBody>
        </p:sp>
      </p:grpSp>
      <p:sp>
        <p:nvSpPr>
          <p:cNvPr name="Freeform 23" id="23"/>
          <p:cNvSpPr/>
          <p:nvPr/>
        </p:nvSpPr>
        <p:spPr>
          <a:xfrm flipH="false" flipV="false" rot="0">
            <a:off x="1804551" y="6230663"/>
            <a:ext cx="5258146" cy="3207469"/>
          </a:xfrm>
          <a:custGeom>
            <a:avLst/>
            <a:gdLst/>
            <a:ahLst/>
            <a:cxnLst/>
            <a:rect r="r" b="b" t="t" l="l"/>
            <a:pathLst>
              <a:path h="3207469" w="5258146">
                <a:moveTo>
                  <a:pt x="0" y="0"/>
                </a:moveTo>
                <a:lnTo>
                  <a:pt x="5258146" y="0"/>
                </a:lnTo>
                <a:lnTo>
                  <a:pt x="5258146" y="3207469"/>
                </a:lnTo>
                <a:lnTo>
                  <a:pt x="0" y="32074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1438873" y="1360117"/>
            <a:ext cx="5989502" cy="2209800"/>
          </a:xfrm>
          <a:prstGeom prst="rect">
            <a:avLst/>
          </a:prstGeom>
        </p:spPr>
        <p:txBody>
          <a:bodyPr anchor="t" rtlCol="false" tIns="0" lIns="0" bIns="0" rIns="0">
            <a:spAutoFit/>
          </a:bodyPr>
          <a:lstStyle/>
          <a:p>
            <a:pPr algn="l" marL="0" indent="0" lvl="0">
              <a:lnSpc>
                <a:spcPts val="5400"/>
              </a:lnSpc>
              <a:spcBef>
                <a:spcPct val="0"/>
              </a:spcBef>
            </a:pPr>
            <a:r>
              <a:rPr lang="en-US" b="true" sz="6000">
                <a:solidFill>
                  <a:srgbClr val="000000"/>
                </a:solidFill>
                <a:latin typeface="Codec Pro Bold"/>
                <a:ea typeface="Codec Pro Bold"/>
                <a:cs typeface="Codec Pro Bold"/>
                <a:sym typeface="Codec Pro Bold"/>
              </a:rPr>
              <a:t>Planes para el próximo trimestre</a:t>
            </a:r>
          </a:p>
        </p:txBody>
      </p:sp>
      <p:sp>
        <p:nvSpPr>
          <p:cNvPr name="TextBox 25" id="25"/>
          <p:cNvSpPr txBox="true"/>
          <p:nvPr/>
        </p:nvSpPr>
        <p:spPr>
          <a:xfrm rot="0">
            <a:off x="1438873" y="3624189"/>
            <a:ext cx="5989502" cy="1691259"/>
          </a:xfrm>
          <a:prstGeom prst="rect">
            <a:avLst/>
          </a:prstGeom>
        </p:spPr>
        <p:txBody>
          <a:bodyPr anchor="t" rtlCol="false" tIns="0" lIns="0" bIns="0" rIns="0">
            <a:spAutoFit/>
          </a:bodyPr>
          <a:lstStyle/>
          <a:p>
            <a:pPr algn="l" marL="0" indent="0" lvl="0">
              <a:lnSpc>
                <a:spcPts val="2718"/>
              </a:lnSpc>
              <a:spcBef>
                <a:spcPct val="0"/>
              </a:spcBef>
            </a:pPr>
            <a:r>
              <a:rPr lang="en-US" sz="1800"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nulla at, egestas euismod orci. Suspendisse porttitor diam eu condimentum aliquam. Fusce interdum cursus nisl ut rutrum.</a:t>
            </a:r>
          </a:p>
        </p:txBody>
      </p:sp>
      <p:sp>
        <p:nvSpPr>
          <p:cNvPr name="TextBox 26" id="26"/>
          <p:cNvSpPr txBox="true"/>
          <p:nvPr/>
        </p:nvSpPr>
        <p:spPr>
          <a:xfrm rot="0">
            <a:off x="10026899" y="1986878"/>
            <a:ext cx="5989502" cy="816610"/>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27" id="27"/>
          <p:cNvSpPr txBox="true"/>
          <p:nvPr/>
        </p:nvSpPr>
        <p:spPr>
          <a:xfrm rot="0">
            <a:off x="10026899" y="1551014"/>
            <a:ext cx="5989502" cy="416814"/>
          </a:xfrm>
          <a:prstGeom prst="rect">
            <a:avLst/>
          </a:prstGeom>
        </p:spPr>
        <p:txBody>
          <a:bodyPr anchor="t" rtlCol="false" tIns="0" lIns="0" bIns="0" rIns="0">
            <a:spAutoFit/>
          </a:bodyPr>
          <a:lstStyle/>
          <a:p>
            <a:pPr algn="l" marL="0" indent="0" lvl="0">
              <a:lnSpc>
                <a:spcPts val="3048"/>
              </a:lnSpc>
              <a:spcBef>
                <a:spcPct val="0"/>
              </a:spcBef>
            </a:pPr>
            <a:r>
              <a:rPr lang="en-US" b="true" sz="2400" strike="noStrike" u="none">
                <a:solidFill>
                  <a:srgbClr val="000000"/>
                </a:solidFill>
                <a:latin typeface="Codec Pro Bold"/>
                <a:ea typeface="Codec Pro Bold"/>
                <a:cs typeface="Codec Pro Bold"/>
                <a:sym typeface="Codec Pro Bold"/>
              </a:rPr>
              <a:t>Incrementar las ventas</a:t>
            </a:r>
          </a:p>
        </p:txBody>
      </p:sp>
      <p:sp>
        <p:nvSpPr>
          <p:cNvPr name="TextBox 28" id="28"/>
          <p:cNvSpPr txBox="true"/>
          <p:nvPr/>
        </p:nvSpPr>
        <p:spPr>
          <a:xfrm rot="0">
            <a:off x="10026899" y="4002643"/>
            <a:ext cx="5989502" cy="816610"/>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29" id="29"/>
          <p:cNvSpPr txBox="true"/>
          <p:nvPr/>
        </p:nvSpPr>
        <p:spPr>
          <a:xfrm rot="0">
            <a:off x="10026899" y="3566779"/>
            <a:ext cx="5989502" cy="416814"/>
          </a:xfrm>
          <a:prstGeom prst="rect">
            <a:avLst/>
          </a:prstGeom>
        </p:spPr>
        <p:txBody>
          <a:bodyPr anchor="t" rtlCol="false" tIns="0" lIns="0" bIns="0" rIns="0">
            <a:spAutoFit/>
          </a:bodyPr>
          <a:lstStyle/>
          <a:p>
            <a:pPr algn="l" marL="0" indent="0" lvl="0">
              <a:lnSpc>
                <a:spcPts val="3048"/>
              </a:lnSpc>
              <a:spcBef>
                <a:spcPct val="0"/>
              </a:spcBef>
            </a:pPr>
            <a:r>
              <a:rPr lang="en-US" b="true" sz="2400">
                <a:solidFill>
                  <a:srgbClr val="000000"/>
                </a:solidFill>
                <a:latin typeface="Codec Pro Bold"/>
                <a:ea typeface="Codec Pro Bold"/>
                <a:cs typeface="Codec Pro Bold"/>
                <a:sym typeface="Codec Pro Bold"/>
              </a:rPr>
              <a:t>Aumentar los envíos locales</a:t>
            </a:r>
          </a:p>
        </p:txBody>
      </p:sp>
      <p:sp>
        <p:nvSpPr>
          <p:cNvPr name="TextBox 30" id="30"/>
          <p:cNvSpPr txBox="true"/>
          <p:nvPr/>
        </p:nvSpPr>
        <p:spPr>
          <a:xfrm rot="0">
            <a:off x="10026899" y="6017514"/>
            <a:ext cx="5989502" cy="816610"/>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31" id="31"/>
          <p:cNvSpPr txBox="true"/>
          <p:nvPr/>
        </p:nvSpPr>
        <p:spPr>
          <a:xfrm rot="0">
            <a:off x="10026899" y="5581650"/>
            <a:ext cx="5989502" cy="416814"/>
          </a:xfrm>
          <a:prstGeom prst="rect">
            <a:avLst/>
          </a:prstGeom>
        </p:spPr>
        <p:txBody>
          <a:bodyPr anchor="t" rtlCol="false" tIns="0" lIns="0" bIns="0" rIns="0">
            <a:spAutoFit/>
          </a:bodyPr>
          <a:lstStyle/>
          <a:p>
            <a:pPr algn="l" marL="0" indent="0" lvl="0">
              <a:lnSpc>
                <a:spcPts val="3048"/>
              </a:lnSpc>
              <a:spcBef>
                <a:spcPct val="0"/>
              </a:spcBef>
            </a:pPr>
            <a:r>
              <a:rPr lang="en-US" b="true" sz="2400">
                <a:solidFill>
                  <a:srgbClr val="000000"/>
                </a:solidFill>
                <a:latin typeface="Codec Pro Bold"/>
                <a:ea typeface="Codec Pro Bold"/>
                <a:cs typeface="Codec Pro Bold"/>
                <a:sym typeface="Codec Pro Bold"/>
              </a:rPr>
              <a:t>Planificar las ampliaciones</a:t>
            </a:r>
          </a:p>
        </p:txBody>
      </p:sp>
      <p:sp>
        <p:nvSpPr>
          <p:cNvPr name="TextBox 32" id="32"/>
          <p:cNvSpPr txBox="true"/>
          <p:nvPr/>
        </p:nvSpPr>
        <p:spPr>
          <a:xfrm rot="0">
            <a:off x="10026899" y="8029294"/>
            <a:ext cx="5989502" cy="816610"/>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33" id="33"/>
          <p:cNvSpPr txBox="true"/>
          <p:nvPr/>
        </p:nvSpPr>
        <p:spPr>
          <a:xfrm rot="0">
            <a:off x="10026899" y="7597415"/>
            <a:ext cx="5989502" cy="416814"/>
          </a:xfrm>
          <a:prstGeom prst="rect">
            <a:avLst/>
          </a:prstGeom>
        </p:spPr>
        <p:txBody>
          <a:bodyPr anchor="t" rtlCol="false" tIns="0" lIns="0" bIns="0" rIns="0">
            <a:spAutoFit/>
          </a:bodyPr>
          <a:lstStyle/>
          <a:p>
            <a:pPr algn="l" marL="0" indent="0" lvl="0">
              <a:lnSpc>
                <a:spcPts val="3048"/>
              </a:lnSpc>
              <a:spcBef>
                <a:spcPct val="0"/>
              </a:spcBef>
            </a:pPr>
            <a:r>
              <a:rPr lang="en-US" b="true" sz="2400">
                <a:solidFill>
                  <a:srgbClr val="000000"/>
                </a:solidFill>
                <a:latin typeface="Codec Pro Bold"/>
                <a:ea typeface="Codec Pro Bold"/>
                <a:cs typeface="Codec Pro Bold"/>
                <a:sym typeface="Codec Pro Bold"/>
              </a:rPr>
              <a:t>Negociaciones internacionales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5474162" cy="2307667"/>
            <a:chOff x="0" y="0"/>
            <a:chExt cx="1441755" cy="607781"/>
          </a:xfrm>
        </p:grpSpPr>
        <p:sp>
          <p:nvSpPr>
            <p:cNvPr name="Freeform 3" id="3"/>
            <p:cNvSpPr/>
            <p:nvPr/>
          </p:nvSpPr>
          <p:spPr>
            <a:xfrm flipH="false" flipV="false" rot="0">
              <a:off x="0" y="0"/>
              <a:ext cx="1441755" cy="607781"/>
            </a:xfrm>
            <a:custGeom>
              <a:avLst/>
              <a:gdLst/>
              <a:ahLst/>
              <a:cxnLst/>
              <a:rect r="r" b="b" t="t" l="l"/>
              <a:pathLst>
                <a:path h="607781" w="1441755">
                  <a:moveTo>
                    <a:pt x="0" y="0"/>
                  </a:moveTo>
                  <a:lnTo>
                    <a:pt x="1441755" y="0"/>
                  </a:lnTo>
                  <a:lnTo>
                    <a:pt x="1441755" y="607781"/>
                  </a:lnTo>
                  <a:lnTo>
                    <a:pt x="0" y="607781"/>
                  </a:lnTo>
                  <a:close/>
                </a:path>
              </a:pathLst>
            </a:custGeom>
            <a:solidFill>
              <a:srgbClr val="FFECD0"/>
            </a:solidFill>
            <a:ln cap="sq">
              <a:noFill/>
              <a:prstDash val="solid"/>
              <a:miter/>
            </a:ln>
          </p:spPr>
        </p:sp>
        <p:sp>
          <p:nvSpPr>
            <p:cNvPr name="TextBox 4" id="4"/>
            <p:cNvSpPr txBox="true"/>
            <p:nvPr/>
          </p:nvSpPr>
          <p:spPr>
            <a:xfrm>
              <a:off x="0" y="-38100"/>
              <a:ext cx="1441755" cy="64588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1785138" y="1028700"/>
            <a:ext cx="5474162" cy="2307667"/>
            <a:chOff x="0" y="0"/>
            <a:chExt cx="1441755" cy="607781"/>
          </a:xfrm>
        </p:grpSpPr>
        <p:sp>
          <p:nvSpPr>
            <p:cNvPr name="Freeform 6" id="6"/>
            <p:cNvSpPr/>
            <p:nvPr/>
          </p:nvSpPr>
          <p:spPr>
            <a:xfrm flipH="false" flipV="false" rot="0">
              <a:off x="0" y="0"/>
              <a:ext cx="1441755" cy="607781"/>
            </a:xfrm>
            <a:custGeom>
              <a:avLst/>
              <a:gdLst/>
              <a:ahLst/>
              <a:cxnLst/>
              <a:rect r="r" b="b" t="t" l="l"/>
              <a:pathLst>
                <a:path h="607781" w="1441755">
                  <a:moveTo>
                    <a:pt x="0" y="0"/>
                  </a:moveTo>
                  <a:lnTo>
                    <a:pt x="1441755" y="0"/>
                  </a:lnTo>
                  <a:lnTo>
                    <a:pt x="1441755" y="607781"/>
                  </a:lnTo>
                  <a:lnTo>
                    <a:pt x="0" y="607781"/>
                  </a:lnTo>
                  <a:close/>
                </a:path>
              </a:pathLst>
            </a:custGeom>
            <a:solidFill>
              <a:srgbClr val="FFECD0"/>
            </a:solidFill>
            <a:ln cap="sq">
              <a:noFill/>
              <a:prstDash val="solid"/>
              <a:miter/>
            </a:ln>
          </p:spPr>
        </p:sp>
        <p:sp>
          <p:nvSpPr>
            <p:cNvPr name="TextBox 7" id="7"/>
            <p:cNvSpPr txBox="true"/>
            <p:nvPr/>
          </p:nvSpPr>
          <p:spPr>
            <a:xfrm>
              <a:off x="0" y="-38100"/>
              <a:ext cx="1441755" cy="64588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028700" y="3989666"/>
            <a:ext cx="5474162" cy="2307667"/>
            <a:chOff x="0" y="0"/>
            <a:chExt cx="1441755" cy="607781"/>
          </a:xfrm>
        </p:grpSpPr>
        <p:sp>
          <p:nvSpPr>
            <p:cNvPr name="Freeform 9" id="9"/>
            <p:cNvSpPr/>
            <p:nvPr/>
          </p:nvSpPr>
          <p:spPr>
            <a:xfrm flipH="false" flipV="false" rot="0">
              <a:off x="0" y="0"/>
              <a:ext cx="1441755" cy="607781"/>
            </a:xfrm>
            <a:custGeom>
              <a:avLst/>
              <a:gdLst/>
              <a:ahLst/>
              <a:cxnLst/>
              <a:rect r="r" b="b" t="t" l="l"/>
              <a:pathLst>
                <a:path h="607781" w="1441755">
                  <a:moveTo>
                    <a:pt x="0" y="0"/>
                  </a:moveTo>
                  <a:lnTo>
                    <a:pt x="1441755" y="0"/>
                  </a:lnTo>
                  <a:lnTo>
                    <a:pt x="1441755" y="607781"/>
                  </a:lnTo>
                  <a:lnTo>
                    <a:pt x="0" y="607781"/>
                  </a:lnTo>
                  <a:close/>
                </a:path>
              </a:pathLst>
            </a:custGeom>
            <a:solidFill>
              <a:srgbClr val="FFECD0"/>
            </a:solidFill>
            <a:ln cap="sq">
              <a:noFill/>
              <a:prstDash val="solid"/>
              <a:miter/>
            </a:ln>
          </p:spPr>
        </p:sp>
        <p:sp>
          <p:nvSpPr>
            <p:cNvPr name="TextBox 10" id="10"/>
            <p:cNvSpPr txBox="true"/>
            <p:nvPr/>
          </p:nvSpPr>
          <p:spPr>
            <a:xfrm>
              <a:off x="0" y="-38100"/>
              <a:ext cx="1441755" cy="64588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11785138" y="3989666"/>
            <a:ext cx="5474162" cy="2307667"/>
            <a:chOff x="0" y="0"/>
            <a:chExt cx="1441755" cy="607781"/>
          </a:xfrm>
        </p:grpSpPr>
        <p:sp>
          <p:nvSpPr>
            <p:cNvPr name="Freeform 12" id="12"/>
            <p:cNvSpPr/>
            <p:nvPr/>
          </p:nvSpPr>
          <p:spPr>
            <a:xfrm flipH="false" flipV="false" rot="0">
              <a:off x="0" y="0"/>
              <a:ext cx="1441755" cy="607781"/>
            </a:xfrm>
            <a:custGeom>
              <a:avLst/>
              <a:gdLst/>
              <a:ahLst/>
              <a:cxnLst/>
              <a:rect r="r" b="b" t="t" l="l"/>
              <a:pathLst>
                <a:path h="607781" w="1441755">
                  <a:moveTo>
                    <a:pt x="0" y="0"/>
                  </a:moveTo>
                  <a:lnTo>
                    <a:pt x="1441755" y="0"/>
                  </a:lnTo>
                  <a:lnTo>
                    <a:pt x="1441755" y="607781"/>
                  </a:lnTo>
                  <a:lnTo>
                    <a:pt x="0" y="607781"/>
                  </a:lnTo>
                  <a:close/>
                </a:path>
              </a:pathLst>
            </a:custGeom>
            <a:solidFill>
              <a:srgbClr val="FFECD0"/>
            </a:solidFill>
            <a:ln cap="sq">
              <a:noFill/>
              <a:prstDash val="solid"/>
              <a:miter/>
            </a:ln>
          </p:spPr>
        </p:sp>
        <p:sp>
          <p:nvSpPr>
            <p:cNvPr name="TextBox 13" id="13"/>
            <p:cNvSpPr txBox="true"/>
            <p:nvPr/>
          </p:nvSpPr>
          <p:spPr>
            <a:xfrm>
              <a:off x="0" y="-38100"/>
              <a:ext cx="1441755" cy="64588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1028700" y="6899993"/>
            <a:ext cx="5474162" cy="2307667"/>
            <a:chOff x="0" y="0"/>
            <a:chExt cx="1441755" cy="607781"/>
          </a:xfrm>
        </p:grpSpPr>
        <p:sp>
          <p:nvSpPr>
            <p:cNvPr name="Freeform 15" id="15"/>
            <p:cNvSpPr/>
            <p:nvPr/>
          </p:nvSpPr>
          <p:spPr>
            <a:xfrm flipH="false" flipV="false" rot="0">
              <a:off x="0" y="0"/>
              <a:ext cx="1441755" cy="607781"/>
            </a:xfrm>
            <a:custGeom>
              <a:avLst/>
              <a:gdLst/>
              <a:ahLst/>
              <a:cxnLst/>
              <a:rect r="r" b="b" t="t" l="l"/>
              <a:pathLst>
                <a:path h="607781" w="1441755">
                  <a:moveTo>
                    <a:pt x="0" y="0"/>
                  </a:moveTo>
                  <a:lnTo>
                    <a:pt x="1441755" y="0"/>
                  </a:lnTo>
                  <a:lnTo>
                    <a:pt x="1441755" y="607781"/>
                  </a:lnTo>
                  <a:lnTo>
                    <a:pt x="0" y="607781"/>
                  </a:lnTo>
                  <a:close/>
                </a:path>
              </a:pathLst>
            </a:custGeom>
            <a:solidFill>
              <a:srgbClr val="FFECD0"/>
            </a:solidFill>
            <a:ln cap="sq">
              <a:noFill/>
              <a:prstDash val="solid"/>
              <a:miter/>
            </a:ln>
          </p:spPr>
        </p:sp>
        <p:sp>
          <p:nvSpPr>
            <p:cNvPr name="TextBox 16" id="16"/>
            <p:cNvSpPr txBox="true"/>
            <p:nvPr/>
          </p:nvSpPr>
          <p:spPr>
            <a:xfrm>
              <a:off x="0" y="-38100"/>
              <a:ext cx="1441755" cy="64588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7" id="17"/>
          <p:cNvGrpSpPr/>
          <p:nvPr/>
        </p:nvGrpSpPr>
        <p:grpSpPr>
          <a:xfrm rot="0">
            <a:off x="11785138" y="6899993"/>
            <a:ext cx="5474162" cy="2307667"/>
            <a:chOff x="0" y="0"/>
            <a:chExt cx="1441755" cy="607781"/>
          </a:xfrm>
        </p:grpSpPr>
        <p:sp>
          <p:nvSpPr>
            <p:cNvPr name="Freeform 18" id="18"/>
            <p:cNvSpPr/>
            <p:nvPr/>
          </p:nvSpPr>
          <p:spPr>
            <a:xfrm flipH="false" flipV="false" rot="0">
              <a:off x="0" y="0"/>
              <a:ext cx="1441755" cy="607781"/>
            </a:xfrm>
            <a:custGeom>
              <a:avLst/>
              <a:gdLst/>
              <a:ahLst/>
              <a:cxnLst/>
              <a:rect r="r" b="b" t="t" l="l"/>
              <a:pathLst>
                <a:path h="607781" w="1441755">
                  <a:moveTo>
                    <a:pt x="0" y="0"/>
                  </a:moveTo>
                  <a:lnTo>
                    <a:pt x="1441755" y="0"/>
                  </a:lnTo>
                  <a:lnTo>
                    <a:pt x="1441755" y="607781"/>
                  </a:lnTo>
                  <a:lnTo>
                    <a:pt x="0" y="607781"/>
                  </a:lnTo>
                  <a:close/>
                </a:path>
              </a:pathLst>
            </a:custGeom>
            <a:solidFill>
              <a:srgbClr val="FFECD0"/>
            </a:solidFill>
            <a:ln cap="sq">
              <a:noFill/>
              <a:prstDash val="solid"/>
              <a:miter/>
            </a:ln>
          </p:spPr>
        </p:sp>
        <p:sp>
          <p:nvSpPr>
            <p:cNvPr name="TextBox 19" id="19"/>
            <p:cNvSpPr txBox="true"/>
            <p:nvPr/>
          </p:nvSpPr>
          <p:spPr>
            <a:xfrm>
              <a:off x="0" y="-38100"/>
              <a:ext cx="1441755" cy="64588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20" id="20"/>
          <p:cNvSpPr/>
          <p:nvPr/>
        </p:nvSpPr>
        <p:spPr>
          <a:xfrm flipH="false" flipV="false" rot="0">
            <a:off x="7287196" y="1446759"/>
            <a:ext cx="3713607" cy="4114800"/>
          </a:xfrm>
          <a:custGeom>
            <a:avLst/>
            <a:gdLst/>
            <a:ahLst/>
            <a:cxnLst/>
            <a:rect r="r" b="b" t="t" l="l"/>
            <a:pathLst>
              <a:path h="4114800" w="3713607">
                <a:moveTo>
                  <a:pt x="0" y="0"/>
                </a:moveTo>
                <a:lnTo>
                  <a:pt x="3713608" y="0"/>
                </a:lnTo>
                <a:lnTo>
                  <a:pt x="371360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1" id="21"/>
          <p:cNvSpPr txBox="true"/>
          <p:nvPr/>
        </p:nvSpPr>
        <p:spPr>
          <a:xfrm rot="0">
            <a:off x="6911050" y="5989254"/>
            <a:ext cx="4465901" cy="2463165"/>
          </a:xfrm>
          <a:prstGeom prst="rect">
            <a:avLst/>
          </a:prstGeom>
        </p:spPr>
        <p:txBody>
          <a:bodyPr anchor="t" rtlCol="false" tIns="0" lIns="0" bIns="0" rIns="0">
            <a:spAutoFit/>
          </a:bodyPr>
          <a:lstStyle/>
          <a:p>
            <a:pPr algn="ctr" marL="0" indent="0" lvl="0">
              <a:lnSpc>
                <a:spcPts val="6180"/>
              </a:lnSpc>
            </a:pPr>
            <a:r>
              <a:rPr lang="en-US" b="true" sz="6000">
                <a:solidFill>
                  <a:srgbClr val="000000"/>
                </a:solidFill>
                <a:latin typeface="Codec Pro Bold"/>
                <a:ea typeface="Codec Pro Bold"/>
                <a:cs typeface="Codec Pro Bold"/>
                <a:sym typeface="Codec Pro Bold"/>
              </a:rPr>
              <a:t>Principales retos de futuro</a:t>
            </a:r>
          </a:p>
        </p:txBody>
      </p:sp>
      <p:sp>
        <p:nvSpPr>
          <p:cNvPr name="TextBox 22" id="22"/>
          <p:cNvSpPr txBox="true"/>
          <p:nvPr/>
        </p:nvSpPr>
        <p:spPr>
          <a:xfrm rot="0">
            <a:off x="12427337" y="1825473"/>
            <a:ext cx="4189765" cy="1092835"/>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23" id="23"/>
          <p:cNvSpPr txBox="true"/>
          <p:nvPr/>
        </p:nvSpPr>
        <p:spPr>
          <a:xfrm rot="0">
            <a:off x="1674922" y="1825473"/>
            <a:ext cx="4189765" cy="1092835"/>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24" id="24"/>
          <p:cNvSpPr txBox="true"/>
          <p:nvPr/>
        </p:nvSpPr>
        <p:spPr>
          <a:xfrm rot="0">
            <a:off x="12427337" y="4786439"/>
            <a:ext cx="4189765" cy="1092835"/>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25" id="25"/>
          <p:cNvSpPr txBox="true"/>
          <p:nvPr/>
        </p:nvSpPr>
        <p:spPr>
          <a:xfrm rot="0">
            <a:off x="1674922" y="4786439"/>
            <a:ext cx="4189765" cy="1092835"/>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26" id="26"/>
          <p:cNvSpPr txBox="true"/>
          <p:nvPr/>
        </p:nvSpPr>
        <p:spPr>
          <a:xfrm rot="0">
            <a:off x="12427337" y="7696766"/>
            <a:ext cx="4189765" cy="1092835"/>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27" id="27"/>
          <p:cNvSpPr txBox="true"/>
          <p:nvPr/>
        </p:nvSpPr>
        <p:spPr>
          <a:xfrm rot="0">
            <a:off x="1674922" y="7696766"/>
            <a:ext cx="4189765" cy="1092835"/>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28" id="28"/>
          <p:cNvSpPr txBox="true"/>
          <p:nvPr/>
        </p:nvSpPr>
        <p:spPr>
          <a:xfrm rot="0">
            <a:off x="12427337" y="1389609"/>
            <a:ext cx="4189765" cy="416814"/>
          </a:xfrm>
          <a:prstGeom prst="rect">
            <a:avLst/>
          </a:prstGeom>
        </p:spPr>
        <p:txBody>
          <a:bodyPr anchor="t" rtlCol="false" tIns="0" lIns="0" bIns="0" rIns="0">
            <a:spAutoFit/>
          </a:bodyPr>
          <a:lstStyle/>
          <a:p>
            <a:pPr algn="l" marL="0" indent="0" lvl="0">
              <a:lnSpc>
                <a:spcPts val="3048"/>
              </a:lnSpc>
              <a:spcBef>
                <a:spcPct val="0"/>
              </a:spcBef>
            </a:pPr>
            <a:r>
              <a:rPr lang="en-US" b="true" sz="2400" strike="noStrike" u="none">
                <a:solidFill>
                  <a:srgbClr val="000000"/>
                </a:solidFill>
                <a:latin typeface="Codec Pro Bold"/>
                <a:ea typeface="Codec Pro Bold"/>
                <a:cs typeface="Codec Pro Bold"/>
                <a:sym typeface="Codec Pro Bold"/>
              </a:rPr>
              <a:t>Incrementar las ventas</a:t>
            </a:r>
          </a:p>
        </p:txBody>
      </p:sp>
      <p:sp>
        <p:nvSpPr>
          <p:cNvPr name="TextBox 29" id="29"/>
          <p:cNvSpPr txBox="true"/>
          <p:nvPr/>
        </p:nvSpPr>
        <p:spPr>
          <a:xfrm rot="0">
            <a:off x="1674922" y="1389609"/>
            <a:ext cx="4189765" cy="416814"/>
          </a:xfrm>
          <a:prstGeom prst="rect">
            <a:avLst/>
          </a:prstGeom>
        </p:spPr>
        <p:txBody>
          <a:bodyPr anchor="t" rtlCol="false" tIns="0" lIns="0" bIns="0" rIns="0">
            <a:spAutoFit/>
          </a:bodyPr>
          <a:lstStyle/>
          <a:p>
            <a:pPr algn="l" marL="0" indent="0" lvl="0">
              <a:lnSpc>
                <a:spcPts val="3048"/>
              </a:lnSpc>
              <a:spcBef>
                <a:spcPct val="0"/>
              </a:spcBef>
            </a:pPr>
            <a:r>
              <a:rPr lang="en-US" b="true" sz="2400">
                <a:solidFill>
                  <a:srgbClr val="000000"/>
                </a:solidFill>
                <a:latin typeface="Codec Pro Bold"/>
                <a:ea typeface="Codec Pro Bold"/>
                <a:cs typeface="Codec Pro Bold"/>
                <a:sym typeface="Codec Pro Bold"/>
              </a:rPr>
              <a:t>Aumentar la inversión</a:t>
            </a:r>
          </a:p>
        </p:txBody>
      </p:sp>
      <p:sp>
        <p:nvSpPr>
          <p:cNvPr name="TextBox 30" id="30"/>
          <p:cNvSpPr txBox="true"/>
          <p:nvPr/>
        </p:nvSpPr>
        <p:spPr>
          <a:xfrm rot="0">
            <a:off x="12427337" y="4350575"/>
            <a:ext cx="4189765" cy="416814"/>
          </a:xfrm>
          <a:prstGeom prst="rect">
            <a:avLst/>
          </a:prstGeom>
        </p:spPr>
        <p:txBody>
          <a:bodyPr anchor="t" rtlCol="false" tIns="0" lIns="0" bIns="0" rIns="0">
            <a:spAutoFit/>
          </a:bodyPr>
          <a:lstStyle/>
          <a:p>
            <a:pPr algn="l" marL="0" indent="0" lvl="0">
              <a:lnSpc>
                <a:spcPts val="3048"/>
              </a:lnSpc>
              <a:spcBef>
                <a:spcPct val="0"/>
              </a:spcBef>
            </a:pPr>
            <a:r>
              <a:rPr lang="en-US" b="true" sz="2400">
                <a:solidFill>
                  <a:srgbClr val="000000"/>
                </a:solidFill>
                <a:latin typeface="Codec Pro Bold"/>
                <a:ea typeface="Codec Pro Bold"/>
                <a:cs typeface="Codec Pro Bold"/>
                <a:sym typeface="Codec Pro Bold"/>
              </a:rPr>
              <a:t>Clientes internacionales</a:t>
            </a:r>
          </a:p>
        </p:txBody>
      </p:sp>
      <p:sp>
        <p:nvSpPr>
          <p:cNvPr name="TextBox 31" id="31"/>
          <p:cNvSpPr txBox="true"/>
          <p:nvPr/>
        </p:nvSpPr>
        <p:spPr>
          <a:xfrm rot="0">
            <a:off x="1674922" y="4350575"/>
            <a:ext cx="4189765" cy="416814"/>
          </a:xfrm>
          <a:prstGeom prst="rect">
            <a:avLst/>
          </a:prstGeom>
        </p:spPr>
        <p:txBody>
          <a:bodyPr anchor="t" rtlCol="false" tIns="0" lIns="0" bIns="0" rIns="0">
            <a:spAutoFit/>
          </a:bodyPr>
          <a:lstStyle/>
          <a:p>
            <a:pPr algn="l" marL="0" indent="0" lvl="0">
              <a:lnSpc>
                <a:spcPts val="3048"/>
              </a:lnSpc>
              <a:spcBef>
                <a:spcPct val="0"/>
              </a:spcBef>
            </a:pPr>
            <a:r>
              <a:rPr lang="en-US" b="true" sz="2400">
                <a:solidFill>
                  <a:srgbClr val="000000"/>
                </a:solidFill>
                <a:latin typeface="Codec Pro Bold"/>
                <a:ea typeface="Codec Pro Bold"/>
                <a:cs typeface="Codec Pro Bold"/>
                <a:sym typeface="Codec Pro Bold"/>
              </a:rPr>
              <a:t>Sostenibilidad</a:t>
            </a:r>
          </a:p>
        </p:txBody>
      </p:sp>
      <p:sp>
        <p:nvSpPr>
          <p:cNvPr name="TextBox 32" id="32"/>
          <p:cNvSpPr txBox="true"/>
          <p:nvPr/>
        </p:nvSpPr>
        <p:spPr>
          <a:xfrm rot="0">
            <a:off x="12427337" y="7260902"/>
            <a:ext cx="4189765" cy="416814"/>
          </a:xfrm>
          <a:prstGeom prst="rect">
            <a:avLst/>
          </a:prstGeom>
        </p:spPr>
        <p:txBody>
          <a:bodyPr anchor="t" rtlCol="false" tIns="0" lIns="0" bIns="0" rIns="0">
            <a:spAutoFit/>
          </a:bodyPr>
          <a:lstStyle/>
          <a:p>
            <a:pPr algn="l" marL="0" indent="0" lvl="0">
              <a:lnSpc>
                <a:spcPts val="3048"/>
              </a:lnSpc>
              <a:spcBef>
                <a:spcPct val="0"/>
              </a:spcBef>
            </a:pPr>
            <a:r>
              <a:rPr lang="en-US" b="true" sz="2400">
                <a:solidFill>
                  <a:srgbClr val="000000"/>
                </a:solidFill>
                <a:latin typeface="Codec Pro Bold"/>
                <a:ea typeface="Codec Pro Bold"/>
                <a:cs typeface="Codec Pro Bold"/>
                <a:sym typeface="Codec Pro Bold"/>
              </a:rPr>
              <a:t>Mejorar la gestión</a:t>
            </a:r>
          </a:p>
        </p:txBody>
      </p:sp>
      <p:sp>
        <p:nvSpPr>
          <p:cNvPr name="TextBox 33" id="33"/>
          <p:cNvSpPr txBox="true"/>
          <p:nvPr/>
        </p:nvSpPr>
        <p:spPr>
          <a:xfrm rot="0">
            <a:off x="1674922" y="7260902"/>
            <a:ext cx="4189765" cy="416814"/>
          </a:xfrm>
          <a:prstGeom prst="rect">
            <a:avLst/>
          </a:prstGeom>
        </p:spPr>
        <p:txBody>
          <a:bodyPr anchor="t" rtlCol="false" tIns="0" lIns="0" bIns="0" rIns="0">
            <a:spAutoFit/>
          </a:bodyPr>
          <a:lstStyle/>
          <a:p>
            <a:pPr algn="l" marL="0" indent="0" lvl="0">
              <a:lnSpc>
                <a:spcPts val="3048"/>
              </a:lnSpc>
              <a:spcBef>
                <a:spcPct val="0"/>
              </a:spcBef>
            </a:pPr>
            <a:r>
              <a:rPr lang="en-US" b="true" sz="2400">
                <a:solidFill>
                  <a:srgbClr val="000000"/>
                </a:solidFill>
                <a:latin typeface="Codec Pro Bold"/>
                <a:ea typeface="Codec Pro Bold"/>
                <a:cs typeface="Codec Pro Bold"/>
                <a:sym typeface="Codec Pro Bold"/>
              </a:rPr>
              <a:t>Aumentar almacenes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310800">
            <a:off x="10374913" y="5757913"/>
            <a:ext cx="11903008" cy="6647001"/>
            <a:chOff x="0" y="0"/>
            <a:chExt cx="3134949" cy="1750650"/>
          </a:xfrm>
        </p:grpSpPr>
        <p:sp>
          <p:nvSpPr>
            <p:cNvPr name="Freeform 3" id="3"/>
            <p:cNvSpPr/>
            <p:nvPr/>
          </p:nvSpPr>
          <p:spPr>
            <a:xfrm flipH="false" flipV="false" rot="0">
              <a:off x="0" y="0"/>
              <a:ext cx="3134949" cy="1750651"/>
            </a:xfrm>
            <a:custGeom>
              <a:avLst/>
              <a:gdLst/>
              <a:ahLst/>
              <a:cxnLst/>
              <a:rect r="r" b="b" t="t" l="l"/>
              <a:pathLst>
                <a:path h="1750651" w="3134949">
                  <a:moveTo>
                    <a:pt x="1567474" y="0"/>
                  </a:moveTo>
                  <a:cubicBezTo>
                    <a:pt x="701782" y="0"/>
                    <a:pt x="0" y="391896"/>
                    <a:pt x="0" y="875325"/>
                  </a:cubicBezTo>
                  <a:cubicBezTo>
                    <a:pt x="0" y="1358754"/>
                    <a:pt x="701782" y="1750651"/>
                    <a:pt x="1567474" y="1750651"/>
                  </a:cubicBezTo>
                  <a:cubicBezTo>
                    <a:pt x="2433166" y="1750651"/>
                    <a:pt x="3134949" y="1358754"/>
                    <a:pt x="3134949" y="875325"/>
                  </a:cubicBezTo>
                  <a:cubicBezTo>
                    <a:pt x="3134949" y="391896"/>
                    <a:pt x="2433166" y="0"/>
                    <a:pt x="1567474" y="0"/>
                  </a:cubicBezTo>
                  <a:close/>
                </a:path>
              </a:pathLst>
            </a:custGeom>
            <a:solidFill>
              <a:srgbClr val="FFECD0"/>
            </a:solidFill>
          </p:spPr>
        </p:sp>
        <p:sp>
          <p:nvSpPr>
            <p:cNvPr name="TextBox 4" id="4"/>
            <p:cNvSpPr txBox="true"/>
            <p:nvPr/>
          </p:nvSpPr>
          <p:spPr>
            <a:xfrm>
              <a:off x="293901" y="126023"/>
              <a:ext cx="2547146" cy="146050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310800">
            <a:off x="13324715" y="-426476"/>
            <a:ext cx="4276203" cy="4320316"/>
            <a:chOff x="0" y="0"/>
            <a:chExt cx="1126243" cy="1137861"/>
          </a:xfrm>
        </p:grpSpPr>
        <p:sp>
          <p:nvSpPr>
            <p:cNvPr name="Freeform 6" id="6"/>
            <p:cNvSpPr/>
            <p:nvPr/>
          </p:nvSpPr>
          <p:spPr>
            <a:xfrm flipH="false" flipV="false" rot="0">
              <a:off x="0" y="0"/>
              <a:ext cx="1126243" cy="1137861"/>
            </a:xfrm>
            <a:custGeom>
              <a:avLst/>
              <a:gdLst/>
              <a:ahLst/>
              <a:cxnLst/>
              <a:rect r="r" b="b" t="t" l="l"/>
              <a:pathLst>
                <a:path h="1137861" w="1126243">
                  <a:moveTo>
                    <a:pt x="563121" y="0"/>
                  </a:moveTo>
                  <a:cubicBezTo>
                    <a:pt x="252118" y="0"/>
                    <a:pt x="0" y="254719"/>
                    <a:pt x="0" y="568930"/>
                  </a:cubicBezTo>
                  <a:cubicBezTo>
                    <a:pt x="0" y="883142"/>
                    <a:pt x="252118" y="1137861"/>
                    <a:pt x="563121" y="1137861"/>
                  </a:cubicBezTo>
                  <a:cubicBezTo>
                    <a:pt x="874125" y="1137861"/>
                    <a:pt x="1126243" y="883142"/>
                    <a:pt x="1126243" y="568930"/>
                  </a:cubicBezTo>
                  <a:cubicBezTo>
                    <a:pt x="1126243" y="254719"/>
                    <a:pt x="874125" y="0"/>
                    <a:pt x="563121" y="0"/>
                  </a:cubicBezTo>
                  <a:close/>
                </a:path>
              </a:pathLst>
            </a:custGeom>
            <a:solidFill>
              <a:srgbClr val="FFECD0"/>
            </a:solidFill>
          </p:spPr>
        </p:sp>
        <p:sp>
          <p:nvSpPr>
            <p:cNvPr name="TextBox 7" id="7"/>
            <p:cNvSpPr txBox="true"/>
            <p:nvPr/>
          </p:nvSpPr>
          <p:spPr>
            <a:xfrm>
              <a:off x="105585" y="68574"/>
              <a:ext cx="915072" cy="962612"/>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01324" y="3165439"/>
            <a:ext cx="7370052" cy="6092861"/>
            <a:chOff x="0" y="0"/>
            <a:chExt cx="1941084" cy="1604704"/>
          </a:xfrm>
        </p:grpSpPr>
        <p:sp>
          <p:nvSpPr>
            <p:cNvPr name="Freeform 9" id="9"/>
            <p:cNvSpPr/>
            <p:nvPr/>
          </p:nvSpPr>
          <p:spPr>
            <a:xfrm flipH="false" flipV="false" rot="0">
              <a:off x="0" y="0"/>
              <a:ext cx="1941084" cy="1604704"/>
            </a:xfrm>
            <a:custGeom>
              <a:avLst/>
              <a:gdLst/>
              <a:ahLst/>
              <a:cxnLst/>
              <a:rect r="r" b="b" t="t" l="l"/>
              <a:pathLst>
                <a:path h="1604704" w="1941084">
                  <a:moveTo>
                    <a:pt x="0" y="0"/>
                  </a:moveTo>
                  <a:lnTo>
                    <a:pt x="1941084" y="0"/>
                  </a:lnTo>
                  <a:lnTo>
                    <a:pt x="1941084" y="1604704"/>
                  </a:lnTo>
                  <a:lnTo>
                    <a:pt x="0" y="1604704"/>
                  </a:lnTo>
                  <a:close/>
                </a:path>
              </a:pathLst>
            </a:custGeom>
            <a:solidFill>
              <a:srgbClr val="FFECD0"/>
            </a:solidFill>
            <a:ln cap="sq">
              <a:noFill/>
              <a:prstDash val="solid"/>
              <a:miter/>
            </a:ln>
          </p:spPr>
        </p:sp>
        <p:sp>
          <p:nvSpPr>
            <p:cNvPr name="TextBox 10" id="10"/>
            <p:cNvSpPr txBox="true"/>
            <p:nvPr/>
          </p:nvSpPr>
          <p:spPr>
            <a:xfrm>
              <a:off x="0" y="-38100"/>
              <a:ext cx="1941084" cy="164280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11358384" y="2338466"/>
            <a:ext cx="5164684" cy="6049410"/>
          </a:xfrm>
          <a:custGeom>
            <a:avLst/>
            <a:gdLst/>
            <a:ahLst/>
            <a:cxnLst/>
            <a:rect r="r" b="b" t="t" l="l"/>
            <a:pathLst>
              <a:path h="6049410" w="5164684">
                <a:moveTo>
                  <a:pt x="0" y="0"/>
                </a:moveTo>
                <a:lnTo>
                  <a:pt x="5164684" y="0"/>
                </a:lnTo>
                <a:lnTo>
                  <a:pt x="5164684" y="6049410"/>
                </a:lnTo>
                <a:lnTo>
                  <a:pt x="0" y="60494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401324" y="931630"/>
            <a:ext cx="7370052" cy="838200"/>
          </a:xfrm>
          <a:prstGeom prst="rect">
            <a:avLst/>
          </a:prstGeom>
        </p:spPr>
        <p:txBody>
          <a:bodyPr anchor="t" rtlCol="false" tIns="0" lIns="0" bIns="0" rIns="0">
            <a:spAutoFit/>
          </a:bodyPr>
          <a:lstStyle/>
          <a:p>
            <a:pPr algn="just" marL="0" indent="0" lvl="0">
              <a:lnSpc>
                <a:spcPts val="5400"/>
              </a:lnSpc>
              <a:spcBef>
                <a:spcPct val="0"/>
              </a:spcBef>
            </a:pPr>
            <a:r>
              <a:rPr lang="en-US" b="true" sz="6000" strike="noStrike" u="none">
                <a:solidFill>
                  <a:srgbClr val="000000"/>
                </a:solidFill>
                <a:latin typeface="Codec Pro Bold"/>
                <a:ea typeface="Codec Pro Bold"/>
                <a:cs typeface="Codec Pro Bold"/>
                <a:sym typeface="Codec Pro Bold"/>
              </a:rPr>
              <a:t>Datos principales</a:t>
            </a:r>
          </a:p>
        </p:txBody>
      </p:sp>
      <p:sp>
        <p:nvSpPr>
          <p:cNvPr name="TextBox 13" id="13"/>
          <p:cNvSpPr txBox="true"/>
          <p:nvPr/>
        </p:nvSpPr>
        <p:spPr>
          <a:xfrm rot="0">
            <a:off x="2120351" y="3757733"/>
            <a:ext cx="2420383" cy="923925"/>
          </a:xfrm>
          <a:prstGeom prst="rect">
            <a:avLst/>
          </a:prstGeom>
        </p:spPr>
        <p:txBody>
          <a:bodyPr anchor="t" rtlCol="false" tIns="0" lIns="0" bIns="0" rIns="0">
            <a:spAutoFit/>
          </a:bodyPr>
          <a:lstStyle/>
          <a:p>
            <a:pPr algn="ctr" marL="0" indent="0" lvl="0">
              <a:lnSpc>
                <a:spcPts val="6300"/>
              </a:lnSpc>
              <a:spcBef>
                <a:spcPct val="0"/>
              </a:spcBef>
            </a:pPr>
            <a:r>
              <a:rPr lang="en-US" b="true" sz="6000" strike="noStrike" u="none">
                <a:solidFill>
                  <a:srgbClr val="D56B0B"/>
                </a:solidFill>
                <a:latin typeface="Codec Pro Bold"/>
                <a:ea typeface="Codec Pro Bold"/>
                <a:cs typeface="Codec Pro Bold"/>
                <a:sym typeface="Codec Pro Bold"/>
              </a:rPr>
              <a:t>6M</a:t>
            </a:r>
          </a:p>
        </p:txBody>
      </p:sp>
      <p:sp>
        <p:nvSpPr>
          <p:cNvPr name="TextBox 14" id="14"/>
          <p:cNvSpPr txBox="true"/>
          <p:nvPr/>
        </p:nvSpPr>
        <p:spPr>
          <a:xfrm rot="0">
            <a:off x="5244380" y="3633908"/>
            <a:ext cx="2889663" cy="1042035"/>
          </a:xfrm>
          <a:prstGeom prst="rect">
            <a:avLst/>
          </a:prstGeom>
        </p:spPr>
        <p:txBody>
          <a:bodyPr anchor="t" rtlCol="false" tIns="0" lIns="0" bIns="0" rIns="0">
            <a:spAutoFit/>
          </a:bodyPr>
          <a:lstStyle/>
          <a:p>
            <a:pPr algn="ctr" marL="0" indent="0" lvl="0">
              <a:lnSpc>
                <a:spcPts val="7620"/>
              </a:lnSpc>
              <a:spcBef>
                <a:spcPct val="0"/>
              </a:spcBef>
            </a:pPr>
            <a:r>
              <a:rPr lang="en-US" b="true" sz="6000" u="none">
                <a:solidFill>
                  <a:srgbClr val="D56B0B"/>
                </a:solidFill>
                <a:latin typeface="Codec Pro Bold"/>
                <a:ea typeface="Codec Pro Bold"/>
                <a:cs typeface="Codec Pro Bold"/>
                <a:sym typeface="Codec Pro Bold"/>
              </a:rPr>
              <a:t>256K</a:t>
            </a:r>
          </a:p>
        </p:txBody>
      </p:sp>
      <p:sp>
        <p:nvSpPr>
          <p:cNvPr name="TextBox 15" id="15"/>
          <p:cNvSpPr txBox="true"/>
          <p:nvPr/>
        </p:nvSpPr>
        <p:spPr>
          <a:xfrm rot="0">
            <a:off x="2015474" y="5406153"/>
            <a:ext cx="2630136" cy="1042035"/>
          </a:xfrm>
          <a:prstGeom prst="rect">
            <a:avLst/>
          </a:prstGeom>
        </p:spPr>
        <p:txBody>
          <a:bodyPr anchor="t" rtlCol="false" tIns="0" lIns="0" bIns="0" rIns="0">
            <a:spAutoFit/>
          </a:bodyPr>
          <a:lstStyle/>
          <a:p>
            <a:pPr algn="ctr" marL="0" indent="0" lvl="0">
              <a:lnSpc>
                <a:spcPts val="7620"/>
              </a:lnSpc>
              <a:spcBef>
                <a:spcPct val="0"/>
              </a:spcBef>
            </a:pPr>
            <a:r>
              <a:rPr lang="en-US" b="true" sz="6000" u="none">
                <a:solidFill>
                  <a:srgbClr val="D56B0B"/>
                </a:solidFill>
                <a:latin typeface="Codec Pro Bold"/>
                <a:ea typeface="Codec Pro Bold"/>
                <a:cs typeface="Codec Pro Bold"/>
                <a:sym typeface="Codec Pro Bold"/>
              </a:rPr>
              <a:t>80K</a:t>
            </a:r>
          </a:p>
        </p:txBody>
      </p:sp>
      <p:sp>
        <p:nvSpPr>
          <p:cNvPr name="TextBox 16" id="16"/>
          <p:cNvSpPr txBox="true"/>
          <p:nvPr/>
        </p:nvSpPr>
        <p:spPr>
          <a:xfrm rot="0">
            <a:off x="5209184" y="5406153"/>
            <a:ext cx="2960055" cy="1042035"/>
          </a:xfrm>
          <a:prstGeom prst="rect">
            <a:avLst/>
          </a:prstGeom>
        </p:spPr>
        <p:txBody>
          <a:bodyPr anchor="t" rtlCol="false" tIns="0" lIns="0" bIns="0" rIns="0">
            <a:spAutoFit/>
          </a:bodyPr>
          <a:lstStyle/>
          <a:p>
            <a:pPr algn="ctr" marL="0" indent="0" lvl="0">
              <a:lnSpc>
                <a:spcPts val="7620"/>
              </a:lnSpc>
              <a:spcBef>
                <a:spcPct val="0"/>
              </a:spcBef>
            </a:pPr>
            <a:r>
              <a:rPr lang="en-US" b="true" sz="6000" u="none">
                <a:solidFill>
                  <a:srgbClr val="D56B0B"/>
                </a:solidFill>
                <a:latin typeface="Codec Pro Bold"/>
                <a:ea typeface="Codec Pro Bold"/>
                <a:cs typeface="Codec Pro Bold"/>
                <a:sym typeface="Codec Pro Bold"/>
              </a:rPr>
              <a:t>125K</a:t>
            </a:r>
          </a:p>
        </p:txBody>
      </p:sp>
      <p:sp>
        <p:nvSpPr>
          <p:cNvPr name="TextBox 17" id="17"/>
          <p:cNvSpPr txBox="true"/>
          <p:nvPr/>
        </p:nvSpPr>
        <p:spPr>
          <a:xfrm rot="0">
            <a:off x="2120351" y="7390294"/>
            <a:ext cx="2420383" cy="923925"/>
          </a:xfrm>
          <a:prstGeom prst="rect">
            <a:avLst/>
          </a:prstGeom>
        </p:spPr>
        <p:txBody>
          <a:bodyPr anchor="t" rtlCol="false" tIns="0" lIns="0" bIns="0" rIns="0">
            <a:spAutoFit/>
          </a:bodyPr>
          <a:lstStyle/>
          <a:p>
            <a:pPr algn="ctr" marL="0" indent="0" lvl="0">
              <a:lnSpc>
                <a:spcPts val="6300"/>
              </a:lnSpc>
              <a:spcBef>
                <a:spcPct val="0"/>
              </a:spcBef>
            </a:pPr>
            <a:r>
              <a:rPr lang="en-US" b="true" sz="6000" strike="noStrike" u="none">
                <a:solidFill>
                  <a:srgbClr val="D56B0B"/>
                </a:solidFill>
                <a:latin typeface="Codec Pro Bold"/>
                <a:ea typeface="Codec Pro Bold"/>
                <a:cs typeface="Codec Pro Bold"/>
                <a:sym typeface="Codec Pro Bold"/>
              </a:rPr>
              <a:t>1M</a:t>
            </a:r>
          </a:p>
        </p:txBody>
      </p:sp>
      <p:sp>
        <p:nvSpPr>
          <p:cNvPr name="TextBox 18" id="18"/>
          <p:cNvSpPr txBox="true"/>
          <p:nvPr/>
        </p:nvSpPr>
        <p:spPr>
          <a:xfrm rot="0">
            <a:off x="5479020" y="7390294"/>
            <a:ext cx="2420383" cy="923925"/>
          </a:xfrm>
          <a:prstGeom prst="rect">
            <a:avLst/>
          </a:prstGeom>
        </p:spPr>
        <p:txBody>
          <a:bodyPr anchor="t" rtlCol="false" tIns="0" lIns="0" bIns="0" rIns="0">
            <a:spAutoFit/>
          </a:bodyPr>
          <a:lstStyle/>
          <a:p>
            <a:pPr algn="ctr" marL="0" indent="0" lvl="0">
              <a:lnSpc>
                <a:spcPts val="6300"/>
              </a:lnSpc>
              <a:spcBef>
                <a:spcPct val="0"/>
              </a:spcBef>
            </a:pPr>
            <a:r>
              <a:rPr lang="en-US" b="true" sz="6000">
                <a:solidFill>
                  <a:srgbClr val="D56B0B"/>
                </a:solidFill>
                <a:latin typeface="Codec Pro Bold"/>
                <a:ea typeface="Codec Pro Bold"/>
                <a:cs typeface="Codec Pro Bold"/>
                <a:sym typeface="Codec Pro Bold"/>
              </a:rPr>
              <a:t>26k</a:t>
            </a:r>
          </a:p>
        </p:txBody>
      </p:sp>
      <p:sp>
        <p:nvSpPr>
          <p:cNvPr name="TextBox 19" id="19"/>
          <p:cNvSpPr txBox="true"/>
          <p:nvPr/>
        </p:nvSpPr>
        <p:spPr>
          <a:xfrm rot="0">
            <a:off x="2003461" y="4774365"/>
            <a:ext cx="2654164" cy="249555"/>
          </a:xfrm>
          <a:prstGeom prst="rect">
            <a:avLst/>
          </a:prstGeom>
        </p:spPr>
        <p:txBody>
          <a:bodyPr anchor="t" rtlCol="false" tIns="0" lIns="0" bIns="0" rIns="0">
            <a:spAutoFit/>
          </a:bodyPr>
          <a:lstStyle/>
          <a:p>
            <a:pPr algn="ctr">
              <a:lnSpc>
                <a:spcPts val="2070"/>
              </a:lnSpc>
            </a:pPr>
            <a:r>
              <a:rPr lang="en-US" sz="1800">
                <a:solidFill>
                  <a:srgbClr val="000000"/>
                </a:solidFill>
                <a:latin typeface="Open Sans"/>
                <a:ea typeface="Open Sans"/>
                <a:cs typeface="Open Sans"/>
                <a:sym typeface="Open Sans"/>
              </a:rPr>
              <a:t>Envíos globales</a:t>
            </a:r>
          </a:p>
        </p:txBody>
      </p:sp>
      <p:sp>
        <p:nvSpPr>
          <p:cNvPr name="TextBox 20" id="20"/>
          <p:cNvSpPr txBox="true"/>
          <p:nvPr/>
        </p:nvSpPr>
        <p:spPr>
          <a:xfrm rot="0">
            <a:off x="5362130" y="4811986"/>
            <a:ext cx="2654164" cy="249555"/>
          </a:xfrm>
          <a:prstGeom prst="rect">
            <a:avLst/>
          </a:prstGeom>
        </p:spPr>
        <p:txBody>
          <a:bodyPr anchor="t" rtlCol="false" tIns="0" lIns="0" bIns="0" rIns="0">
            <a:spAutoFit/>
          </a:bodyPr>
          <a:lstStyle/>
          <a:p>
            <a:pPr algn="ctr">
              <a:lnSpc>
                <a:spcPts val="2070"/>
              </a:lnSpc>
            </a:pPr>
            <a:r>
              <a:rPr lang="en-US" sz="1800">
                <a:solidFill>
                  <a:srgbClr val="000000"/>
                </a:solidFill>
                <a:latin typeface="Open Sans"/>
                <a:ea typeface="Open Sans"/>
                <a:cs typeface="Open Sans"/>
                <a:sym typeface="Open Sans"/>
              </a:rPr>
              <a:t>Usuarios activos totales</a:t>
            </a:r>
          </a:p>
        </p:txBody>
      </p:sp>
      <p:sp>
        <p:nvSpPr>
          <p:cNvPr name="TextBox 21" id="21"/>
          <p:cNvSpPr txBox="true"/>
          <p:nvPr/>
        </p:nvSpPr>
        <p:spPr>
          <a:xfrm rot="0">
            <a:off x="2003461" y="6638603"/>
            <a:ext cx="2654164" cy="249555"/>
          </a:xfrm>
          <a:prstGeom prst="rect">
            <a:avLst/>
          </a:prstGeom>
        </p:spPr>
        <p:txBody>
          <a:bodyPr anchor="t" rtlCol="false" tIns="0" lIns="0" bIns="0" rIns="0">
            <a:spAutoFit/>
          </a:bodyPr>
          <a:lstStyle/>
          <a:p>
            <a:pPr algn="ctr">
              <a:lnSpc>
                <a:spcPts val="2070"/>
              </a:lnSpc>
            </a:pPr>
            <a:r>
              <a:rPr lang="en-US" sz="1800">
                <a:solidFill>
                  <a:srgbClr val="000000"/>
                </a:solidFill>
                <a:latin typeface="Open Sans"/>
                <a:ea typeface="Open Sans"/>
                <a:cs typeface="Open Sans"/>
                <a:sym typeface="Open Sans"/>
              </a:rPr>
              <a:t>Ventas diarias</a:t>
            </a:r>
          </a:p>
        </p:txBody>
      </p:sp>
      <p:sp>
        <p:nvSpPr>
          <p:cNvPr name="TextBox 22" id="22"/>
          <p:cNvSpPr txBox="true"/>
          <p:nvPr/>
        </p:nvSpPr>
        <p:spPr>
          <a:xfrm rot="0">
            <a:off x="5362130" y="6504732"/>
            <a:ext cx="2654164" cy="506730"/>
          </a:xfrm>
          <a:prstGeom prst="rect">
            <a:avLst/>
          </a:prstGeom>
        </p:spPr>
        <p:txBody>
          <a:bodyPr anchor="t" rtlCol="false" tIns="0" lIns="0" bIns="0" rIns="0">
            <a:spAutoFit/>
          </a:bodyPr>
          <a:lstStyle/>
          <a:p>
            <a:pPr algn="ctr">
              <a:lnSpc>
                <a:spcPts val="2070"/>
              </a:lnSpc>
            </a:pPr>
            <a:r>
              <a:rPr lang="en-US" sz="1800">
                <a:solidFill>
                  <a:srgbClr val="000000"/>
                </a:solidFill>
                <a:latin typeface="Open Sans"/>
                <a:ea typeface="Open Sans"/>
                <a:cs typeface="Open Sans"/>
                <a:sym typeface="Open Sans"/>
              </a:rPr>
              <a:t>Inversión en almacenaje y transporte</a:t>
            </a:r>
          </a:p>
        </p:txBody>
      </p:sp>
      <p:sp>
        <p:nvSpPr>
          <p:cNvPr name="TextBox 23" id="23"/>
          <p:cNvSpPr txBox="true"/>
          <p:nvPr/>
        </p:nvSpPr>
        <p:spPr>
          <a:xfrm rot="0">
            <a:off x="2003461" y="8406926"/>
            <a:ext cx="2654164" cy="249555"/>
          </a:xfrm>
          <a:prstGeom prst="rect">
            <a:avLst/>
          </a:prstGeom>
        </p:spPr>
        <p:txBody>
          <a:bodyPr anchor="t" rtlCol="false" tIns="0" lIns="0" bIns="0" rIns="0">
            <a:spAutoFit/>
          </a:bodyPr>
          <a:lstStyle/>
          <a:p>
            <a:pPr algn="ctr">
              <a:lnSpc>
                <a:spcPts val="2070"/>
              </a:lnSpc>
            </a:pPr>
            <a:r>
              <a:rPr lang="en-US" sz="1800">
                <a:solidFill>
                  <a:srgbClr val="000000"/>
                </a:solidFill>
                <a:latin typeface="Open Sans"/>
                <a:ea typeface="Open Sans"/>
                <a:cs typeface="Open Sans"/>
                <a:sym typeface="Open Sans"/>
              </a:rPr>
              <a:t>Ganancias totales</a:t>
            </a:r>
          </a:p>
        </p:txBody>
      </p:sp>
      <p:sp>
        <p:nvSpPr>
          <p:cNvPr name="TextBox 24" id="24"/>
          <p:cNvSpPr txBox="true"/>
          <p:nvPr/>
        </p:nvSpPr>
        <p:spPr>
          <a:xfrm rot="0">
            <a:off x="5362130" y="8406926"/>
            <a:ext cx="2654164" cy="249555"/>
          </a:xfrm>
          <a:prstGeom prst="rect">
            <a:avLst/>
          </a:prstGeom>
        </p:spPr>
        <p:txBody>
          <a:bodyPr anchor="t" rtlCol="false" tIns="0" lIns="0" bIns="0" rIns="0">
            <a:spAutoFit/>
          </a:bodyPr>
          <a:lstStyle/>
          <a:p>
            <a:pPr algn="ctr">
              <a:lnSpc>
                <a:spcPts val="2070"/>
              </a:lnSpc>
            </a:pPr>
            <a:r>
              <a:rPr lang="en-US" sz="1800">
                <a:solidFill>
                  <a:srgbClr val="000000"/>
                </a:solidFill>
                <a:latin typeface="Open Sans"/>
                <a:ea typeface="Open Sans"/>
                <a:cs typeface="Open Sans"/>
                <a:sym typeface="Open Sans"/>
              </a:rPr>
              <a:t>Clientes locales</a:t>
            </a:r>
          </a:p>
        </p:txBody>
      </p:sp>
      <p:sp>
        <p:nvSpPr>
          <p:cNvPr name="TextBox 25" id="25"/>
          <p:cNvSpPr txBox="true"/>
          <p:nvPr/>
        </p:nvSpPr>
        <p:spPr>
          <a:xfrm rot="0">
            <a:off x="1401324" y="1811924"/>
            <a:ext cx="7370052" cy="1014984"/>
          </a:xfrm>
          <a:prstGeom prst="rect">
            <a:avLst/>
          </a:prstGeom>
        </p:spPr>
        <p:txBody>
          <a:bodyPr anchor="t" rtlCol="false" tIns="0" lIns="0" bIns="0" rIns="0">
            <a:spAutoFit/>
          </a:bodyPr>
          <a:lstStyle/>
          <a:p>
            <a:pPr algn="just" marL="0" indent="0" lvl="0">
              <a:lnSpc>
                <a:spcPts val="2717"/>
              </a:lnSpc>
              <a:spcBef>
                <a:spcPct val="0"/>
              </a:spcBef>
            </a:pPr>
            <a:r>
              <a:rPr lang="en-US" sz="1799" strike="noStrike" u="none">
                <a:solidFill>
                  <a:srgbClr val="000000"/>
                </a:solidFill>
                <a:latin typeface="Garet"/>
                <a:ea typeface="Garet"/>
                <a:cs typeface="Garet"/>
                <a:sym typeface="Garet"/>
              </a:rPr>
              <a:t>Lorem ipsum dolor sit amet, consectetur adipiscing elit. Ut a enim nec nisl ullamcorper eleifend. Praesent risus leo, fringilla et ipsum.</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31166" y="4257235"/>
            <a:ext cx="15827188" cy="3873583"/>
            <a:chOff x="0" y="0"/>
            <a:chExt cx="4168478" cy="1020203"/>
          </a:xfrm>
        </p:grpSpPr>
        <p:sp>
          <p:nvSpPr>
            <p:cNvPr name="Freeform 3" id="3"/>
            <p:cNvSpPr/>
            <p:nvPr/>
          </p:nvSpPr>
          <p:spPr>
            <a:xfrm flipH="false" flipV="false" rot="0">
              <a:off x="0" y="0"/>
              <a:ext cx="4168478" cy="1020203"/>
            </a:xfrm>
            <a:custGeom>
              <a:avLst/>
              <a:gdLst/>
              <a:ahLst/>
              <a:cxnLst/>
              <a:rect r="r" b="b" t="t" l="l"/>
              <a:pathLst>
                <a:path h="1020203" w="4168478">
                  <a:moveTo>
                    <a:pt x="0" y="0"/>
                  </a:moveTo>
                  <a:lnTo>
                    <a:pt x="4168478" y="0"/>
                  </a:lnTo>
                  <a:lnTo>
                    <a:pt x="4168478" y="1020203"/>
                  </a:lnTo>
                  <a:lnTo>
                    <a:pt x="0" y="1020203"/>
                  </a:lnTo>
                  <a:close/>
                </a:path>
              </a:pathLst>
            </a:custGeom>
            <a:solidFill>
              <a:srgbClr val="FFECD0"/>
            </a:solidFill>
            <a:ln cap="sq">
              <a:noFill/>
              <a:prstDash val="solid"/>
              <a:miter/>
            </a:ln>
          </p:spPr>
        </p:sp>
        <p:sp>
          <p:nvSpPr>
            <p:cNvPr name="TextBox 4" id="4"/>
            <p:cNvSpPr txBox="true"/>
            <p:nvPr/>
          </p:nvSpPr>
          <p:spPr>
            <a:xfrm>
              <a:off x="0" y="-38100"/>
              <a:ext cx="4168478" cy="105830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6892064" y="4765711"/>
            <a:ext cx="4556801" cy="1649436"/>
          </a:xfrm>
          <a:prstGeom prst="rect">
            <a:avLst/>
          </a:prstGeom>
        </p:spPr>
        <p:txBody>
          <a:bodyPr anchor="t" rtlCol="false" tIns="0" lIns="0" bIns="0" rIns="0">
            <a:spAutoFit/>
          </a:bodyPr>
          <a:lstStyle/>
          <a:p>
            <a:pPr algn="ctr" marL="0" indent="0" lvl="0">
              <a:lnSpc>
                <a:spcPts val="12016"/>
              </a:lnSpc>
              <a:spcBef>
                <a:spcPct val="0"/>
              </a:spcBef>
            </a:pPr>
            <a:r>
              <a:rPr lang="en-US" b="true" sz="9461" u="none">
                <a:solidFill>
                  <a:srgbClr val="D56B0B"/>
                </a:solidFill>
                <a:latin typeface="Codec Pro Bold"/>
                <a:ea typeface="Codec Pro Bold"/>
                <a:cs typeface="Codec Pro Bold"/>
                <a:sym typeface="Codec Pro Bold"/>
              </a:rPr>
              <a:t>256K</a:t>
            </a:r>
          </a:p>
        </p:txBody>
      </p:sp>
      <p:sp>
        <p:nvSpPr>
          <p:cNvPr name="TextBox 6" id="6"/>
          <p:cNvSpPr txBox="true"/>
          <p:nvPr/>
        </p:nvSpPr>
        <p:spPr>
          <a:xfrm rot="0">
            <a:off x="1572241" y="4765711"/>
            <a:ext cx="4667805" cy="1649436"/>
          </a:xfrm>
          <a:prstGeom prst="rect">
            <a:avLst/>
          </a:prstGeom>
        </p:spPr>
        <p:txBody>
          <a:bodyPr anchor="t" rtlCol="false" tIns="0" lIns="0" bIns="0" rIns="0">
            <a:spAutoFit/>
          </a:bodyPr>
          <a:lstStyle/>
          <a:p>
            <a:pPr algn="ctr" marL="0" indent="0" lvl="0">
              <a:lnSpc>
                <a:spcPts val="12016"/>
              </a:lnSpc>
              <a:spcBef>
                <a:spcPct val="0"/>
              </a:spcBef>
            </a:pPr>
            <a:r>
              <a:rPr lang="en-US" b="true" sz="9461" u="none">
                <a:solidFill>
                  <a:srgbClr val="D56B0B"/>
                </a:solidFill>
                <a:latin typeface="Codec Pro Bold"/>
                <a:ea typeface="Codec Pro Bold"/>
                <a:cs typeface="Codec Pro Bold"/>
                <a:sym typeface="Codec Pro Bold"/>
              </a:rPr>
              <a:t>125K</a:t>
            </a:r>
          </a:p>
        </p:txBody>
      </p:sp>
      <p:sp>
        <p:nvSpPr>
          <p:cNvPr name="TextBox 7" id="7"/>
          <p:cNvSpPr txBox="true"/>
          <p:nvPr/>
        </p:nvSpPr>
        <p:spPr>
          <a:xfrm rot="0">
            <a:off x="12528543" y="4961230"/>
            <a:ext cx="3816778" cy="1447069"/>
          </a:xfrm>
          <a:prstGeom prst="rect">
            <a:avLst/>
          </a:prstGeom>
        </p:spPr>
        <p:txBody>
          <a:bodyPr anchor="t" rtlCol="false" tIns="0" lIns="0" bIns="0" rIns="0">
            <a:spAutoFit/>
          </a:bodyPr>
          <a:lstStyle/>
          <a:p>
            <a:pPr algn="ctr" marL="0" indent="0" lvl="0">
              <a:lnSpc>
                <a:spcPts val="9934"/>
              </a:lnSpc>
              <a:spcBef>
                <a:spcPct val="0"/>
              </a:spcBef>
            </a:pPr>
            <a:r>
              <a:rPr lang="en-US" b="true" sz="9461">
                <a:solidFill>
                  <a:srgbClr val="D56B0B"/>
                </a:solidFill>
                <a:latin typeface="Codec Pro Bold"/>
                <a:ea typeface="Codec Pro Bold"/>
                <a:cs typeface="Codec Pro Bold"/>
                <a:sym typeface="Codec Pro Bold"/>
              </a:rPr>
              <a:t>26k</a:t>
            </a:r>
          </a:p>
        </p:txBody>
      </p:sp>
      <p:sp>
        <p:nvSpPr>
          <p:cNvPr name="TextBox 8" id="8"/>
          <p:cNvSpPr txBox="true"/>
          <p:nvPr/>
        </p:nvSpPr>
        <p:spPr>
          <a:xfrm rot="0">
            <a:off x="7077747" y="6607229"/>
            <a:ext cx="4185434" cy="818124"/>
          </a:xfrm>
          <a:prstGeom prst="rect">
            <a:avLst/>
          </a:prstGeom>
        </p:spPr>
        <p:txBody>
          <a:bodyPr anchor="t" rtlCol="false" tIns="0" lIns="0" bIns="0" rIns="0">
            <a:spAutoFit/>
          </a:bodyPr>
          <a:lstStyle/>
          <a:p>
            <a:pPr algn="ctr">
              <a:lnSpc>
                <a:spcPts val="3264"/>
              </a:lnSpc>
            </a:pPr>
            <a:r>
              <a:rPr lang="en-US" sz="2838">
                <a:solidFill>
                  <a:srgbClr val="000000"/>
                </a:solidFill>
                <a:latin typeface="Open Sans"/>
                <a:ea typeface="Open Sans"/>
                <a:cs typeface="Open Sans"/>
                <a:sym typeface="Open Sans"/>
              </a:rPr>
              <a:t>Inversión en logística interna y mejoras</a:t>
            </a:r>
          </a:p>
        </p:txBody>
      </p:sp>
      <p:sp>
        <p:nvSpPr>
          <p:cNvPr name="TextBox 9" id="9"/>
          <p:cNvSpPr txBox="true"/>
          <p:nvPr/>
        </p:nvSpPr>
        <p:spPr>
          <a:xfrm rot="0">
            <a:off x="1813426" y="6607229"/>
            <a:ext cx="4185434" cy="818124"/>
          </a:xfrm>
          <a:prstGeom prst="rect">
            <a:avLst/>
          </a:prstGeom>
        </p:spPr>
        <p:txBody>
          <a:bodyPr anchor="t" rtlCol="false" tIns="0" lIns="0" bIns="0" rIns="0">
            <a:spAutoFit/>
          </a:bodyPr>
          <a:lstStyle/>
          <a:p>
            <a:pPr algn="ctr">
              <a:lnSpc>
                <a:spcPts val="3264"/>
              </a:lnSpc>
            </a:pPr>
            <a:r>
              <a:rPr lang="en-US" sz="2838">
                <a:solidFill>
                  <a:srgbClr val="000000"/>
                </a:solidFill>
                <a:latin typeface="Open Sans"/>
                <a:ea typeface="Open Sans"/>
                <a:cs typeface="Open Sans"/>
                <a:sym typeface="Open Sans"/>
              </a:rPr>
              <a:t>Inversión en almacenes y transporte</a:t>
            </a:r>
          </a:p>
        </p:txBody>
      </p:sp>
      <p:sp>
        <p:nvSpPr>
          <p:cNvPr name="TextBox 10" id="10"/>
          <p:cNvSpPr txBox="true"/>
          <p:nvPr/>
        </p:nvSpPr>
        <p:spPr>
          <a:xfrm rot="0">
            <a:off x="12344215" y="6607229"/>
            <a:ext cx="4185434" cy="818124"/>
          </a:xfrm>
          <a:prstGeom prst="rect">
            <a:avLst/>
          </a:prstGeom>
        </p:spPr>
        <p:txBody>
          <a:bodyPr anchor="t" rtlCol="false" tIns="0" lIns="0" bIns="0" rIns="0">
            <a:spAutoFit/>
          </a:bodyPr>
          <a:lstStyle/>
          <a:p>
            <a:pPr algn="ctr">
              <a:lnSpc>
                <a:spcPts val="3264"/>
              </a:lnSpc>
            </a:pPr>
            <a:r>
              <a:rPr lang="en-US" sz="2838">
                <a:solidFill>
                  <a:srgbClr val="000000"/>
                </a:solidFill>
                <a:latin typeface="Open Sans"/>
                <a:ea typeface="Open Sans"/>
                <a:cs typeface="Open Sans"/>
                <a:sym typeface="Open Sans"/>
              </a:rPr>
              <a:t>Inversiones en sostenibilidad</a:t>
            </a:r>
          </a:p>
        </p:txBody>
      </p:sp>
      <p:sp>
        <p:nvSpPr>
          <p:cNvPr name="TextBox 11" id="11"/>
          <p:cNvSpPr txBox="true"/>
          <p:nvPr/>
        </p:nvSpPr>
        <p:spPr>
          <a:xfrm rot="0">
            <a:off x="4309396" y="2232382"/>
            <a:ext cx="9669207" cy="838200"/>
          </a:xfrm>
          <a:prstGeom prst="rect">
            <a:avLst/>
          </a:prstGeom>
        </p:spPr>
        <p:txBody>
          <a:bodyPr anchor="t" rtlCol="false" tIns="0" lIns="0" bIns="0" rIns="0">
            <a:spAutoFit/>
          </a:bodyPr>
          <a:lstStyle/>
          <a:p>
            <a:pPr algn="ctr" marL="0" indent="0" lvl="0">
              <a:lnSpc>
                <a:spcPts val="5400"/>
              </a:lnSpc>
              <a:spcBef>
                <a:spcPct val="0"/>
              </a:spcBef>
            </a:pPr>
            <a:r>
              <a:rPr lang="en-US" b="true" sz="6000" strike="noStrike" u="none">
                <a:solidFill>
                  <a:srgbClr val="000000"/>
                </a:solidFill>
                <a:latin typeface="Codec Pro Bold"/>
                <a:ea typeface="Codec Pro Bold"/>
                <a:cs typeface="Codec Pro Bold"/>
                <a:sym typeface="Codec Pro Bold"/>
              </a:rPr>
              <a:t>Las cifras destacadas</a:t>
            </a:r>
          </a:p>
        </p:txBody>
      </p:sp>
      <p:sp>
        <p:nvSpPr>
          <p:cNvPr name="TextBox 12" id="12"/>
          <p:cNvSpPr txBox="true"/>
          <p:nvPr/>
        </p:nvSpPr>
        <p:spPr>
          <a:xfrm rot="0">
            <a:off x="4816856" y="2980127"/>
            <a:ext cx="8654288" cy="672084"/>
          </a:xfrm>
          <a:prstGeom prst="rect">
            <a:avLst/>
          </a:prstGeom>
        </p:spPr>
        <p:txBody>
          <a:bodyPr anchor="t" rtlCol="false" tIns="0" lIns="0" bIns="0" rIns="0">
            <a:spAutoFit/>
          </a:bodyPr>
          <a:lstStyle/>
          <a:p>
            <a:pPr algn="ctr" marL="0" indent="0" lvl="0">
              <a:lnSpc>
                <a:spcPts val="2718"/>
              </a:lnSpc>
              <a:spcBef>
                <a:spcPct val="0"/>
              </a:spcBef>
            </a:pPr>
            <a:r>
              <a:rPr lang="en-US" sz="1800" strike="noStrike" u="none">
                <a:solidFill>
                  <a:srgbClr val="000000"/>
                </a:solidFill>
                <a:latin typeface="Garet"/>
                <a:ea typeface="Garet"/>
                <a:cs typeface="Garet"/>
                <a:sym typeface="Garet"/>
              </a:rPr>
              <a:t>Lorem ipsum dolor sit amet, consectetur adipiscing elit. Ut a enim nec nisl ullamcorper eleifend. Praesent risus leo, fringilla et ipsum.</a:t>
            </a:r>
          </a:p>
        </p:txBody>
      </p:sp>
      <p:grpSp>
        <p:nvGrpSpPr>
          <p:cNvPr name="Group 13" id="13"/>
          <p:cNvGrpSpPr/>
          <p:nvPr/>
        </p:nvGrpSpPr>
        <p:grpSpPr>
          <a:xfrm rot="0">
            <a:off x="13470731" y="-4802056"/>
            <a:ext cx="7104649" cy="710464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653627" y="-424843"/>
            <a:ext cx="3769586" cy="376958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653627" y="9045218"/>
            <a:ext cx="2767001" cy="276700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101899" y="8901110"/>
            <a:ext cx="2157401" cy="215740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898066" y="6668956"/>
            <a:ext cx="6474641" cy="647464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28045" y="4677228"/>
            <a:ext cx="3623278" cy="362327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121455" y="7507007"/>
            <a:ext cx="2955113" cy="295511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4239104" y="-1926888"/>
            <a:ext cx="4542979" cy="454297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aphicFrame>
        <p:nvGraphicFramePr>
          <p:cNvPr name="Table 14" id="14"/>
          <p:cNvGraphicFramePr>
            <a:graphicFrameLocks noGrp="true"/>
          </p:cNvGraphicFramePr>
          <p:nvPr/>
        </p:nvGraphicFramePr>
        <p:xfrm>
          <a:off x="1287169" y="3302338"/>
          <a:ext cx="15713663" cy="5234009"/>
        </p:xfrm>
        <a:graphic>
          <a:graphicData uri="http://schemas.openxmlformats.org/drawingml/2006/table">
            <a:tbl>
              <a:tblPr/>
              <a:tblGrid>
                <a:gridCol w="3928416"/>
                <a:gridCol w="3928416"/>
                <a:gridCol w="3928416"/>
                <a:gridCol w="3928416"/>
              </a:tblGrid>
              <a:tr h="875320">
                <a:tc>
                  <a:txBody>
                    <a:bodyPr anchor="t" rtlCol="false"/>
                    <a:lstStyle/>
                    <a:p>
                      <a:pPr algn="ctr" marL="0" indent="0" lvl="0">
                        <a:lnSpc>
                          <a:spcPts val="2574"/>
                        </a:lnSpc>
                        <a:spcBef>
                          <a:spcPct val="0"/>
                        </a:spcBef>
                        <a:defRPr/>
                      </a:pPr>
                      <a:r>
                        <a:rPr lang="en-US" b="true" sz="1838">
                          <a:solidFill>
                            <a:srgbClr val="000000"/>
                          </a:solidFill>
                          <a:latin typeface="Open Sans Bold"/>
                          <a:ea typeface="Open Sans Bold"/>
                          <a:cs typeface="Open Sans Bold"/>
                          <a:sym typeface="Open Sans Bold"/>
                        </a:rPr>
                        <a:t>Envíos</a:t>
                      </a:r>
                      <a:endParaRPr lang="en-US" sz="1100"/>
                    </a:p>
                  </a:txBody>
                  <a:tcPr marL="183639" marR="183639" marT="183639" marB="183639"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ECD0"/>
                    </a:solidFill>
                  </a:tcPr>
                </a:tc>
                <a:tc>
                  <a:txBody>
                    <a:bodyPr anchor="t" rtlCol="false"/>
                    <a:lstStyle/>
                    <a:p>
                      <a:pPr algn="ctr" marL="0" indent="0" lvl="0">
                        <a:lnSpc>
                          <a:spcPts val="2574"/>
                        </a:lnSpc>
                        <a:spcBef>
                          <a:spcPct val="0"/>
                        </a:spcBef>
                        <a:defRPr/>
                      </a:pPr>
                      <a:r>
                        <a:rPr lang="en-US" b="true" sz="1838">
                          <a:solidFill>
                            <a:srgbClr val="000000"/>
                          </a:solidFill>
                          <a:latin typeface="Open Sans Bold"/>
                          <a:ea typeface="Open Sans Bold"/>
                          <a:cs typeface="Open Sans Bold"/>
                          <a:sym typeface="Open Sans Bold"/>
                        </a:rPr>
                        <a:t>2030</a:t>
                      </a:r>
                      <a:endParaRPr lang="en-US" sz="1100"/>
                    </a:p>
                  </a:txBody>
                  <a:tcPr marL="183639" marR="183639" marT="183639" marB="183639"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ECD0"/>
                    </a:solidFill>
                  </a:tcPr>
                </a:tc>
                <a:tc>
                  <a:txBody>
                    <a:bodyPr anchor="t" rtlCol="false"/>
                    <a:lstStyle/>
                    <a:p>
                      <a:pPr algn="ctr" marL="0" indent="0" lvl="0">
                        <a:lnSpc>
                          <a:spcPts val="2574"/>
                        </a:lnSpc>
                        <a:spcBef>
                          <a:spcPct val="0"/>
                        </a:spcBef>
                        <a:defRPr/>
                      </a:pPr>
                      <a:r>
                        <a:rPr lang="en-US" b="true" sz="1838">
                          <a:solidFill>
                            <a:srgbClr val="000000"/>
                          </a:solidFill>
                          <a:latin typeface="Open Sans Bold"/>
                          <a:ea typeface="Open Sans Bold"/>
                          <a:cs typeface="Open Sans Bold"/>
                          <a:sym typeface="Open Sans Bold"/>
                        </a:rPr>
                        <a:t>2032</a:t>
                      </a:r>
                      <a:endParaRPr lang="en-US" sz="1100"/>
                    </a:p>
                  </a:txBody>
                  <a:tcPr marL="183639" marR="183639" marT="183639" marB="183639"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ECD0"/>
                    </a:solidFill>
                  </a:tcPr>
                </a:tc>
                <a:tc>
                  <a:txBody>
                    <a:bodyPr anchor="t" rtlCol="false"/>
                    <a:lstStyle/>
                    <a:p>
                      <a:pPr algn="ctr" marL="0" indent="0" lvl="0">
                        <a:lnSpc>
                          <a:spcPts val="2574"/>
                        </a:lnSpc>
                        <a:spcBef>
                          <a:spcPct val="0"/>
                        </a:spcBef>
                        <a:defRPr/>
                      </a:pPr>
                      <a:r>
                        <a:rPr lang="en-US" b="true" sz="1838">
                          <a:solidFill>
                            <a:srgbClr val="000000"/>
                          </a:solidFill>
                          <a:latin typeface="Open Sans Bold"/>
                          <a:ea typeface="Open Sans Bold"/>
                          <a:cs typeface="Open Sans Bold"/>
                          <a:sym typeface="Open Sans Bold"/>
                        </a:rPr>
                        <a:t>2033</a:t>
                      </a:r>
                      <a:endParaRPr lang="en-US" sz="1100"/>
                    </a:p>
                  </a:txBody>
                  <a:tcPr marL="183639" marR="183639" marT="183639" marB="183639"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ECD0"/>
                    </a:solidFill>
                  </a:tcPr>
                </a:tc>
              </a:tr>
              <a:tr h="1163069">
                <a:tc>
                  <a:txBody>
                    <a:bodyPr anchor="t" rtlCol="false"/>
                    <a:lstStyle/>
                    <a:p>
                      <a:pPr algn="ctr">
                        <a:lnSpc>
                          <a:spcPts val="2239"/>
                        </a:lnSpc>
                        <a:defRPr/>
                      </a:pPr>
                      <a:r>
                        <a:rPr lang="en-US" b="true" sz="1599">
                          <a:solidFill>
                            <a:srgbClr val="000000"/>
                          </a:solidFill>
                          <a:latin typeface="Open Sans Ultra-Bold"/>
                          <a:ea typeface="Open Sans Ultra-Bold"/>
                          <a:cs typeface="Open Sans Ultra-Bold"/>
                          <a:sym typeface="Open Sans Ultra-Bold"/>
                        </a:rPr>
                        <a:t>Marítimo</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Open Sans"/>
                          <a:ea typeface="Open Sans"/>
                          <a:cs typeface="Open Sans"/>
                          <a:sym typeface="Open Sans"/>
                        </a:rPr>
                        <a:t>255.500</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Open Sans"/>
                          <a:ea typeface="Open Sans"/>
                          <a:cs typeface="Open Sans"/>
                          <a:sym typeface="Open Sans"/>
                        </a:rPr>
                        <a:t>325.653</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Open Sans"/>
                          <a:ea typeface="Open Sans"/>
                          <a:cs typeface="Open Sans"/>
                          <a:sym typeface="Open Sans"/>
                        </a:rPr>
                        <a:t>987.35</a:t>
                      </a:r>
                      <a:r>
                        <a:rPr lang="en-US" sz="1599">
                          <a:solidFill>
                            <a:srgbClr val="000000"/>
                          </a:solidFill>
                          <a:latin typeface="Open Sans"/>
                          <a:ea typeface="Open Sans"/>
                          <a:cs typeface="Open Sans"/>
                          <a:sym typeface="Open Sans"/>
                        </a:rPr>
                        <a:t>2</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r>
              <a:tr h="1065206">
                <a:tc>
                  <a:txBody>
                    <a:bodyPr anchor="t" rtlCol="false"/>
                    <a:lstStyle/>
                    <a:p>
                      <a:pPr algn="ctr">
                        <a:lnSpc>
                          <a:spcPts val="2239"/>
                        </a:lnSpc>
                        <a:defRPr/>
                      </a:pPr>
                      <a:r>
                        <a:rPr lang="en-US" b="true" sz="1599">
                          <a:solidFill>
                            <a:srgbClr val="000000"/>
                          </a:solidFill>
                          <a:latin typeface="Open Sans Ultra-Bold"/>
                          <a:ea typeface="Open Sans Ultra-Bold"/>
                          <a:cs typeface="Open Sans Ultra-Bold"/>
                          <a:sym typeface="Open Sans Ultra-Bold"/>
                        </a:rPr>
                        <a:t>Local</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Open Sans"/>
                          <a:ea typeface="Open Sans"/>
                          <a:cs typeface="Open Sans"/>
                          <a:sym typeface="Open Sans"/>
                        </a:rPr>
                        <a:t>325.653</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Open Sans"/>
                          <a:ea typeface="Open Sans"/>
                          <a:cs typeface="Open Sans"/>
                          <a:sym typeface="Open Sans"/>
                        </a:rPr>
                        <a:t>987.352</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Open Sans"/>
                          <a:ea typeface="Open Sans"/>
                          <a:cs typeface="Open Sans"/>
                          <a:sym typeface="Open Sans"/>
                        </a:rPr>
                        <a:t>255.500</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r>
              <a:tr h="1065206">
                <a:tc>
                  <a:txBody>
                    <a:bodyPr anchor="t" rtlCol="false"/>
                    <a:lstStyle/>
                    <a:p>
                      <a:pPr algn="ctr">
                        <a:lnSpc>
                          <a:spcPts val="2239"/>
                        </a:lnSpc>
                        <a:defRPr/>
                      </a:pPr>
                      <a:r>
                        <a:rPr lang="en-US" b="true" sz="1599">
                          <a:solidFill>
                            <a:srgbClr val="000000"/>
                          </a:solidFill>
                          <a:latin typeface="Open Sans Ultra-Bold"/>
                          <a:ea typeface="Open Sans Ultra-Bold"/>
                          <a:cs typeface="Open Sans Ultra-Bold"/>
                          <a:sym typeface="Open Sans Ultra-Bold"/>
                        </a:rPr>
                        <a:t>Carretera</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Open Sans"/>
                          <a:ea typeface="Open Sans"/>
                          <a:cs typeface="Open Sans"/>
                          <a:sym typeface="Open Sans"/>
                        </a:rPr>
                        <a:t>782.568</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Open Sans"/>
                          <a:ea typeface="Open Sans"/>
                          <a:cs typeface="Open Sans"/>
                          <a:sym typeface="Open Sans"/>
                        </a:rPr>
                        <a:t>325.653</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Open Sans"/>
                          <a:ea typeface="Open Sans"/>
                          <a:cs typeface="Open Sans"/>
                          <a:sym typeface="Open Sans"/>
                        </a:rPr>
                        <a:t>987.352</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r>
              <a:tr h="1065206">
                <a:tc>
                  <a:txBody>
                    <a:bodyPr anchor="t" rtlCol="false"/>
                    <a:lstStyle/>
                    <a:p>
                      <a:pPr algn="ctr">
                        <a:lnSpc>
                          <a:spcPts val="2239"/>
                        </a:lnSpc>
                        <a:defRPr/>
                      </a:pPr>
                      <a:r>
                        <a:rPr lang="en-US" b="true" sz="1599">
                          <a:solidFill>
                            <a:srgbClr val="000000"/>
                          </a:solidFill>
                          <a:latin typeface="Open Sans Ultra-Bold"/>
                          <a:ea typeface="Open Sans Ultra-Bold"/>
                          <a:cs typeface="Open Sans Ultra-Bold"/>
                          <a:sym typeface="Open Sans Ultra-Bold"/>
                        </a:rPr>
                        <a:t>Aéreo</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Open Sans"/>
                          <a:ea typeface="Open Sans"/>
                          <a:cs typeface="Open Sans"/>
                          <a:sym typeface="Open Sans"/>
                        </a:rPr>
                        <a:t>987.352</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Open Sans"/>
                          <a:ea typeface="Open Sans"/>
                          <a:cs typeface="Open Sans"/>
                          <a:sym typeface="Open Sans"/>
                        </a:rPr>
                        <a:t>255.500</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Open Sans"/>
                          <a:ea typeface="Open Sans"/>
                          <a:cs typeface="Open Sans"/>
                          <a:sym typeface="Open Sans"/>
                        </a:rPr>
                        <a:t>325.653</a:t>
                      </a:r>
                      <a:endParaRPr lang="en-US" sz="1100"/>
                    </a:p>
                  </a:txBody>
                  <a:tcPr marL="183639" marR="183639" marT="183639" marB="183639" anchor="ctr">
                    <a:lnL cmpd="sng" algn="ctr" cap="flat" w="28575">
                      <a:solidFill>
                        <a:srgbClr val="FFECD0"/>
                      </a:solidFill>
                      <a:prstDash val="solid"/>
                      <a:round/>
                      <a:headEnd type="none" w="med" len="med"/>
                      <a:tailEnd type="none" w="med" len="med"/>
                    </a:lnL>
                    <a:lnR cmpd="sng" algn="ctr" cap="flat" w="28575">
                      <a:solidFill>
                        <a:srgbClr val="FFECD0"/>
                      </a:solidFill>
                      <a:prstDash val="solid"/>
                      <a:round/>
                      <a:headEnd type="none" w="med" len="med"/>
                      <a:tailEnd type="none" w="med" len="med"/>
                    </a:lnR>
                    <a:lnT cmpd="sng" algn="ctr" cap="flat" w="28575">
                      <a:solidFill>
                        <a:srgbClr val="FFECD0"/>
                      </a:solidFill>
                      <a:prstDash val="solid"/>
                      <a:round/>
                      <a:headEnd type="none" w="med" len="med"/>
                      <a:tailEnd type="none" w="med" len="med"/>
                    </a:lnT>
                    <a:lnB cmpd="sng" algn="ctr" cap="flat" w="28575">
                      <a:solidFill>
                        <a:srgbClr val="FFECD0"/>
                      </a:solidFill>
                      <a:prstDash val="solid"/>
                      <a:round/>
                      <a:headEnd type="none" w="med" len="med"/>
                      <a:tailEnd type="none" w="med" len="med"/>
                    </a:lnB>
                    <a:solidFill>
                      <a:srgbClr val="FFFFFF"/>
                    </a:solidFill>
                  </a:tcPr>
                </a:tc>
              </a:tr>
            </a:tbl>
          </a:graphicData>
        </a:graphic>
      </p:graphicFrame>
      <p:sp>
        <p:nvSpPr>
          <p:cNvPr name="Freeform 15" id="15"/>
          <p:cNvSpPr/>
          <p:nvPr/>
        </p:nvSpPr>
        <p:spPr>
          <a:xfrm flipH="false" flipV="false" rot="0">
            <a:off x="12026663" y="1028700"/>
            <a:ext cx="3989848" cy="2239302"/>
          </a:xfrm>
          <a:custGeom>
            <a:avLst/>
            <a:gdLst/>
            <a:ahLst/>
            <a:cxnLst/>
            <a:rect r="r" b="b" t="t" l="l"/>
            <a:pathLst>
              <a:path h="2239302" w="3989848">
                <a:moveTo>
                  <a:pt x="0" y="0"/>
                </a:moveTo>
                <a:lnTo>
                  <a:pt x="3989847" y="0"/>
                </a:lnTo>
                <a:lnTo>
                  <a:pt x="3989847" y="2239302"/>
                </a:lnTo>
                <a:lnTo>
                  <a:pt x="0" y="22393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1287169" y="1333934"/>
            <a:ext cx="10227497" cy="838200"/>
          </a:xfrm>
          <a:prstGeom prst="rect">
            <a:avLst/>
          </a:prstGeom>
        </p:spPr>
        <p:txBody>
          <a:bodyPr anchor="t" rtlCol="false" tIns="0" lIns="0" bIns="0" rIns="0">
            <a:spAutoFit/>
          </a:bodyPr>
          <a:lstStyle/>
          <a:p>
            <a:pPr algn="l" marL="0" indent="0" lvl="0">
              <a:lnSpc>
                <a:spcPts val="5400"/>
              </a:lnSpc>
              <a:spcBef>
                <a:spcPct val="0"/>
              </a:spcBef>
            </a:pPr>
            <a:r>
              <a:rPr lang="en-US" b="true" sz="6000">
                <a:solidFill>
                  <a:srgbClr val="000000"/>
                </a:solidFill>
                <a:latin typeface="Codec Pro Bold"/>
                <a:ea typeface="Codec Pro Bold"/>
                <a:cs typeface="Codec Pro Bold"/>
                <a:sym typeface="Codec Pro Bold"/>
              </a:rPr>
              <a:t>Datos globales</a:t>
            </a:r>
          </a:p>
        </p:txBody>
      </p:sp>
      <p:sp>
        <p:nvSpPr>
          <p:cNvPr name="TextBox 17" id="17"/>
          <p:cNvSpPr txBox="true"/>
          <p:nvPr/>
        </p:nvSpPr>
        <p:spPr>
          <a:xfrm rot="0">
            <a:off x="1287169" y="2114984"/>
            <a:ext cx="9050588" cy="672084"/>
          </a:xfrm>
          <a:prstGeom prst="rect">
            <a:avLst/>
          </a:prstGeom>
        </p:spPr>
        <p:txBody>
          <a:bodyPr anchor="t" rtlCol="false" tIns="0" lIns="0" bIns="0" rIns="0">
            <a:spAutoFit/>
          </a:bodyPr>
          <a:lstStyle/>
          <a:p>
            <a:pPr algn="l" marL="0" indent="0" lvl="0">
              <a:lnSpc>
                <a:spcPts val="2718"/>
              </a:lnSpc>
              <a:spcBef>
                <a:spcPct val="0"/>
              </a:spcBef>
            </a:pPr>
            <a:r>
              <a:rPr lang="en-US" sz="1800" strike="noStrike" u="none">
                <a:solidFill>
                  <a:srgbClr val="000000"/>
                </a:solidFill>
                <a:latin typeface="Garet"/>
                <a:ea typeface="Garet"/>
                <a:cs typeface="Garet"/>
                <a:sym typeface="Garet"/>
              </a:rPr>
              <a:t>Lorem ipsum dolor sit amet, consectetur adipiscing elit. Ut a enim nec nisl ullamcorper eleifend. Praesent risus leo, fringilla et ipsum.</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310800">
            <a:off x="15102065" y="-1131458"/>
            <a:ext cx="4276203" cy="4320316"/>
            <a:chOff x="0" y="0"/>
            <a:chExt cx="1126243" cy="1137861"/>
          </a:xfrm>
        </p:grpSpPr>
        <p:sp>
          <p:nvSpPr>
            <p:cNvPr name="Freeform 3" id="3"/>
            <p:cNvSpPr/>
            <p:nvPr/>
          </p:nvSpPr>
          <p:spPr>
            <a:xfrm flipH="false" flipV="false" rot="0">
              <a:off x="0" y="0"/>
              <a:ext cx="1126243" cy="1137861"/>
            </a:xfrm>
            <a:custGeom>
              <a:avLst/>
              <a:gdLst/>
              <a:ahLst/>
              <a:cxnLst/>
              <a:rect r="r" b="b" t="t" l="l"/>
              <a:pathLst>
                <a:path h="1137861" w="1126243">
                  <a:moveTo>
                    <a:pt x="563121" y="0"/>
                  </a:moveTo>
                  <a:cubicBezTo>
                    <a:pt x="252118" y="0"/>
                    <a:pt x="0" y="254719"/>
                    <a:pt x="0" y="568930"/>
                  </a:cubicBezTo>
                  <a:cubicBezTo>
                    <a:pt x="0" y="883142"/>
                    <a:pt x="252118" y="1137861"/>
                    <a:pt x="563121" y="1137861"/>
                  </a:cubicBezTo>
                  <a:cubicBezTo>
                    <a:pt x="874125" y="1137861"/>
                    <a:pt x="1126243" y="883142"/>
                    <a:pt x="1126243" y="568930"/>
                  </a:cubicBezTo>
                  <a:cubicBezTo>
                    <a:pt x="1126243" y="254719"/>
                    <a:pt x="874125" y="0"/>
                    <a:pt x="563121" y="0"/>
                  </a:cubicBezTo>
                  <a:close/>
                </a:path>
              </a:pathLst>
            </a:custGeom>
            <a:solidFill>
              <a:srgbClr val="FFECD0"/>
            </a:solidFill>
          </p:spPr>
        </p:sp>
        <p:sp>
          <p:nvSpPr>
            <p:cNvPr name="TextBox 4" id="4"/>
            <p:cNvSpPr txBox="true"/>
            <p:nvPr/>
          </p:nvSpPr>
          <p:spPr>
            <a:xfrm>
              <a:off x="105585" y="68574"/>
              <a:ext cx="915072" cy="96261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310800">
            <a:off x="-1461560" y="8511169"/>
            <a:ext cx="3240192" cy="3273617"/>
            <a:chOff x="0" y="0"/>
            <a:chExt cx="1126243" cy="1137861"/>
          </a:xfrm>
        </p:grpSpPr>
        <p:sp>
          <p:nvSpPr>
            <p:cNvPr name="Freeform 6" id="6"/>
            <p:cNvSpPr/>
            <p:nvPr/>
          </p:nvSpPr>
          <p:spPr>
            <a:xfrm flipH="false" flipV="false" rot="0">
              <a:off x="0" y="0"/>
              <a:ext cx="1126243" cy="1137861"/>
            </a:xfrm>
            <a:custGeom>
              <a:avLst/>
              <a:gdLst/>
              <a:ahLst/>
              <a:cxnLst/>
              <a:rect r="r" b="b" t="t" l="l"/>
              <a:pathLst>
                <a:path h="1137861" w="1126243">
                  <a:moveTo>
                    <a:pt x="563121" y="0"/>
                  </a:moveTo>
                  <a:cubicBezTo>
                    <a:pt x="252118" y="0"/>
                    <a:pt x="0" y="254719"/>
                    <a:pt x="0" y="568930"/>
                  </a:cubicBezTo>
                  <a:cubicBezTo>
                    <a:pt x="0" y="883142"/>
                    <a:pt x="252118" y="1137861"/>
                    <a:pt x="563121" y="1137861"/>
                  </a:cubicBezTo>
                  <a:cubicBezTo>
                    <a:pt x="874125" y="1137861"/>
                    <a:pt x="1126243" y="883142"/>
                    <a:pt x="1126243" y="568930"/>
                  </a:cubicBezTo>
                  <a:cubicBezTo>
                    <a:pt x="1126243" y="254719"/>
                    <a:pt x="874125" y="0"/>
                    <a:pt x="563121" y="0"/>
                  </a:cubicBezTo>
                  <a:close/>
                </a:path>
              </a:pathLst>
            </a:custGeom>
            <a:solidFill>
              <a:srgbClr val="FFECD0"/>
            </a:solidFill>
          </p:spPr>
        </p:sp>
        <p:sp>
          <p:nvSpPr>
            <p:cNvPr name="TextBox 7" id="7"/>
            <p:cNvSpPr txBox="true"/>
            <p:nvPr/>
          </p:nvSpPr>
          <p:spPr>
            <a:xfrm>
              <a:off x="105585" y="68574"/>
              <a:ext cx="915072" cy="962612"/>
            </a:xfrm>
            <a:prstGeom prst="rect">
              <a:avLst/>
            </a:prstGeom>
          </p:spPr>
          <p:txBody>
            <a:bodyPr anchor="ctr" rtlCol="false" tIns="50800" lIns="50800" bIns="50800" rIns="50800"/>
            <a:lstStyle/>
            <a:p>
              <a:pPr algn="ctr">
                <a:lnSpc>
                  <a:spcPts val="2659"/>
                </a:lnSpc>
                <a:spcBef>
                  <a:spcPct val="0"/>
                </a:spcBef>
              </a:pPr>
            </a:p>
          </p:txBody>
        </p:sp>
      </p:grpSp>
      <p:pic>
        <p:nvPicPr>
          <p:cNvPr name="Picture 8" id="8"/>
          <p:cNvPicPr>
            <a:picLocks noChangeAspect="true"/>
          </p:cNvPicPr>
          <p:nvPr/>
        </p:nvPicPr>
        <p:blipFill>
          <a:blip r:embed="rId2"/>
          <a:stretch>
            <a:fillRect/>
          </a:stretch>
        </p:blipFill>
        <p:spPr>
          <a:xfrm rot="0">
            <a:off x="-36084" y="2306328"/>
            <a:ext cx="18360167" cy="8130667"/>
          </a:xfrm>
          <a:prstGeom prst="rect">
            <a:avLst/>
          </a:prstGeom>
        </p:spPr>
      </p:pic>
      <p:sp>
        <p:nvSpPr>
          <p:cNvPr name="TextBox 9" id="9"/>
          <p:cNvSpPr txBox="true"/>
          <p:nvPr/>
        </p:nvSpPr>
        <p:spPr>
          <a:xfrm rot="0">
            <a:off x="1028700" y="1447890"/>
            <a:ext cx="8842551" cy="838200"/>
          </a:xfrm>
          <a:prstGeom prst="rect">
            <a:avLst/>
          </a:prstGeom>
        </p:spPr>
        <p:txBody>
          <a:bodyPr anchor="t" rtlCol="false" tIns="0" lIns="0" bIns="0" rIns="0">
            <a:spAutoFit/>
          </a:bodyPr>
          <a:lstStyle/>
          <a:p>
            <a:pPr algn="l" marL="0" indent="0" lvl="0">
              <a:lnSpc>
                <a:spcPts val="5400"/>
              </a:lnSpc>
              <a:spcBef>
                <a:spcPct val="0"/>
              </a:spcBef>
            </a:pPr>
            <a:r>
              <a:rPr lang="en-US" b="true" sz="6000" strike="noStrike" u="none">
                <a:solidFill>
                  <a:srgbClr val="000000"/>
                </a:solidFill>
                <a:latin typeface="Codec Pro Bold"/>
                <a:ea typeface="Codec Pro Bold"/>
                <a:cs typeface="Codec Pro Bold"/>
                <a:sym typeface="Codec Pro Bold"/>
              </a:rPr>
              <a:t>Crecimiento previsto</a:t>
            </a:r>
          </a:p>
        </p:txBody>
      </p:sp>
      <p:sp>
        <p:nvSpPr>
          <p:cNvPr name="TextBox 10" id="10"/>
          <p:cNvSpPr txBox="true"/>
          <p:nvPr/>
        </p:nvSpPr>
        <p:spPr>
          <a:xfrm rot="0">
            <a:off x="1028700" y="2406785"/>
            <a:ext cx="8115300" cy="672084"/>
          </a:xfrm>
          <a:prstGeom prst="rect">
            <a:avLst/>
          </a:prstGeom>
        </p:spPr>
        <p:txBody>
          <a:bodyPr anchor="t" rtlCol="false" tIns="0" lIns="0" bIns="0" rIns="0">
            <a:spAutoFit/>
          </a:bodyPr>
          <a:lstStyle/>
          <a:p>
            <a:pPr algn="l" marL="0" indent="0" lvl="0">
              <a:lnSpc>
                <a:spcPts val="2718"/>
              </a:lnSpc>
              <a:spcBef>
                <a:spcPct val="0"/>
              </a:spcBef>
            </a:pPr>
            <a:r>
              <a:rPr lang="en-US" sz="1800">
                <a:solidFill>
                  <a:srgbClr val="000000"/>
                </a:solidFill>
                <a:latin typeface="Garet"/>
                <a:ea typeface="Garet"/>
                <a:cs typeface="Garet"/>
                <a:sym typeface="Garet"/>
              </a:rPr>
              <a:t>Lorem ipsum dolor sit amet, consectetur adipiscing elit. Ut a enim nec nisl ullamcorper eleifend. Praesent risus leo, fringilla et ipsum.</a:t>
            </a:r>
          </a:p>
        </p:txBody>
      </p:sp>
      <p:sp>
        <p:nvSpPr>
          <p:cNvPr name="Freeform 11" id="11"/>
          <p:cNvSpPr/>
          <p:nvPr/>
        </p:nvSpPr>
        <p:spPr>
          <a:xfrm flipH="false" flipV="false" rot="0">
            <a:off x="13459713" y="560499"/>
            <a:ext cx="2749666" cy="2890582"/>
          </a:xfrm>
          <a:custGeom>
            <a:avLst/>
            <a:gdLst/>
            <a:ahLst/>
            <a:cxnLst/>
            <a:rect r="r" b="b" t="t" l="l"/>
            <a:pathLst>
              <a:path h="2890582" w="2749666">
                <a:moveTo>
                  <a:pt x="0" y="0"/>
                </a:moveTo>
                <a:lnTo>
                  <a:pt x="2749666" y="0"/>
                </a:lnTo>
                <a:lnTo>
                  <a:pt x="2749666" y="2890582"/>
                </a:lnTo>
                <a:lnTo>
                  <a:pt x="0" y="28905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832170">
            <a:off x="-1929634" y="7328771"/>
            <a:ext cx="6622841" cy="6647001"/>
            <a:chOff x="0" y="0"/>
            <a:chExt cx="1744287" cy="1750650"/>
          </a:xfrm>
        </p:grpSpPr>
        <p:sp>
          <p:nvSpPr>
            <p:cNvPr name="Freeform 3" id="3"/>
            <p:cNvSpPr/>
            <p:nvPr/>
          </p:nvSpPr>
          <p:spPr>
            <a:xfrm flipH="false" flipV="false" rot="0">
              <a:off x="0" y="0"/>
              <a:ext cx="1744287" cy="1750651"/>
            </a:xfrm>
            <a:custGeom>
              <a:avLst/>
              <a:gdLst/>
              <a:ahLst/>
              <a:cxnLst/>
              <a:rect r="r" b="b" t="t" l="l"/>
              <a:pathLst>
                <a:path h="1750651" w="1744287">
                  <a:moveTo>
                    <a:pt x="872144" y="0"/>
                  </a:moveTo>
                  <a:cubicBezTo>
                    <a:pt x="390472" y="0"/>
                    <a:pt x="0" y="391896"/>
                    <a:pt x="0" y="875325"/>
                  </a:cubicBezTo>
                  <a:cubicBezTo>
                    <a:pt x="0" y="1358754"/>
                    <a:pt x="390472" y="1750651"/>
                    <a:pt x="872144" y="1750651"/>
                  </a:cubicBezTo>
                  <a:cubicBezTo>
                    <a:pt x="1353815" y="1750651"/>
                    <a:pt x="1744287" y="1358754"/>
                    <a:pt x="1744287" y="875325"/>
                  </a:cubicBezTo>
                  <a:cubicBezTo>
                    <a:pt x="1744287" y="391896"/>
                    <a:pt x="1353815" y="0"/>
                    <a:pt x="872144" y="0"/>
                  </a:cubicBezTo>
                  <a:close/>
                </a:path>
              </a:pathLst>
            </a:custGeom>
            <a:solidFill>
              <a:srgbClr val="FFECD0"/>
            </a:solidFill>
          </p:spPr>
        </p:sp>
        <p:sp>
          <p:nvSpPr>
            <p:cNvPr name="TextBox 4" id="4"/>
            <p:cNvSpPr txBox="true"/>
            <p:nvPr/>
          </p:nvSpPr>
          <p:spPr>
            <a:xfrm>
              <a:off x="163527" y="126023"/>
              <a:ext cx="1417234" cy="1460503"/>
            </a:xfrm>
            <a:prstGeom prst="rect">
              <a:avLst/>
            </a:prstGeom>
          </p:spPr>
          <p:txBody>
            <a:bodyPr anchor="ctr" rtlCol="false" tIns="50800" lIns="50800" bIns="50800" rIns="50800"/>
            <a:lstStyle/>
            <a:p>
              <a:pPr algn="ctr">
                <a:lnSpc>
                  <a:spcPts val="2659"/>
                </a:lnSpc>
                <a:spcBef>
                  <a:spcPct val="0"/>
                </a:spcBef>
              </a:pPr>
            </a:p>
          </p:txBody>
        </p:sp>
      </p:grpSp>
      <p:pic>
        <p:nvPicPr>
          <p:cNvPr name="Picture 5" id="5"/>
          <p:cNvPicPr>
            <a:picLocks noChangeAspect="true"/>
          </p:cNvPicPr>
          <p:nvPr/>
        </p:nvPicPr>
        <p:blipFill>
          <a:blip r:embed="rId2"/>
          <a:stretch>
            <a:fillRect/>
          </a:stretch>
        </p:blipFill>
        <p:spPr>
          <a:xfrm rot="0">
            <a:off x="6919815" y="593308"/>
            <a:ext cx="10833824" cy="9171650"/>
          </a:xfrm>
          <a:prstGeom prst="rect">
            <a:avLst/>
          </a:prstGeom>
        </p:spPr>
      </p:pic>
      <p:sp>
        <p:nvSpPr>
          <p:cNvPr name="Freeform 6" id="6"/>
          <p:cNvSpPr/>
          <p:nvPr/>
        </p:nvSpPr>
        <p:spPr>
          <a:xfrm flipH="false" flipV="false" rot="0">
            <a:off x="2277835" y="5892097"/>
            <a:ext cx="3366203" cy="3366203"/>
          </a:xfrm>
          <a:custGeom>
            <a:avLst/>
            <a:gdLst/>
            <a:ahLst/>
            <a:cxnLst/>
            <a:rect r="r" b="b" t="t" l="l"/>
            <a:pathLst>
              <a:path h="3366203" w="3366203">
                <a:moveTo>
                  <a:pt x="0" y="0"/>
                </a:moveTo>
                <a:lnTo>
                  <a:pt x="3366202" y="0"/>
                </a:lnTo>
                <a:lnTo>
                  <a:pt x="3366202" y="3366203"/>
                </a:lnTo>
                <a:lnTo>
                  <a:pt x="0" y="33662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81786" y="1496127"/>
            <a:ext cx="5537753" cy="3553580"/>
            <a:chOff x="0" y="0"/>
            <a:chExt cx="7383671" cy="4738107"/>
          </a:xfrm>
        </p:grpSpPr>
        <p:sp>
          <p:nvSpPr>
            <p:cNvPr name="TextBox 8" id="8"/>
            <p:cNvSpPr txBox="true"/>
            <p:nvPr/>
          </p:nvSpPr>
          <p:spPr>
            <a:xfrm rot="0">
              <a:off x="0" y="76200"/>
              <a:ext cx="7383671" cy="2971800"/>
            </a:xfrm>
            <a:prstGeom prst="rect">
              <a:avLst/>
            </a:prstGeom>
          </p:spPr>
          <p:txBody>
            <a:bodyPr anchor="t" rtlCol="false" tIns="0" lIns="0" bIns="0" rIns="0">
              <a:spAutoFit/>
            </a:bodyPr>
            <a:lstStyle/>
            <a:p>
              <a:pPr algn="l" marL="0" indent="0" lvl="0">
                <a:lnSpc>
                  <a:spcPts val="5400"/>
                </a:lnSpc>
                <a:spcBef>
                  <a:spcPct val="0"/>
                </a:spcBef>
              </a:pPr>
              <a:r>
                <a:rPr lang="en-US" b="true" sz="6000">
                  <a:solidFill>
                    <a:srgbClr val="000000"/>
                  </a:solidFill>
                  <a:latin typeface="Codec Pro Bold"/>
                  <a:ea typeface="Codec Pro Bold"/>
                  <a:cs typeface="Codec Pro Bold"/>
                  <a:sym typeface="Codec Pro Bold"/>
                </a:rPr>
                <a:t>Ingresos del anterior trimestre</a:t>
              </a:r>
            </a:p>
          </p:txBody>
        </p:sp>
        <p:sp>
          <p:nvSpPr>
            <p:cNvPr name="TextBox 9" id="9"/>
            <p:cNvSpPr txBox="true"/>
            <p:nvPr/>
          </p:nvSpPr>
          <p:spPr>
            <a:xfrm rot="0">
              <a:off x="0" y="3403845"/>
              <a:ext cx="7383671" cy="1334262"/>
            </a:xfrm>
            <a:prstGeom prst="rect">
              <a:avLst/>
            </a:prstGeom>
          </p:spPr>
          <p:txBody>
            <a:bodyPr anchor="t" rtlCol="false" tIns="0" lIns="0" bIns="0" rIns="0">
              <a:spAutoFit/>
            </a:bodyPr>
            <a:lstStyle/>
            <a:p>
              <a:pPr algn="l" marL="0" indent="0" lvl="0">
                <a:lnSpc>
                  <a:spcPts val="2718"/>
                </a:lnSpc>
                <a:spcBef>
                  <a:spcPct val="0"/>
                </a:spcBef>
              </a:pPr>
              <a:r>
                <a:rPr lang="en-US" sz="1800" strike="noStrike" u="none">
                  <a:solidFill>
                    <a:srgbClr val="000000"/>
                  </a:solidFill>
                  <a:latin typeface="Garet"/>
                  <a:ea typeface="Garet"/>
                  <a:cs typeface="Garet"/>
                  <a:sym typeface="Garet"/>
                </a:rPr>
                <a:t>Lorem ipsum dolor sit amet, consectetur adipiscing elit. Ut a enim nec nisl ullamcorper eleifend. Praesent risus leo, fringilla et ipsum.</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3582756"/>
            <a:ext cx="7165512" cy="716551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99655" y="568557"/>
            <a:ext cx="3445210" cy="34452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880798" y="7892406"/>
            <a:ext cx="4307231" cy="43072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576737" y="7213300"/>
            <a:ext cx="2832721" cy="283272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6243881" y="1028700"/>
            <a:ext cx="5301173" cy="3876483"/>
          </a:xfrm>
          <a:custGeom>
            <a:avLst/>
            <a:gdLst/>
            <a:ahLst/>
            <a:cxnLst/>
            <a:rect r="r" b="b" t="t" l="l"/>
            <a:pathLst>
              <a:path h="3876483" w="5301173">
                <a:moveTo>
                  <a:pt x="0" y="0"/>
                </a:moveTo>
                <a:lnTo>
                  <a:pt x="5301173" y="0"/>
                </a:lnTo>
                <a:lnTo>
                  <a:pt x="5301173" y="3876483"/>
                </a:lnTo>
                <a:lnTo>
                  <a:pt x="0" y="38764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3208132" y="5606472"/>
            <a:ext cx="11871736" cy="2716944"/>
          </a:xfrm>
          <a:prstGeom prst="rect">
            <a:avLst/>
          </a:prstGeom>
        </p:spPr>
        <p:txBody>
          <a:bodyPr anchor="t" rtlCol="false" tIns="0" lIns="0" bIns="0" rIns="0">
            <a:spAutoFit/>
          </a:bodyPr>
          <a:lstStyle/>
          <a:p>
            <a:pPr algn="ctr" marL="0" indent="0" lvl="0">
              <a:lnSpc>
                <a:spcPts val="9729"/>
              </a:lnSpc>
              <a:spcBef>
                <a:spcPct val="0"/>
              </a:spcBef>
            </a:pPr>
            <a:r>
              <a:rPr lang="en-US" b="true" sz="10810">
                <a:solidFill>
                  <a:srgbClr val="000000"/>
                </a:solidFill>
                <a:latin typeface="Codec Pro Bold"/>
                <a:ea typeface="Codec Pro Bold"/>
                <a:cs typeface="Codec Pro Bold"/>
                <a:sym typeface="Codec Pro Bold"/>
              </a:rPr>
              <a:t>Proceso y gestión general</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68486" y="4695798"/>
            <a:ext cx="3710011" cy="3615772"/>
            <a:chOff x="0" y="0"/>
            <a:chExt cx="625488" cy="609600"/>
          </a:xfrm>
        </p:grpSpPr>
        <p:sp>
          <p:nvSpPr>
            <p:cNvPr name="Freeform 3" id="3"/>
            <p:cNvSpPr/>
            <p:nvPr/>
          </p:nvSpPr>
          <p:spPr>
            <a:xfrm flipH="false" flipV="false" rot="0">
              <a:off x="0" y="0"/>
              <a:ext cx="625488" cy="609600"/>
            </a:xfrm>
            <a:custGeom>
              <a:avLst/>
              <a:gdLst/>
              <a:ahLst/>
              <a:cxnLst/>
              <a:rect r="r" b="b" t="t" l="l"/>
              <a:pathLst>
                <a:path h="609600" w="625488">
                  <a:moveTo>
                    <a:pt x="0" y="0"/>
                  </a:moveTo>
                  <a:lnTo>
                    <a:pt x="625488" y="0"/>
                  </a:lnTo>
                  <a:lnTo>
                    <a:pt x="625488" y="609600"/>
                  </a:lnTo>
                  <a:lnTo>
                    <a:pt x="0" y="609600"/>
                  </a:lnTo>
                  <a:close/>
                </a:path>
              </a:pathLst>
            </a:custGeom>
            <a:solidFill>
              <a:srgbClr val="FFECD0"/>
            </a:solidFill>
            <a:ln cap="sq">
              <a:noFill/>
              <a:prstDash val="solid"/>
              <a:miter/>
            </a:ln>
          </p:spPr>
        </p:sp>
        <p:sp>
          <p:nvSpPr>
            <p:cNvPr name="TextBox 4" id="4"/>
            <p:cNvSpPr txBox="true"/>
            <p:nvPr/>
          </p:nvSpPr>
          <p:spPr>
            <a:xfrm>
              <a:off x="0" y="-85725"/>
              <a:ext cx="625488" cy="695325"/>
            </a:xfrm>
            <a:prstGeom prst="rect">
              <a:avLst/>
            </a:prstGeom>
          </p:spPr>
          <p:txBody>
            <a:bodyPr anchor="ctr" rtlCol="false" tIns="254000" lIns="254000" bIns="254000" rIns="254000"/>
            <a:lstStyle/>
            <a:p>
              <a:pPr algn="ctr" marL="0" indent="0" lvl="0">
                <a:lnSpc>
                  <a:spcPts val="3359"/>
                </a:lnSpc>
                <a:spcBef>
                  <a:spcPct val="0"/>
                </a:spcBef>
              </a:pPr>
              <a:r>
                <a:rPr lang="en-US" b="true" sz="2399" strike="noStrike" u="none">
                  <a:solidFill>
                    <a:srgbClr val="000000"/>
                  </a:solidFill>
                  <a:latin typeface="Codec Pro Bold"/>
                  <a:ea typeface="Codec Pro Bold"/>
                  <a:cs typeface="Codec Pro Bold"/>
                  <a:sym typeface="Codec Pro Bold"/>
                </a:rPr>
                <a:t>Planificación inicial general</a:t>
              </a:r>
            </a:p>
          </p:txBody>
        </p:sp>
      </p:grpSp>
      <p:grpSp>
        <p:nvGrpSpPr>
          <p:cNvPr name="Group 5" id="5"/>
          <p:cNvGrpSpPr/>
          <p:nvPr/>
        </p:nvGrpSpPr>
        <p:grpSpPr>
          <a:xfrm rot="0">
            <a:off x="7226421" y="4695798"/>
            <a:ext cx="3639527" cy="3615772"/>
            <a:chOff x="0" y="0"/>
            <a:chExt cx="613605" cy="609600"/>
          </a:xfrm>
        </p:grpSpPr>
        <p:sp>
          <p:nvSpPr>
            <p:cNvPr name="Freeform 6" id="6"/>
            <p:cNvSpPr/>
            <p:nvPr/>
          </p:nvSpPr>
          <p:spPr>
            <a:xfrm flipH="false" flipV="false" rot="0">
              <a:off x="0" y="0"/>
              <a:ext cx="613605" cy="609600"/>
            </a:xfrm>
            <a:custGeom>
              <a:avLst/>
              <a:gdLst/>
              <a:ahLst/>
              <a:cxnLst/>
              <a:rect r="r" b="b" t="t" l="l"/>
              <a:pathLst>
                <a:path h="609600" w="613605">
                  <a:moveTo>
                    <a:pt x="0" y="0"/>
                  </a:moveTo>
                  <a:lnTo>
                    <a:pt x="613605" y="0"/>
                  </a:lnTo>
                  <a:lnTo>
                    <a:pt x="613605" y="609600"/>
                  </a:lnTo>
                  <a:lnTo>
                    <a:pt x="0" y="609600"/>
                  </a:lnTo>
                  <a:close/>
                </a:path>
              </a:pathLst>
            </a:custGeom>
            <a:solidFill>
              <a:srgbClr val="FFECD0"/>
            </a:solidFill>
            <a:ln cap="sq">
              <a:noFill/>
              <a:prstDash val="solid"/>
              <a:miter/>
            </a:ln>
          </p:spPr>
        </p:sp>
        <p:sp>
          <p:nvSpPr>
            <p:cNvPr name="TextBox 7" id="7"/>
            <p:cNvSpPr txBox="true"/>
            <p:nvPr/>
          </p:nvSpPr>
          <p:spPr>
            <a:xfrm>
              <a:off x="0" y="-85725"/>
              <a:ext cx="613605" cy="695325"/>
            </a:xfrm>
            <a:prstGeom prst="rect">
              <a:avLst/>
            </a:prstGeom>
          </p:spPr>
          <p:txBody>
            <a:bodyPr anchor="ctr" rtlCol="false" tIns="254000" lIns="254000" bIns="254000" rIns="254000"/>
            <a:lstStyle/>
            <a:p>
              <a:pPr algn="ctr" marL="0" indent="0" lvl="0">
                <a:lnSpc>
                  <a:spcPts val="3359"/>
                </a:lnSpc>
                <a:spcBef>
                  <a:spcPct val="0"/>
                </a:spcBef>
              </a:pPr>
              <a:r>
                <a:rPr lang="en-US" b="true" sz="2399" strike="noStrike" u="none">
                  <a:solidFill>
                    <a:srgbClr val="000000"/>
                  </a:solidFill>
                  <a:latin typeface="Codec Pro Bold"/>
                  <a:ea typeface="Codec Pro Bold"/>
                  <a:cs typeface="Codec Pro Bold"/>
                  <a:sym typeface="Codec Pro Bold"/>
                </a:rPr>
                <a:t>Informar constantemente al equipo sobre cada cambio</a:t>
              </a:r>
            </a:p>
          </p:txBody>
        </p:sp>
      </p:grpSp>
      <p:grpSp>
        <p:nvGrpSpPr>
          <p:cNvPr name="Group 8" id="8"/>
          <p:cNvGrpSpPr/>
          <p:nvPr/>
        </p:nvGrpSpPr>
        <p:grpSpPr>
          <a:xfrm rot="0">
            <a:off x="12708815" y="4695798"/>
            <a:ext cx="3639527" cy="3615772"/>
            <a:chOff x="0" y="0"/>
            <a:chExt cx="613605" cy="609600"/>
          </a:xfrm>
        </p:grpSpPr>
        <p:sp>
          <p:nvSpPr>
            <p:cNvPr name="Freeform 9" id="9"/>
            <p:cNvSpPr/>
            <p:nvPr/>
          </p:nvSpPr>
          <p:spPr>
            <a:xfrm flipH="false" flipV="false" rot="0">
              <a:off x="0" y="0"/>
              <a:ext cx="613605" cy="609600"/>
            </a:xfrm>
            <a:custGeom>
              <a:avLst/>
              <a:gdLst/>
              <a:ahLst/>
              <a:cxnLst/>
              <a:rect r="r" b="b" t="t" l="l"/>
              <a:pathLst>
                <a:path h="609600" w="613605">
                  <a:moveTo>
                    <a:pt x="0" y="0"/>
                  </a:moveTo>
                  <a:lnTo>
                    <a:pt x="613605" y="0"/>
                  </a:lnTo>
                  <a:lnTo>
                    <a:pt x="613605" y="609600"/>
                  </a:lnTo>
                  <a:lnTo>
                    <a:pt x="0" y="609600"/>
                  </a:lnTo>
                  <a:close/>
                </a:path>
              </a:pathLst>
            </a:custGeom>
            <a:solidFill>
              <a:srgbClr val="FFECD0"/>
            </a:solidFill>
            <a:ln cap="sq">
              <a:noFill/>
              <a:prstDash val="solid"/>
              <a:miter/>
            </a:ln>
          </p:spPr>
        </p:sp>
        <p:sp>
          <p:nvSpPr>
            <p:cNvPr name="TextBox 10" id="10"/>
            <p:cNvSpPr txBox="true"/>
            <p:nvPr/>
          </p:nvSpPr>
          <p:spPr>
            <a:xfrm>
              <a:off x="0" y="-85725"/>
              <a:ext cx="613605" cy="695325"/>
            </a:xfrm>
            <a:prstGeom prst="rect">
              <a:avLst/>
            </a:prstGeom>
          </p:spPr>
          <p:txBody>
            <a:bodyPr anchor="ctr" rtlCol="false" tIns="254000" lIns="254000" bIns="254000" rIns="254000"/>
            <a:lstStyle/>
            <a:p>
              <a:pPr algn="ctr" marL="0" indent="0" lvl="0">
                <a:lnSpc>
                  <a:spcPts val="3359"/>
                </a:lnSpc>
                <a:spcBef>
                  <a:spcPct val="0"/>
                </a:spcBef>
              </a:pPr>
              <a:r>
                <a:rPr lang="en-US" b="true" sz="2399" strike="noStrike" u="none">
                  <a:solidFill>
                    <a:srgbClr val="000000"/>
                  </a:solidFill>
                  <a:latin typeface="Codec Pro Bold"/>
                  <a:ea typeface="Codec Pro Bold"/>
                  <a:cs typeface="Codec Pro Bold"/>
                  <a:sym typeface="Codec Pro Bold"/>
                </a:rPr>
                <a:t>Establecer un plan de actuación y de riesgos</a:t>
              </a:r>
            </a:p>
          </p:txBody>
        </p:sp>
      </p:grpSp>
      <p:sp>
        <p:nvSpPr>
          <p:cNvPr name="Freeform 11" id="11"/>
          <p:cNvSpPr/>
          <p:nvPr/>
        </p:nvSpPr>
        <p:spPr>
          <a:xfrm flipH="false" flipV="false" rot="-10800000">
            <a:off x="6307679" y="6327005"/>
            <a:ext cx="518691" cy="353358"/>
          </a:xfrm>
          <a:custGeom>
            <a:avLst/>
            <a:gdLst/>
            <a:ahLst/>
            <a:cxnLst/>
            <a:rect r="r" b="b" t="t" l="l"/>
            <a:pathLst>
              <a:path h="353358" w="518691">
                <a:moveTo>
                  <a:pt x="0" y="0"/>
                </a:moveTo>
                <a:lnTo>
                  <a:pt x="518692" y="0"/>
                </a:lnTo>
                <a:lnTo>
                  <a:pt x="518692" y="353359"/>
                </a:lnTo>
                <a:lnTo>
                  <a:pt x="0" y="3533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0800000">
            <a:off x="11456699" y="6327005"/>
            <a:ext cx="518691" cy="353358"/>
          </a:xfrm>
          <a:custGeom>
            <a:avLst/>
            <a:gdLst/>
            <a:ahLst/>
            <a:cxnLst/>
            <a:rect r="r" b="b" t="t" l="l"/>
            <a:pathLst>
              <a:path h="353358" w="518691">
                <a:moveTo>
                  <a:pt x="0" y="0"/>
                </a:moveTo>
                <a:lnTo>
                  <a:pt x="518691" y="0"/>
                </a:lnTo>
                <a:lnTo>
                  <a:pt x="518691" y="353359"/>
                </a:lnTo>
                <a:lnTo>
                  <a:pt x="0" y="3533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3" id="13"/>
          <p:cNvGrpSpPr/>
          <p:nvPr/>
        </p:nvGrpSpPr>
        <p:grpSpPr>
          <a:xfrm rot="0">
            <a:off x="10985048" y="-1242790"/>
            <a:ext cx="4542979" cy="454297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348342" y="8311570"/>
            <a:ext cx="3045784" cy="304578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268487" y="7537276"/>
            <a:ext cx="2297187" cy="229718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13752356" y="0"/>
            <a:ext cx="3713607" cy="4114800"/>
          </a:xfrm>
          <a:custGeom>
            <a:avLst/>
            <a:gdLst/>
            <a:ahLst/>
            <a:cxnLst/>
            <a:rect r="r" b="b" t="t" l="l"/>
            <a:pathLst>
              <a:path h="4114800" w="3713607">
                <a:moveTo>
                  <a:pt x="0" y="0"/>
                </a:moveTo>
                <a:lnTo>
                  <a:pt x="3713607" y="0"/>
                </a:lnTo>
                <a:lnTo>
                  <a:pt x="371360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1885455" y="2051630"/>
            <a:ext cx="9099593" cy="838200"/>
          </a:xfrm>
          <a:prstGeom prst="rect">
            <a:avLst/>
          </a:prstGeom>
        </p:spPr>
        <p:txBody>
          <a:bodyPr anchor="t" rtlCol="false" tIns="0" lIns="0" bIns="0" rIns="0">
            <a:spAutoFit/>
          </a:bodyPr>
          <a:lstStyle/>
          <a:p>
            <a:pPr algn="l" marL="0" indent="0" lvl="0">
              <a:lnSpc>
                <a:spcPts val="5400"/>
              </a:lnSpc>
              <a:spcBef>
                <a:spcPct val="0"/>
              </a:spcBef>
            </a:pPr>
            <a:r>
              <a:rPr lang="en-US" b="true" sz="6000" strike="noStrike" u="none">
                <a:solidFill>
                  <a:srgbClr val="000000"/>
                </a:solidFill>
                <a:latin typeface="Codec Pro Bold"/>
                <a:ea typeface="Codec Pro Bold"/>
                <a:cs typeface="Codec Pro Bold"/>
                <a:sym typeface="Codec Pro Bold"/>
              </a:rPr>
              <a:t>Los pasos básicos</a:t>
            </a:r>
          </a:p>
        </p:txBody>
      </p:sp>
      <p:sp>
        <p:nvSpPr>
          <p:cNvPr name="TextBox 24" id="24"/>
          <p:cNvSpPr txBox="true"/>
          <p:nvPr/>
        </p:nvSpPr>
        <p:spPr>
          <a:xfrm rot="0">
            <a:off x="1868486" y="2896326"/>
            <a:ext cx="7444225" cy="1014984"/>
          </a:xfrm>
          <a:prstGeom prst="rect">
            <a:avLst/>
          </a:prstGeom>
        </p:spPr>
        <p:txBody>
          <a:bodyPr anchor="t" rtlCol="false" tIns="0" lIns="0" bIns="0" rIns="0">
            <a:spAutoFit/>
          </a:bodyPr>
          <a:lstStyle/>
          <a:p>
            <a:pPr algn="l" marL="0" indent="0" lvl="0">
              <a:lnSpc>
                <a:spcPts val="2718"/>
              </a:lnSpc>
              <a:spcBef>
                <a:spcPct val="0"/>
              </a:spcBef>
            </a:pPr>
            <a:r>
              <a:rPr lang="en-US" sz="1800" strike="noStrike" u="none">
                <a:solidFill>
                  <a:srgbClr val="000000"/>
                </a:solidFill>
                <a:latin typeface="Garet"/>
                <a:ea typeface="Garet"/>
                <a:cs typeface="Garet"/>
                <a:sym typeface="Garet"/>
              </a:rPr>
              <a:t>Lorem ipsum dolor sit amet, consectetur adipiscing elit. Ut a enim nec nisl ullamcorper eleifend. Praesent risus leo, fringilla et ipsum.</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323141" y="5373497"/>
            <a:ext cx="10708670" cy="39824"/>
          </a:xfrm>
          <a:prstGeom prst="line">
            <a:avLst/>
          </a:prstGeom>
          <a:ln cap="rnd" w="114300">
            <a:solidFill>
              <a:srgbClr val="FFECD0"/>
            </a:solidFill>
            <a:prstDash val="solid"/>
            <a:headEnd type="none" len="sm" w="sm"/>
            <a:tailEnd type="none" len="sm" w="sm"/>
          </a:ln>
        </p:spPr>
      </p:sp>
      <p:grpSp>
        <p:nvGrpSpPr>
          <p:cNvPr name="Group 3" id="3"/>
          <p:cNvGrpSpPr/>
          <p:nvPr/>
        </p:nvGrpSpPr>
        <p:grpSpPr>
          <a:xfrm rot="0">
            <a:off x="1028700" y="5098968"/>
            <a:ext cx="588882" cy="58888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91B"/>
            </a:solidFill>
          </p:spPr>
        </p:sp>
        <p:sp>
          <p:nvSpPr>
            <p:cNvPr name="TextBox 5" id="5"/>
            <p:cNvSpPr txBox="true"/>
            <p:nvPr/>
          </p:nvSpPr>
          <p:spPr>
            <a:xfrm>
              <a:off x="76200" y="85725"/>
              <a:ext cx="660400" cy="650875"/>
            </a:xfrm>
            <a:prstGeom prst="rect">
              <a:avLst/>
            </a:prstGeom>
          </p:spPr>
          <p:txBody>
            <a:bodyPr anchor="ctr" rtlCol="false" tIns="50800" lIns="50800" bIns="50800" rIns="50800"/>
            <a:lstStyle/>
            <a:p>
              <a:pPr algn="ctr">
                <a:lnSpc>
                  <a:spcPts val="2879"/>
                </a:lnSpc>
              </a:pPr>
            </a:p>
          </p:txBody>
        </p:sp>
      </p:grpSp>
      <p:grpSp>
        <p:nvGrpSpPr>
          <p:cNvPr name="Group 6" id="6"/>
          <p:cNvGrpSpPr/>
          <p:nvPr/>
        </p:nvGrpSpPr>
        <p:grpSpPr>
          <a:xfrm rot="0">
            <a:off x="4596957" y="5098968"/>
            <a:ext cx="588882" cy="58888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91B"/>
            </a:solidFill>
            <a:ln cap="sq">
              <a:noFill/>
              <a:prstDash val="solid"/>
              <a:miter/>
            </a:ln>
          </p:spPr>
        </p:sp>
        <p:sp>
          <p:nvSpPr>
            <p:cNvPr name="TextBox 8" id="8"/>
            <p:cNvSpPr txBox="true"/>
            <p:nvPr/>
          </p:nvSpPr>
          <p:spPr>
            <a:xfrm>
              <a:off x="76200" y="85725"/>
              <a:ext cx="660400" cy="650875"/>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9" id="9"/>
          <p:cNvGrpSpPr/>
          <p:nvPr/>
        </p:nvGrpSpPr>
        <p:grpSpPr>
          <a:xfrm rot="0">
            <a:off x="8167163" y="5098968"/>
            <a:ext cx="588882" cy="58888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91B"/>
            </a:solidFill>
            <a:ln cap="sq">
              <a:noFill/>
              <a:prstDash val="solid"/>
              <a:miter/>
            </a:ln>
          </p:spPr>
        </p:sp>
        <p:sp>
          <p:nvSpPr>
            <p:cNvPr name="TextBox 11" id="11"/>
            <p:cNvSpPr txBox="true"/>
            <p:nvPr/>
          </p:nvSpPr>
          <p:spPr>
            <a:xfrm>
              <a:off x="76200" y="85725"/>
              <a:ext cx="660400" cy="650875"/>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12" id="12"/>
          <p:cNvGrpSpPr/>
          <p:nvPr/>
        </p:nvGrpSpPr>
        <p:grpSpPr>
          <a:xfrm rot="0">
            <a:off x="11737370" y="5098968"/>
            <a:ext cx="588882" cy="58888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91B"/>
            </a:solidFill>
            <a:ln cap="sq">
              <a:noFill/>
              <a:prstDash val="solid"/>
              <a:miter/>
            </a:ln>
          </p:spPr>
        </p:sp>
        <p:sp>
          <p:nvSpPr>
            <p:cNvPr name="TextBox 14" id="14"/>
            <p:cNvSpPr txBox="true"/>
            <p:nvPr/>
          </p:nvSpPr>
          <p:spPr>
            <a:xfrm>
              <a:off x="76200" y="85725"/>
              <a:ext cx="660400" cy="650875"/>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15" id="15"/>
          <p:cNvGrpSpPr/>
          <p:nvPr/>
        </p:nvGrpSpPr>
        <p:grpSpPr>
          <a:xfrm rot="0">
            <a:off x="1028700" y="5954550"/>
            <a:ext cx="3043572" cy="3303750"/>
            <a:chOff x="0" y="0"/>
            <a:chExt cx="513130" cy="556995"/>
          </a:xfrm>
        </p:grpSpPr>
        <p:sp>
          <p:nvSpPr>
            <p:cNvPr name="Freeform 16" id="16"/>
            <p:cNvSpPr/>
            <p:nvPr/>
          </p:nvSpPr>
          <p:spPr>
            <a:xfrm flipH="false" flipV="false" rot="0">
              <a:off x="0" y="0"/>
              <a:ext cx="513130" cy="556995"/>
            </a:xfrm>
            <a:custGeom>
              <a:avLst/>
              <a:gdLst/>
              <a:ahLst/>
              <a:cxnLst/>
              <a:rect r="r" b="b" t="t" l="l"/>
              <a:pathLst>
                <a:path h="556995" w="513130">
                  <a:moveTo>
                    <a:pt x="0" y="0"/>
                  </a:moveTo>
                  <a:lnTo>
                    <a:pt x="513130" y="0"/>
                  </a:lnTo>
                  <a:lnTo>
                    <a:pt x="513130" y="556995"/>
                  </a:lnTo>
                  <a:lnTo>
                    <a:pt x="0" y="556995"/>
                  </a:lnTo>
                  <a:close/>
                </a:path>
              </a:pathLst>
            </a:custGeom>
            <a:solidFill>
              <a:srgbClr val="FFECD0"/>
            </a:solidFill>
            <a:ln cap="sq">
              <a:noFill/>
              <a:prstDash val="solid"/>
              <a:miter/>
            </a:ln>
          </p:spPr>
        </p:sp>
        <p:sp>
          <p:nvSpPr>
            <p:cNvPr name="TextBox 17" id="17"/>
            <p:cNvSpPr txBox="true"/>
            <p:nvPr/>
          </p:nvSpPr>
          <p:spPr>
            <a:xfrm>
              <a:off x="0" y="-66675"/>
              <a:ext cx="513130" cy="623670"/>
            </a:xfrm>
            <a:prstGeom prst="rect">
              <a:avLst/>
            </a:prstGeom>
          </p:spPr>
          <p:txBody>
            <a:bodyPr anchor="ctr" rtlCol="false" tIns="254000" lIns="254000" bIns="254000" rIns="254000"/>
            <a:lstStyle/>
            <a:p>
              <a:pPr algn="ctr" marL="0" indent="0" lvl="0">
                <a:lnSpc>
                  <a:spcPts val="2380"/>
                </a:lnSpc>
                <a:spcBef>
                  <a:spcPct val="0"/>
                </a:spcBef>
              </a:pPr>
            </a:p>
          </p:txBody>
        </p:sp>
      </p:grpSp>
      <p:grpSp>
        <p:nvGrpSpPr>
          <p:cNvPr name="Group 18" id="18"/>
          <p:cNvGrpSpPr/>
          <p:nvPr/>
        </p:nvGrpSpPr>
        <p:grpSpPr>
          <a:xfrm rot="0">
            <a:off x="4596957" y="5954550"/>
            <a:ext cx="3043572" cy="3303750"/>
            <a:chOff x="0" y="0"/>
            <a:chExt cx="513130" cy="556995"/>
          </a:xfrm>
        </p:grpSpPr>
        <p:sp>
          <p:nvSpPr>
            <p:cNvPr name="Freeform 19" id="19"/>
            <p:cNvSpPr/>
            <p:nvPr/>
          </p:nvSpPr>
          <p:spPr>
            <a:xfrm flipH="false" flipV="false" rot="0">
              <a:off x="0" y="0"/>
              <a:ext cx="513130" cy="556995"/>
            </a:xfrm>
            <a:custGeom>
              <a:avLst/>
              <a:gdLst/>
              <a:ahLst/>
              <a:cxnLst/>
              <a:rect r="r" b="b" t="t" l="l"/>
              <a:pathLst>
                <a:path h="556995" w="513130">
                  <a:moveTo>
                    <a:pt x="0" y="0"/>
                  </a:moveTo>
                  <a:lnTo>
                    <a:pt x="513130" y="0"/>
                  </a:lnTo>
                  <a:lnTo>
                    <a:pt x="513130" y="556995"/>
                  </a:lnTo>
                  <a:lnTo>
                    <a:pt x="0" y="556995"/>
                  </a:lnTo>
                  <a:close/>
                </a:path>
              </a:pathLst>
            </a:custGeom>
            <a:solidFill>
              <a:srgbClr val="FFECD0"/>
            </a:solidFill>
            <a:ln cap="sq">
              <a:noFill/>
              <a:prstDash val="solid"/>
              <a:miter/>
            </a:ln>
          </p:spPr>
        </p:sp>
        <p:sp>
          <p:nvSpPr>
            <p:cNvPr name="TextBox 20" id="20"/>
            <p:cNvSpPr txBox="true"/>
            <p:nvPr/>
          </p:nvSpPr>
          <p:spPr>
            <a:xfrm>
              <a:off x="0" y="-66675"/>
              <a:ext cx="513130" cy="623670"/>
            </a:xfrm>
            <a:prstGeom prst="rect">
              <a:avLst/>
            </a:prstGeom>
          </p:spPr>
          <p:txBody>
            <a:bodyPr anchor="ctr" rtlCol="false" tIns="254000" lIns="254000" bIns="254000" rIns="254000"/>
            <a:lstStyle/>
            <a:p>
              <a:pPr algn="ctr" marL="0" indent="0" lvl="0">
                <a:lnSpc>
                  <a:spcPts val="2380"/>
                </a:lnSpc>
                <a:spcBef>
                  <a:spcPct val="0"/>
                </a:spcBef>
              </a:pPr>
            </a:p>
          </p:txBody>
        </p:sp>
      </p:grpSp>
      <p:grpSp>
        <p:nvGrpSpPr>
          <p:cNvPr name="Group 21" id="21"/>
          <p:cNvGrpSpPr/>
          <p:nvPr/>
        </p:nvGrpSpPr>
        <p:grpSpPr>
          <a:xfrm rot="0">
            <a:off x="8167163" y="5954550"/>
            <a:ext cx="3043572" cy="3303750"/>
            <a:chOff x="0" y="0"/>
            <a:chExt cx="513130" cy="556995"/>
          </a:xfrm>
        </p:grpSpPr>
        <p:sp>
          <p:nvSpPr>
            <p:cNvPr name="Freeform 22" id="22"/>
            <p:cNvSpPr/>
            <p:nvPr/>
          </p:nvSpPr>
          <p:spPr>
            <a:xfrm flipH="false" flipV="false" rot="0">
              <a:off x="0" y="0"/>
              <a:ext cx="513130" cy="556995"/>
            </a:xfrm>
            <a:custGeom>
              <a:avLst/>
              <a:gdLst/>
              <a:ahLst/>
              <a:cxnLst/>
              <a:rect r="r" b="b" t="t" l="l"/>
              <a:pathLst>
                <a:path h="556995" w="513130">
                  <a:moveTo>
                    <a:pt x="0" y="0"/>
                  </a:moveTo>
                  <a:lnTo>
                    <a:pt x="513130" y="0"/>
                  </a:lnTo>
                  <a:lnTo>
                    <a:pt x="513130" y="556995"/>
                  </a:lnTo>
                  <a:lnTo>
                    <a:pt x="0" y="556995"/>
                  </a:lnTo>
                  <a:close/>
                </a:path>
              </a:pathLst>
            </a:custGeom>
            <a:solidFill>
              <a:srgbClr val="FFECD0"/>
            </a:solidFill>
            <a:ln cap="sq">
              <a:noFill/>
              <a:prstDash val="solid"/>
              <a:miter/>
            </a:ln>
          </p:spPr>
        </p:sp>
        <p:sp>
          <p:nvSpPr>
            <p:cNvPr name="TextBox 23" id="23"/>
            <p:cNvSpPr txBox="true"/>
            <p:nvPr/>
          </p:nvSpPr>
          <p:spPr>
            <a:xfrm>
              <a:off x="0" y="-66675"/>
              <a:ext cx="513130" cy="623670"/>
            </a:xfrm>
            <a:prstGeom prst="rect">
              <a:avLst/>
            </a:prstGeom>
          </p:spPr>
          <p:txBody>
            <a:bodyPr anchor="ctr" rtlCol="false" tIns="254000" lIns="254000" bIns="254000" rIns="254000"/>
            <a:lstStyle/>
            <a:p>
              <a:pPr algn="ctr" marL="0" indent="0" lvl="0">
                <a:lnSpc>
                  <a:spcPts val="2380"/>
                </a:lnSpc>
                <a:spcBef>
                  <a:spcPct val="0"/>
                </a:spcBef>
              </a:pPr>
            </a:p>
          </p:txBody>
        </p:sp>
      </p:grpSp>
      <p:grpSp>
        <p:nvGrpSpPr>
          <p:cNvPr name="Group 24" id="24"/>
          <p:cNvGrpSpPr/>
          <p:nvPr/>
        </p:nvGrpSpPr>
        <p:grpSpPr>
          <a:xfrm rot="0">
            <a:off x="11737370" y="5954550"/>
            <a:ext cx="3043572" cy="3303750"/>
            <a:chOff x="0" y="0"/>
            <a:chExt cx="513130" cy="556995"/>
          </a:xfrm>
        </p:grpSpPr>
        <p:sp>
          <p:nvSpPr>
            <p:cNvPr name="Freeform 25" id="25"/>
            <p:cNvSpPr/>
            <p:nvPr/>
          </p:nvSpPr>
          <p:spPr>
            <a:xfrm flipH="false" flipV="false" rot="0">
              <a:off x="0" y="0"/>
              <a:ext cx="513130" cy="556995"/>
            </a:xfrm>
            <a:custGeom>
              <a:avLst/>
              <a:gdLst/>
              <a:ahLst/>
              <a:cxnLst/>
              <a:rect r="r" b="b" t="t" l="l"/>
              <a:pathLst>
                <a:path h="556995" w="513130">
                  <a:moveTo>
                    <a:pt x="0" y="0"/>
                  </a:moveTo>
                  <a:lnTo>
                    <a:pt x="513130" y="0"/>
                  </a:lnTo>
                  <a:lnTo>
                    <a:pt x="513130" y="556995"/>
                  </a:lnTo>
                  <a:lnTo>
                    <a:pt x="0" y="556995"/>
                  </a:lnTo>
                  <a:close/>
                </a:path>
              </a:pathLst>
            </a:custGeom>
            <a:solidFill>
              <a:srgbClr val="FFECD0"/>
            </a:solidFill>
            <a:ln cap="sq">
              <a:noFill/>
              <a:prstDash val="solid"/>
              <a:miter/>
            </a:ln>
          </p:spPr>
        </p:sp>
        <p:sp>
          <p:nvSpPr>
            <p:cNvPr name="TextBox 26" id="26"/>
            <p:cNvSpPr txBox="true"/>
            <p:nvPr/>
          </p:nvSpPr>
          <p:spPr>
            <a:xfrm>
              <a:off x="0" y="-66675"/>
              <a:ext cx="513130" cy="623670"/>
            </a:xfrm>
            <a:prstGeom prst="rect">
              <a:avLst/>
            </a:prstGeom>
          </p:spPr>
          <p:txBody>
            <a:bodyPr anchor="ctr" rtlCol="false" tIns="254000" lIns="254000" bIns="254000" rIns="254000"/>
            <a:lstStyle/>
            <a:p>
              <a:pPr algn="ctr" marL="0" indent="0" lvl="0">
                <a:lnSpc>
                  <a:spcPts val="2380"/>
                </a:lnSpc>
                <a:spcBef>
                  <a:spcPct val="0"/>
                </a:spcBef>
              </a:pPr>
            </a:p>
          </p:txBody>
        </p:sp>
      </p:grpSp>
      <p:grpSp>
        <p:nvGrpSpPr>
          <p:cNvPr name="Group 27" id="27"/>
          <p:cNvGrpSpPr/>
          <p:nvPr/>
        </p:nvGrpSpPr>
        <p:grpSpPr>
          <a:xfrm rot="0">
            <a:off x="14780942" y="-2392960"/>
            <a:ext cx="7104649" cy="7104649"/>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107498" y="-815807"/>
            <a:ext cx="3085099" cy="3085099"/>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33" id="33"/>
          <p:cNvSpPr/>
          <p:nvPr/>
        </p:nvSpPr>
        <p:spPr>
          <a:xfrm flipH="false" flipV="false" rot="0">
            <a:off x="12480848" y="621467"/>
            <a:ext cx="2990017" cy="3143250"/>
          </a:xfrm>
          <a:custGeom>
            <a:avLst/>
            <a:gdLst/>
            <a:ahLst/>
            <a:cxnLst/>
            <a:rect r="r" b="b" t="t" l="l"/>
            <a:pathLst>
              <a:path h="3143250" w="2990017">
                <a:moveTo>
                  <a:pt x="0" y="0"/>
                </a:moveTo>
                <a:lnTo>
                  <a:pt x="2990016" y="0"/>
                </a:lnTo>
                <a:lnTo>
                  <a:pt x="2990016" y="3143250"/>
                </a:lnTo>
                <a:lnTo>
                  <a:pt x="0" y="3143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4" id="34"/>
          <p:cNvSpPr txBox="true"/>
          <p:nvPr/>
        </p:nvSpPr>
        <p:spPr>
          <a:xfrm rot="0">
            <a:off x="11737370" y="4260017"/>
            <a:ext cx="2910453" cy="257175"/>
          </a:xfrm>
          <a:prstGeom prst="rect">
            <a:avLst/>
          </a:prstGeom>
        </p:spPr>
        <p:txBody>
          <a:bodyPr anchor="t" rtlCol="false" tIns="0" lIns="0" bIns="0" rIns="0">
            <a:spAutoFit/>
          </a:bodyPr>
          <a:lstStyle/>
          <a:p>
            <a:pPr algn="l">
              <a:lnSpc>
                <a:spcPts val="2160"/>
              </a:lnSpc>
            </a:pPr>
            <a:r>
              <a:rPr lang="en-US" sz="1800" b="true">
                <a:solidFill>
                  <a:srgbClr val="000000"/>
                </a:solidFill>
                <a:latin typeface="Open Sans Bold"/>
                <a:ea typeface="Open Sans Bold"/>
                <a:cs typeface="Open Sans Bold"/>
                <a:sym typeface="Open Sans Bold"/>
              </a:rPr>
              <a:t>FASE 4</a:t>
            </a:r>
          </a:p>
        </p:txBody>
      </p:sp>
      <p:sp>
        <p:nvSpPr>
          <p:cNvPr name="TextBox 35" id="35"/>
          <p:cNvSpPr txBox="true"/>
          <p:nvPr/>
        </p:nvSpPr>
        <p:spPr>
          <a:xfrm rot="0">
            <a:off x="1028700" y="4533254"/>
            <a:ext cx="2910453" cy="299720"/>
          </a:xfrm>
          <a:prstGeom prst="rect">
            <a:avLst/>
          </a:prstGeom>
        </p:spPr>
        <p:txBody>
          <a:bodyPr anchor="t" rtlCol="false" tIns="0" lIns="0" bIns="0" rIns="0">
            <a:spAutoFit/>
          </a:bodyPr>
          <a:lstStyle/>
          <a:p>
            <a:pPr algn="l">
              <a:lnSpc>
                <a:spcPts val="2559"/>
              </a:lnSpc>
            </a:pPr>
            <a:r>
              <a:rPr lang="en-US" sz="1599">
                <a:solidFill>
                  <a:srgbClr val="000000"/>
                </a:solidFill>
                <a:latin typeface="Open Sans"/>
                <a:ea typeface="Open Sans"/>
                <a:cs typeface="Open Sans"/>
                <a:sym typeface="Open Sans"/>
              </a:rPr>
              <a:t>Enero - Marzo.</a:t>
            </a:r>
          </a:p>
        </p:txBody>
      </p:sp>
      <p:sp>
        <p:nvSpPr>
          <p:cNvPr name="TextBox 36" id="36"/>
          <p:cNvSpPr txBox="true"/>
          <p:nvPr/>
        </p:nvSpPr>
        <p:spPr>
          <a:xfrm rot="0">
            <a:off x="4596957" y="4533254"/>
            <a:ext cx="2910453" cy="299720"/>
          </a:xfrm>
          <a:prstGeom prst="rect">
            <a:avLst/>
          </a:prstGeom>
        </p:spPr>
        <p:txBody>
          <a:bodyPr anchor="t" rtlCol="false" tIns="0" lIns="0" bIns="0" rIns="0">
            <a:spAutoFit/>
          </a:bodyPr>
          <a:lstStyle/>
          <a:p>
            <a:pPr algn="l">
              <a:lnSpc>
                <a:spcPts val="2559"/>
              </a:lnSpc>
            </a:pPr>
            <a:r>
              <a:rPr lang="en-US" sz="1599">
                <a:solidFill>
                  <a:srgbClr val="000000"/>
                </a:solidFill>
                <a:latin typeface="Open Sans"/>
                <a:ea typeface="Open Sans"/>
                <a:cs typeface="Open Sans"/>
                <a:sym typeface="Open Sans"/>
              </a:rPr>
              <a:t>Enero - Marzo.</a:t>
            </a:r>
          </a:p>
        </p:txBody>
      </p:sp>
      <p:sp>
        <p:nvSpPr>
          <p:cNvPr name="TextBox 37" id="37"/>
          <p:cNvSpPr txBox="true"/>
          <p:nvPr/>
        </p:nvSpPr>
        <p:spPr>
          <a:xfrm rot="0">
            <a:off x="8164635" y="4533254"/>
            <a:ext cx="2910453" cy="299720"/>
          </a:xfrm>
          <a:prstGeom prst="rect">
            <a:avLst/>
          </a:prstGeom>
        </p:spPr>
        <p:txBody>
          <a:bodyPr anchor="t" rtlCol="false" tIns="0" lIns="0" bIns="0" rIns="0">
            <a:spAutoFit/>
          </a:bodyPr>
          <a:lstStyle/>
          <a:p>
            <a:pPr algn="l">
              <a:lnSpc>
                <a:spcPts val="2559"/>
              </a:lnSpc>
            </a:pPr>
            <a:r>
              <a:rPr lang="en-US" sz="1599">
                <a:solidFill>
                  <a:srgbClr val="000000"/>
                </a:solidFill>
                <a:latin typeface="Open Sans"/>
                <a:ea typeface="Open Sans"/>
                <a:cs typeface="Open Sans"/>
                <a:sym typeface="Open Sans"/>
              </a:rPr>
              <a:t>Enero - Marzo.</a:t>
            </a:r>
          </a:p>
        </p:txBody>
      </p:sp>
      <p:sp>
        <p:nvSpPr>
          <p:cNvPr name="TextBox 38" id="38"/>
          <p:cNvSpPr txBox="true"/>
          <p:nvPr/>
        </p:nvSpPr>
        <p:spPr>
          <a:xfrm rot="0">
            <a:off x="11737370" y="4533254"/>
            <a:ext cx="2910453" cy="299720"/>
          </a:xfrm>
          <a:prstGeom prst="rect">
            <a:avLst/>
          </a:prstGeom>
        </p:spPr>
        <p:txBody>
          <a:bodyPr anchor="t" rtlCol="false" tIns="0" lIns="0" bIns="0" rIns="0">
            <a:spAutoFit/>
          </a:bodyPr>
          <a:lstStyle/>
          <a:p>
            <a:pPr algn="l">
              <a:lnSpc>
                <a:spcPts val="2559"/>
              </a:lnSpc>
            </a:pPr>
            <a:r>
              <a:rPr lang="en-US" sz="1599">
                <a:solidFill>
                  <a:srgbClr val="000000"/>
                </a:solidFill>
                <a:latin typeface="Open Sans"/>
                <a:ea typeface="Open Sans"/>
                <a:cs typeface="Open Sans"/>
                <a:sym typeface="Open Sans"/>
              </a:rPr>
              <a:t>Enero - Marzo.</a:t>
            </a:r>
          </a:p>
        </p:txBody>
      </p:sp>
      <p:grpSp>
        <p:nvGrpSpPr>
          <p:cNvPr name="Group 39" id="39"/>
          <p:cNvGrpSpPr/>
          <p:nvPr/>
        </p:nvGrpSpPr>
        <p:grpSpPr>
          <a:xfrm rot="0">
            <a:off x="1225115" y="6354984"/>
            <a:ext cx="2650743" cy="2502882"/>
            <a:chOff x="0" y="0"/>
            <a:chExt cx="3534324" cy="3337176"/>
          </a:xfrm>
        </p:grpSpPr>
        <p:sp>
          <p:nvSpPr>
            <p:cNvPr name="TextBox 40" id="40"/>
            <p:cNvSpPr txBox="true"/>
            <p:nvPr/>
          </p:nvSpPr>
          <p:spPr>
            <a:xfrm rot="0">
              <a:off x="0" y="1152988"/>
              <a:ext cx="3534324" cy="2184188"/>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41" id="41"/>
            <p:cNvSpPr txBox="true"/>
            <p:nvPr/>
          </p:nvSpPr>
          <p:spPr>
            <a:xfrm rot="0">
              <a:off x="0" y="-57150"/>
              <a:ext cx="3534324" cy="1044702"/>
            </a:xfrm>
            <a:prstGeom prst="rect">
              <a:avLst/>
            </a:prstGeom>
          </p:spPr>
          <p:txBody>
            <a:bodyPr anchor="t" rtlCol="false" tIns="0" lIns="0" bIns="0" rIns="0">
              <a:spAutoFit/>
            </a:bodyPr>
            <a:lstStyle/>
            <a:p>
              <a:pPr algn="l" marL="0" indent="0" lvl="0">
                <a:lnSpc>
                  <a:spcPts val="3048"/>
                </a:lnSpc>
                <a:spcBef>
                  <a:spcPct val="0"/>
                </a:spcBef>
              </a:pPr>
              <a:r>
                <a:rPr lang="en-US" b="true" sz="2400">
                  <a:solidFill>
                    <a:srgbClr val="000000"/>
                  </a:solidFill>
                  <a:latin typeface="Codec Pro Bold"/>
                  <a:ea typeface="Codec Pro Bold"/>
                  <a:cs typeface="Codec Pro Bold"/>
                  <a:sym typeface="Codec Pro Bold"/>
                </a:rPr>
                <a:t>Planificar los cambios iniciales</a:t>
              </a:r>
            </a:p>
          </p:txBody>
        </p:sp>
      </p:grpSp>
      <p:sp>
        <p:nvSpPr>
          <p:cNvPr name="TextBox 42" id="42"/>
          <p:cNvSpPr txBox="true"/>
          <p:nvPr/>
        </p:nvSpPr>
        <p:spPr>
          <a:xfrm rot="0">
            <a:off x="1028700" y="4260017"/>
            <a:ext cx="2910453" cy="257175"/>
          </a:xfrm>
          <a:prstGeom prst="rect">
            <a:avLst/>
          </a:prstGeom>
        </p:spPr>
        <p:txBody>
          <a:bodyPr anchor="t" rtlCol="false" tIns="0" lIns="0" bIns="0" rIns="0">
            <a:spAutoFit/>
          </a:bodyPr>
          <a:lstStyle/>
          <a:p>
            <a:pPr algn="l">
              <a:lnSpc>
                <a:spcPts val="2160"/>
              </a:lnSpc>
            </a:pPr>
            <a:r>
              <a:rPr lang="en-US" sz="1800" b="true">
                <a:solidFill>
                  <a:srgbClr val="000000"/>
                </a:solidFill>
                <a:latin typeface="Open Sans Bold"/>
                <a:ea typeface="Open Sans Bold"/>
                <a:cs typeface="Open Sans Bold"/>
                <a:sym typeface="Open Sans Bold"/>
              </a:rPr>
              <a:t>FASE 1</a:t>
            </a:r>
          </a:p>
        </p:txBody>
      </p:sp>
      <p:sp>
        <p:nvSpPr>
          <p:cNvPr name="TextBox 43" id="43"/>
          <p:cNvSpPr txBox="true"/>
          <p:nvPr/>
        </p:nvSpPr>
        <p:spPr>
          <a:xfrm rot="0">
            <a:off x="4596957" y="4260017"/>
            <a:ext cx="2910453" cy="257175"/>
          </a:xfrm>
          <a:prstGeom prst="rect">
            <a:avLst/>
          </a:prstGeom>
        </p:spPr>
        <p:txBody>
          <a:bodyPr anchor="t" rtlCol="false" tIns="0" lIns="0" bIns="0" rIns="0">
            <a:spAutoFit/>
          </a:bodyPr>
          <a:lstStyle/>
          <a:p>
            <a:pPr algn="l">
              <a:lnSpc>
                <a:spcPts val="2160"/>
              </a:lnSpc>
            </a:pPr>
            <a:r>
              <a:rPr lang="en-US" sz="1800" b="true">
                <a:solidFill>
                  <a:srgbClr val="000000"/>
                </a:solidFill>
                <a:latin typeface="Open Sans Bold"/>
                <a:ea typeface="Open Sans Bold"/>
                <a:cs typeface="Open Sans Bold"/>
                <a:sym typeface="Open Sans Bold"/>
              </a:rPr>
              <a:t>FASE 2</a:t>
            </a:r>
          </a:p>
        </p:txBody>
      </p:sp>
      <p:sp>
        <p:nvSpPr>
          <p:cNvPr name="TextBox 44" id="44"/>
          <p:cNvSpPr txBox="true"/>
          <p:nvPr/>
        </p:nvSpPr>
        <p:spPr>
          <a:xfrm rot="0">
            <a:off x="8164635" y="4260017"/>
            <a:ext cx="2910453" cy="257175"/>
          </a:xfrm>
          <a:prstGeom prst="rect">
            <a:avLst/>
          </a:prstGeom>
        </p:spPr>
        <p:txBody>
          <a:bodyPr anchor="t" rtlCol="false" tIns="0" lIns="0" bIns="0" rIns="0">
            <a:spAutoFit/>
          </a:bodyPr>
          <a:lstStyle/>
          <a:p>
            <a:pPr algn="l">
              <a:lnSpc>
                <a:spcPts val="2160"/>
              </a:lnSpc>
            </a:pPr>
            <a:r>
              <a:rPr lang="en-US" sz="1800" b="true">
                <a:solidFill>
                  <a:srgbClr val="000000"/>
                </a:solidFill>
                <a:latin typeface="Open Sans Bold"/>
                <a:ea typeface="Open Sans Bold"/>
                <a:cs typeface="Open Sans Bold"/>
                <a:sym typeface="Open Sans Bold"/>
              </a:rPr>
              <a:t>FASE 3</a:t>
            </a:r>
          </a:p>
        </p:txBody>
      </p:sp>
      <p:grpSp>
        <p:nvGrpSpPr>
          <p:cNvPr name="Group 45" id="45"/>
          <p:cNvGrpSpPr/>
          <p:nvPr/>
        </p:nvGrpSpPr>
        <p:grpSpPr>
          <a:xfrm rot="0">
            <a:off x="4891398" y="6354984"/>
            <a:ext cx="2452027" cy="2502882"/>
            <a:chOff x="0" y="0"/>
            <a:chExt cx="3269369" cy="3337176"/>
          </a:xfrm>
        </p:grpSpPr>
        <p:sp>
          <p:nvSpPr>
            <p:cNvPr name="TextBox 46" id="46"/>
            <p:cNvSpPr txBox="true"/>
            <p:nvPr/>
          </p:nvSpPr>
          <p:spPr>
            <a:xfrm rot="0">
              <a:off x="0" y="1152988"/>
              <a:ext cx="3269369" cy="2184188"/>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47" id="47"/>
            <p:cNvSpPr txBox="true"/>
            <p:nvPr/>
          </p:nvSpPr>
          <p:spPr>
            <a:xfrm rot="0">
              <a:off x="0" y="-57150"/>
              <a:ext cx="3269369" cy="1044702"/>
            </a:xfrm>
            <a:prstGeom prst="rect">
              <a:avLst/>
            </a:prstGeom>
          </p:spPr>
          <p:txBody>
            <a:bodyPr anchor="t" rtlCol="false" tIns="0" lIns="0" bIns="0" rIns="0">
              <a:spAutoFit/>
            </a:bodyPr>
            <a:lstStyle/>
            <a:p>
              <a:pPr algn="l" marL="0" indent="0" lvl="0">
                <a:lnSpc>
                  <a:spcPts val="3048"/>
                </a:lnSpc>
                <a:spcBef>
                  <a:spcPct val="0"/>
                </a:spcBef>
              </a:pPr>
              <a:r>
                <a:rPr lang="en-US" b="true" sz="2400">
                  <a:solidFill>
                    <a:srgbClr val="000000"/>
                  </a:solidFill>
                  <a:latin typeface="Codec Pro Bold"/>
                  <a:ea typeface="Codec Pro Bold"/>
                  <a:cs typeface="Codec Pro Bold"/>
                  <a:sym typeface="Codec Pro Bold"/>
                </a:rPr>
                <a:t>Organizar al equipo</a:t>
              </a:r>
            </a:p>
          </p:txBody>
        </p:sp>
      </p:grpSp>
      <p:grpSp>
        <p:nvGrpSpPr>
          <p:cNvPr name="Group 48" id="48"/>
          <p:cNvGrpSpPr/>
          <p:nvPr/>
        </p:nvGrpSpPr>
        <p:grpSpPr>
          <a:xfrm rot="0">
            <a:off x="8364429" y="6354984"/>
            <a:ext cx="2558993" cy="2502882"/>
            <a:chOff x="0" y="0"/>
            <a:chExt cx="3411990" cy="3337176"/>
          </a:xfrm>
        </p:grpSpPr>
        <p:sp>
          <p:nvSpPr>
            <p:cNvPr name="TextBox 49" id="49"/>
            <p:cNvSpPr txBox="true"/>
            <p:nvPr/>
          </p:nvSpPr>
          <p:spPr>
            <a:xfrm rot="0">
              <a:off x="0" y="1152988"/>
              <a:ext cx="3411990" cy="2184188"/>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50" id="50"/>
            <p:cNvSpPr txBox="true"/>
            <p:nvPr/>
          </p:nvSpPr>
          <p:spPr>
            <a:xfrm rot="0">
              <a:off x="0" y="-57150"/>
              <a:ext cx="3411990" cy="1044702"/>
            </a:xfrm>
            <a:prstGeom prst="rect">
              <a:avLst/>
            </a:prstGeom>
          </p:spPr>
          <p:txBody>
            <a:bodyPr anchor="t" rtlCol="false" tIns="0" lIns="0" bIns="0" rIns="0">
              <a:spAutoFit/>
            </a:bodyPr>
            <a:lstStyle/>
            <a:p>
              <a:pPr algn="l" marL="0" indent="0" lvl="0">
                <a:lnSpc>
                  <a:spcPts val="3048"/>
                </a:lnSpc>
                <a:spcBef>
                  <a:spcPct val="0"/>
                </a:spcBef>
              </a:pPr>
              <a:r>
                <a:rPr lang="en-US" b="true" sz="2400">
                  <a:solidFill>
                    <a:srgbClr val="000000"/>
                  </a:solidFill>
                  <a:latin typeface="Codec Pro Bold"/>
                  <a:ea typeface="Codec Pro Bold"/>
                  <a:cs typeface="Codec Pro Bold"/>
                  <a:sym typeface="Codec Pro Bold"/>
                </a:rPr>
                <a:t>Iniciar los procesos</a:t>
              </a:r>
            </a:p>
          </p:txBody>
        </p:sp>
      </p:grpSp>
      <p:grpSp>
        <p:nvGrpSpPr>
          <p:cNvPr name="Group 51" id="51"/>
          <p:cNvGrpSpPr/>
          <p:nvPr/>
        </p:nvGrpSpPr>
        <p:grpSpPr>
          <a:xfrm rot="0">
            <a:off x="12029886" y="6354984"/>
            <a:ext cx="2467307" cy="2502882"/>
            <a:chOff x="0" y="0"/>
            <a:chExt cx="3289743" cy="3337176"/>
          </a:xfrm>
        </p:grpSpPr>
        <p:sp>
          <p:nvSpPr>
            <p:cNvPr name="TextBox 52" id="52"/>
            <p:cNvSpPr txBox="true"/>
            <p:nvPr/>
          </p:nvSpPr>
          <p:spPr>
            <a:xfrm rot="0">
              <a:off x="0" y="1152988"/>
              <a:ext cx="3289743" cy="2184188"/>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Praesent risus leo, fringilla et ipsum.</a:t>
              </a:r>
            </a:p>
          </p:txBody>
        </p:sp>
        <p:sp>
          <p:nvSpPr>
            <p:cNvPr name="TextBox 53" id="53"/>
            <p:cNvSpPr txBox="true"/>
            <p:nvPr/>
          </p:nvSpPr>
          <p:spPr>
            <a:xfrm rot="0">
              <a:off x="0" y="-57150"/>
              <a:ext cx="3289743" cy="1044702"/>
            </a:xfrm>
            <a:prstGeom prst="rect">
              <a:avLst/>
            </a:prstGeom>
          </p:spPr>
          <p:txBody>
            <a:bodyPr anchor="t" rtlCol="false" tIns="0" lIns="0" bIns="0" rIns="0">
              <a:spAutoFit/>
            </a:bodyPr>
            <a:lstStyle/>
            <a:p>
              <a:pPr algn="l" marL="0" indent="0" lvl="0">
                <a:lnSpc>
                  <a:spcPts val="3048"/>
                </a:lnSpc>
                <a:spcBef>
                  <a:spcPct val="0"/>
                </a:spcBef>
              </a:pPr>
              <a:r>
                <a:rPr lang="en-US" b="true" sz="2400">
                  <a:solidFill>
                    <a:srgbClr val="000000"/>
                  </a:solidFill>
                  <a:latin typeface="Codec Pro Bold"/>
                  <a:ea typeface="Codec Pro Bold"/>
                  <a:cs typeface="Codec Pro Bold"/>
                  <a:sym typeface="Codec Pro Bold"/>
                </a:rPr>
                <a:t>Analizar los resultados</a:t>
              </a:r>
            </a:p>
          </p:txBody>
        </p:sp>
      </p:grpSp>
      <p:sp>
        <p:nvSpPr>
          <p:cNvPr name="TextBox 54" id="54"/>
          <p:cNvSpPr txBox="true"/>
          <p:nvPr/>
        </p:nvSpPr>
        <p:spPr>
          <a:xfrm rot="0">
            <a:off x="1028700" y="2926517"/>
            <a:ext cx="9341960" cy="838200"/>
          </a:xfrm>
          <a:prstGeom prst="rect">
            <a:avLst/>
          </a:prstGeom>
        </p:spPr>
        <p:txBody>
          <a:bodyPr anchor="t" rtlCol="false" tIns="0" lIns="0" bIns="0" rIns="0">
            <a:spAutoFit/>
          </a:bodyPr>
          <a:lstStyle/>
          <a:p>
            <a:pPr algn="l" marL="0" indent="0" lvl="0">
              <a:lnSpc>
                <a:spcPts val="5400"/>
              </a:lnSpc>
              <a:spcBef>
                <a:spcPct val="0"/>
              </a:spcBef>
            </a:pPr>
            <a:r>
              <a:rPr lang="en-US" b="true" sz="6000" strike="noStrike" u="none">
                <a:solidFill>
                  <a:srgbClr val="000000"/>
                </a:solidFill>
                <a:latin typeface="Codec Pro Bold"/>
                <a:ea typeface="Codec Pro Bold"/>
                <a:cs typeface="Codec Pro Bold"/>
                <a:sym typeface="Codec Pro Bold"/>
              </a:rPr>
              <a:t>Fases del proyecto</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833093" y="-54380"/>
            <a:ext cx="10341380" cy="1034138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CD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930014" y="1968811"/>
            <a:ext cx="4718891" cy="6049860"/>
          </a:xfrm>
          <a:custGeom>
            <a:avLst/>
            <a:gdLst/>
            <a:ahLst/>
            <a:cxnLst/>
            <a:rect r="r" b="b" t="t" l="l"/>
            <a:pathLst>
              <a:path h="6049860" w="4718891">
                <a:moveTo>
                  <a:pt x="0" y="0"/>
                </a:moveTo>
                <a:lnTo>
                  <a:pt x="4718891" y="0"/>
                </a:lnTo>
                <a:lnTo>
                  <a:pt x="4718891" y="6049860"/>
                </a:lnTo>
                <a:lnTo>
                  <a:pt x="0" y="6049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9144000" y="2697391"/>
            <a:ext cx="6576195" cy="1524000"/>
          </a:xfrm>
          <a:prstGeom prst="rect">
            <a:avLst/>
          </a:prstGeom>
        </p:spPr>
        <p:txBody>
          <a:bodyPr anchor="t" rtlCol="false" tIns="0" lIns="0" bIns="0" rIns="0">
            <a:spAutoFit/>
          </a:bodyPr>
          <a:lstStyle/>
          <a:p>
            <a:pPr algn="l" marL="0" indent="0" lvl="0">
              <a:lnSpc>
                <a:spcPts val="5400"/>
              </a:lnSpc>
              <a:spcBef>
                <a:spcPct val="0"/>
              </a:spcBef>
            </a:pPr>
            <a:r>
              <a:rPr lang="en-US" b="true" sz="6000">
                <a:solidFill>
                  <a:srgbClr val="000000"/>
                </a:solidFill>
                <a:latin typeface="Codec Pro Bold"/>
                <a:ea typeface="Codec Pro Bold"/>
                <a:cs typeface="Codec Pro Bold"/>
                <a:sym typeface="Codec Pro Bold"/>
              </a:rPr>
              <a:t>Conclusiones y próximos pasos</a:t>
            </a:r>
          </a:p>
        </p:txBody>
      </p:sp>
      <p:sp>
        <p:nvSpPr>
          <p:cNvPr name="TextBox 7" id="7"/>
          <p:cNvSpPr txBox="true"/>
          <p:nvPr/>
        </p:nvSpPr>
        <p:spPr>
          <a:xfrm rot="0">
            <a:off x="9144000" y="4504537"/>
            <a:ext cx="6576195" cy="949833"/>
          </a:xfrm>
          <a:prstGeom prst="rect">
            <a:avLst/>
          </a:prstGeom>
        </p:spPr>
        <p:txBody>
          <a:bodyPr anchor="t" rtlCol="false" tIns="0" lIns="0" bIns="0" rIns="0">
            <a:spAutoFit/>
          </a:bodyPr>
          <a:lstStyle/>
          <a:p>
            <a:pPr algn="l">
              <a:lnSpc>
                <a:spcPts val="2556"/>
              </a:lnSpc>
            </a:pPr>
            <a:r>
              <a:rPr lang="en-US" sz="1800" b="true">
                <a:solidFill>
                  <a:srgbClr val="000000"/>
                </a:solidFill>
                <a:latin typeface="Open Sans Bold"/>
                <a:ea typeface="Open Sans Bold"/>
                <a:cs typeface="Open Sans Bold"/>
                <a:sym typeface="Open Sans Bold"/>
              </a:rPr>
              <a:t>Lorem ipsum dolor sit amet, consectetur adipiscing elit. Ut a enim nec nisl ullamcorper eleifend. Praesent risus leo, fringilla et ipsum.</a:t>
            </a:r>
          </a:p>
        </p:txBody>
      </p:sp>
      <p:sp>
        <p:nvSpPr>
          <p:cNvPr name="TextBox 8" id="8"/>
          <p:cNvSpPr txBox="true"/>
          <p:nvPr/>
        </p:nvSpPr>
        <p:spPr>
          <a:xfrm rot="0">
            <a:off x="9144000" y="5681687"/>
            <a:ext cx="6576195" cy="1984121"/>
          </a:xfrm>
          <a:prstGeom prst="rect">
            <a:avLst/>
          </a:prstGeom>
        </p:spPr>
        <p:txBody>
          <a:bodyPr anchor="t" rtlCol="false" tIns="0" lIns="0" bIns="0" rIns="0">
            <a:spAutoFit/>
          </a:bodyPr>
          <a:lstStyle/>
          <a:p>
            <a:pPr algn="l" marL="0" indent="0" lvl="1">
              <a:lnSpc>
                <a:spcPts val="2271"/>
              </a:lnSpc>
              <a:spcBef>
                <a:spcPct val="0"/>
              </a:spcBef>
            </a:pPr>
            <a:r>
              <a:rPr lang="en-US" sz="1599" strike="noStrike" u="none">
                <a:solidFill>
                  <a:srgbClr val="000000"/>
                </a:solidFill>
                <a:latin typeface="Open Sans"/>
                <a:ea typeface="Open Sans"/>
                <a:cs typeface="Open Sans"/>
                <a:sym typeface="Open Sans"/>
              </a:rPr>
              <a:t>Lorem ipsum dolor sit amet, consectetur adipiscing elit. Ut a enim nec nisl ullamcorper eleifend. </a:t>
            </a:r>
          </a:p>
          <a:p>
            <a:pPr algn="l" marL="0" indent="0" lvl="1">
              <a:lnSpc>
                <a:spcPts val="2271"/>
              </a:lnSpc>
              <a:spcBef>
                <a:spcPct val="0"/>
              </a:spcBef>
            </a:pPr>
            <a:r>
              <a:rPr lang="en-US" sz="1599" strike="noStrike" u="none">
                <a:solidFill>
                  <a:srgbClr val="000000"/>
                </a:solidFill>
                <a:latin typeface="Open Sans"/>
                <a:ea typeface="Open Sans"/>
                <a:cs typeface="Open Sans"/>
                <a:sym typeface="Open Sans"/>
              </a:rPr>
              <a:t>Suspendisse porttitor diam eu condimentum aliquam. Fusce interdum cursus nisl ut rutrum. Donec et sapien sit amet nisl pretium efficitur. Morbi faucibus felis mauris, sit amet finibus ipsum finibus at. Praesent maximus tincidunt fermentum. Fusce eget justo a sem auctor dapibus. Praesent interdum id ligula condimentum sagittis. </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6547" y="2689341"/>
            <a:ext cx="1515571" cy="1367803"/>
          </a:xfrm>
          <a:custGeom>
            <a:avLst/>
            <a:gdLst/>
            <a:ahLst/>
            <a:cxnLst/>
            <a:rect r="r" b="b" t="t" l="l"/>
            <a:pathLst>
              <a:path h="1367803" w="1515571">
                <a:moveTo>
                  <a:pt x="0" y="0"/>
                </a:moveTo>
                <a:lnTo>
                  <a:pt x="1515571" y="0"/>
                </a:lnTo>
                <a:lnTo>
                  <a:pt x="1515571" y="1367803"/>
                </a:lnTo>
                <a:lnTo>
                  <a:pt x="0" y="13678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282466" y="2692006"/>
            <a:ext cx="1397408" cy="1362472"/>
          </a:xfrm>
          <a:custGeom>
            <a:avLst/>
            <a:gdLst/>
            <a:ahLst/>
            <a:cxnLst/>
            <a:rect r="r" b="b" t="t" l="l"/>
            <a:pathLst>
              <a:path h="1362472" w="1397408">
                <a:moveTo>
                  <a:pt x="0" y="0"/>
                </a:moveTo>
                <a:lnTo>
                  <a:pt x="1397407" y="0"/>
                </a:lnTo>
                <a:lnTo>
                  <a:pt x="1397407" y="1362473"/>
                </a:lnTo>
                <a:lnTo>
                  <a:pt x="0" y="13624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168514" y="2692006"/>
            <a:ext cx="1617178" cy="1362472"/>
          </a:xfrm>
          <a:custGeom>
            <a:avLst/>
            <a:gdLst/>
            <a:ahLst/>
            <a:cxnLst/>
            <a:rect r="r" b="b" t="t" l="l"/>
            <a:pathLst>
              <a:path h="1362472" w="1617178">
                <a:moveTo>
                  <a:pt x="0" y="0"/>
                </a:moveTo>
                <a:lnTo>
                  <a:pt x="1617178" y="0"/>
                </a:lnTo>
                <a:lnTo>
                  <a:pt x="1617178" y="1362473"/>
                </a:lnTo>
                <a:lnTo>
                  <a:pt x="0" y="13624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444200" y="2692006"/>
            <a:ext cx="863467" cy="1362472"/>
          </a:xfrm>
          <a:custGeom>
            <a:avLst/>
            <a:gdLst/>
            <a:ahLst/>
            <a:cxnLst/>
            <a:rect r="r" b="b" t="t" l="l"/>
            <a:pathLst>
              <a:path h="1362472" w="863467">
                <a:moveTo>
                  <a:pt x="0" y="0"/>
                </a:moveTo>
                <a:lnTo>
                  <a:pt x="863467" y="0"/>
                </a:lnTo>
                <a:lnTo>
                  <a:pt x="863467" y="1362473"/>
                </a:lnTo>
                <a:lnTo>
                  <a:pt x="0" y="13624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8967331" y="2692006"/>
            <a:ext cx="1397408" cy="1362472"/>
          </a:xfrm>
          <a:custGeom>
            <a:avLst/>
            <a:gdLst/>
            <a:ahLst/>
            <a:cxnLst/>
            <a:rect r="r" b="b" t="t" l="l"/>
            <a:pathLst>
              <a:path h="1362472" w="1397408">
                <a:moveTo>
                  <a:pt x="0" y="0"/>
                </a:moveTo>
                <a:lnTo>
                  <a:pt x="1397408" y="0"/>
                </a:lnTo>
                <a:lnTo>
                  <a:pt x="1397408" y="1362473"/>
                </a:lnTo>
                <a:lnTo>
                  <a:pt x="0" y="13624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1024404" y="2647601"/>
            <a:ext cx="1751173" cy="1451284"/>
          </a:xfrm>
          <a:custGeom>
            <a:avLst/>
            <a:gdLst/>
            <a:ahLst/>
            <a:cxnLst/>
            <a:rect r="r" b="b" t="t" l="l"/>
            <a:pathLst>
              <a:path h="1451284" w="1751173">
                <a:moveTo>
                  <a:pt x="0" y="0"/>
                </a:moveTo>
                <a:lnTo>
                  <a:pt x="1751173" y="0"/>
                </a:lnTo>
                <a:lnTo>
                  <a:pt x="1751173" y="1451284"/>
                </a:lnTo>
                <a:lnTo>
                  <a:pt x="0" y="145128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3264217" y="2647601"/>
            <a:ext cx="1309784" cy="1451284"/>
          </a:xfrm>
          <a:custGeom>
            <a:avLst/>
            <a:gdLst/>
            <a:ahLst/>
            <a:cxnLst/>
            <a:rect r="r" b="b" t="t" l="l"/>
            <a:pathLst>
              <a:path h="1451284" w="1309784">
                <a:moveTo>
                  <a:pt x="0" y="0"/>
                </a:moveTo>
                <a:lnTo>
                  <a:pt x="1309784" y="0"/>
                </a:lnTo>
                <a:lnTo>
                  <a:pt x="1309784" y="1451284"/>
                </a:lnTo>
                <a:lnTo>
                  <a:pt x="0" y="145128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276547" y="4697787"/>
            <a:ext cx="1187202" cy="1248044"/>
          </a:xfrm>
          <a:custGeom>
            <a:avLst/>
            <a:gdLst/>
            <a:ahLst/>
            <a:cxnLst/>
            <a:rect r="r" b="b" t="t" l="l"/>
            <a:pathLst>
              <a:path h="1248044" w="1187202">
                <a:moveTo>
                  <a:pt x="0" y="0"/>
                </a:moveTo>
                <a:lnTo>
                  <a:pt x="1187202" y="0"/>
                </a:lnTo>
                <a:lnTo>
                  <a:pt x="1187202" y="1248045"/>
                </a:lnTo>
                <a:lnTo>
                  <a:pt x="0" y="124804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3092830" y="4693309"/>
            <a:ext cx="1776679" cy="1257000"/>
          </a:xfrm>
          <a:custGeom>
            <a:avLst/>
            <a:gdLst/>
            <a:ahLst/>
            <a:cxnLst/>
            <a:rect r="r" b="b" t="t" l="l"/>
            <a:pathLst>
              <a:path h="1257000" w="1776679">
                <a:moveTo>
                  <a:pt x="0" y="0"/>
                </a:moveTo>
                <a:lnTo>
                  <a:pt x="1776679" y="0"/>
                </a:lnTo>
                <a:lnTo>
                  <a:pt x="1776679" y="1257001"/>
                </a:lnTo>
                <a:lnTo>
                  <a:pt x="0" y="125700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5270301" y="4592058"/>
            <a:ext cx="1617178" cy="1459503"/>
          </a:xfrm>
          <a:custGeom>
            <a:avLst/>
            <a:gdLst/>
            <a:ahLst/>
            <a:cxnLst/>
            <a:rect r="r" b="b" t="t" l="l"/>
            <a:pathLst>
              <a:path h="1459503" w="1617178">
                <a:moveTo>
                  <a:pt x="0" y="0"/>
                </a:moveTo>
                <a:lnTo>
                  <a:pt x="1617178" y="0"/>
                </a:lnTo>
                <a:lnTo>
                  <a:pt x="1617178" y="1459503"/>
                </a:lnTo>
                <a:lnTo>
                  <a:pt x="0" y="145950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2" id="12"/>
          <p:cNvSpPr/>
          <p:nvPr/>
        </p:nvSpPr>
        <p:spPr>
          <a:xfrm flipH="false" flipV="false" rot="0">
            <a:off x="7444200" y="4592058"/>
            <a:ext cx="1280714" cy="1459503"/>
          </a:xfrm>
          <a:custGeom>
            <a:avLst/>
            <a:gdLst/>
            <a:ahLst/>
            <a:cxnLst/>
            <a:rect r="r" b="b" t="t" l="l"/>
            <a:pathLst>
              <a:path h="1459503" w="1280714">
                <a:moveTo>
                  <a:pt x="0" y="0"/>
                </a:moveTo>
                <a:lnTo>
                  <a:pt x="1280714" y="0"/>
                </a:lnTo>
                <a:lnTo>
                  <a:pt x="1280714" y="1459503"/>
                </a:lnTo>
                <a:lnTo>
                  <a:pt x="0" y="1459503"/>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3" id="13"/>
          <p:cNvSpPr/>
          <p:nvPr/>
        </p:nvSpPr>
        <p:spPr>
          <a:xfrm flipH="false" flipV="false" rot="0">
            <a:off x="9264055" y="4592058"/>
            <a:ext cx="2600451" cy="1459503"/>
          </a:xfrm>
          <a:custGeom>
            <a:avLst/>
            <a:gdLst/>
            <a:ahLst/>
            <a:cxnLst/>
            <a:rect r="r" b="b" t="t" l="l"/>
            <a:pathLst>
              <a:path h="1459503" w="2600451">
                <a:moveTo>
                  <a:pt x="0" y="0"/>
                </a:moveTo>
                <a:lnTo>
                  <a:pt x="2600451" y="0"/>
                </a:lnTo>
                <a:lnTo>
                  <a:pt x="2600451" y="1459503"/>
                </a:lnTo>
                <a:lnTo>
                  <a:pt x="0" y="1459503"/>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4" id="14"/>
          <p:cNvSpPr/>
          <p:nvPr/>
        </p:nvSpPr>
        <p:spPr>
          <a:xfrm flipH="false" flipV="false" rot="0">
            <a:off x="12352187" y="4542687"/>
            <a:ext cx="1178422" cy="1558244"/>
          </a:xfrm>
          <a:custGeom>
            <a:avLst/>
            <a:gdLst/>
            <a:ahLst/>
            <a:cxnLst/>
            <a:rect r="r" b="b" t="t" l="l"/>
            <a:pathLst>
              <a:path h="1558244" w="1178422">
                <a:moveTo>
                  <a:pt x="0" y="0"/>
                </a:moveTo>
                <a:lnTo>
                  <a:pt x="1178422" y="0"/>
                </a:lnTo>
                <a:lnTo>
                  <a:pt x="1178422" y="1558245"/>
                </a:lnTo>
                <a:lnTo>
                  <a:pt x="0" y="1558245"/>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15" id="15"/>
          <p:cNvSpPr/>
          <p:nvPr/>
        </p:nvSpPr>
        <p:spPr>
          <a:xfrm flipH="false" flipV="false" rot="0">
            <a:off x="1293559" y="6405355"/>
            <a:ext cx="1187202" cy="1281729"/>
          </a:xfrm>
          <a:custGeom>
            <a:avLst/>
            <a:gdLst/>
            <a:ahLst/>
            <a:cxnLst/>
            <a:rect r="r" b="b" t="t" l="l"/>
            <a:pathLst>
              <a:path h="1281729" w="1187202">
                <a:moveTo>
                  <a:pt x="0" y="0"/>
                </a:moveTo>
                <a:lnTo>
                  <a:pt x="1187202" y="0"/>
                </a:lnTo>
                <a:lnTo>
                  <a:pt x="1187202" y="1281729"/>
                </a:lnTo>
                <a:lnTo>
                  <a:pt x="0" y="1281729"/>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6" id="16"/>
          <p:cNvSpPr/>
          <p:nvPr/>
        </p:nvSpPr>
        <p:spPr>
          <a:xfrm flipH="false" flipV="false" rot="0">
            <a:off x="3109843" y="6405355"/>
            <a:ext cx="1281729" cy="1281729"/>
          </a:xfrm>
          <a:custGeom>
            <a:avLst/>
            <a:gdLst/>
            <a:ahLst/>
            <a:cxnLst/>
            <a:rect r="r" b="b" t="t" l="l"/>
            <a:pathLst>
              <a:path h="1281729" w="1281729">
                <a:moveTo>
                  <a:pt x="0" y="0"/>
                </a:moveTo>
                <a:lnTo>
                  <a:pt x="1281729" y="0"/>
                </a:lnTo>
                <a:lnTo>
                  <a:pt x="1281729" y="1281729"/>
                </a:lnTo>
                <a:lnTo>
                  <a:pt x="0" y="1281729"/>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17" id="17"/>
          <p:cNvSpPr/>
          <p:nvPr/>
        </p:nvSpPr>
        <p:spPr>
          <a:xfrm flipH="false" flipV="false" rot="0">
            <a:off x="4886521" y="6405355"/>
            <a:ext cx="1094276" cy="1281729"/>
          </a:xfrm>
          <a:custGeom>
            <a:avLst/>
            <a:gdLst/>
            <a:ahLst/>
            <a:cxnLst/>
            <a:rect r="r" b="b" t="t" l="l"/>
            <a:pathLst>
              <a:path h="1281729" w="1094276">
                <a:moveTo>
                  <a:pt x="0" y="0"/>
                </a:moveTo>
                <a:lnTo>
                  <a:pt x="1094277" y="0"/>
                </a:lnTo>
                <a:lnTo>
                  <a:pt x="1094277" y="1281729"/>
                </a:lnTo>
                <a:lnTo>
                  <a:pt x="0" y="1281729"/>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18" id="18"/>
          <p:cNvSpPr/>
          <p:nvPr/>
        </p:nvSpPr>
        <p:spPr>
          <a:xfrm flipH="false" flipV="false" rot="0">
            <a:off x="6205504" y="6479581"/>
            <a:ext cx="1255708" cy="1133276"/>
          </a:xfrm>
          <a:custGeom>
            <a:avLst/>
            <a:gdLst/>
            <a:ahLst/>
            <a:cxnLst/>
            <a:rect r="r" b="b" t="t" l="l"/>
            <a:pathLst>
              <a:path h="1133276" w="1255708">
                <a:moveTo>
                  <a:pt x="0" y="0"/>
                </a:moveTo>
                <a:lnTo>
                  <a:pt x="1255708" y="0"/>
                </a:lnTo>
                <a:lnTo>
                  <a:pt x="1255708" y="1133277"/>
                </a:lnTo>
                <a:lnTo>
                  <a:pt x="0" y="1133277"/>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19" id="19"/>
          <p:cNvSpPr/>
          <p:nvPr/>
        </p:nvSpPr>
        <p:spPr>
          <a:xfrm flipH="false" flipV="false" rot="0">
            <a:off x="7892946" y="6405355"/>
            <a:ext cx="1347416" cy="1281729"/>
          </a:xfrm>
          <a:custGeom>
            <a:avLst/>
            <a:gdLst/>
            <a:ahLst/>
            <a:cxnLst/>
            <a:rect r="r" b="b" t="t" l="l"/>
            <a:pathLst>
              <a:path h="1281729" w="1347416">
                <a:moveTo>
                  <a:pt x="0" y="0"/>
                </a:moveTo>
                <a:lnTo>
                  <a:pt x="1347416" y="0"/>
                </a:lnTo>
                <a:lnTo>
                  <a:pt x="1347416" y="1281729"/>
                </a:lnTo>
                <a:lnTo>
                  <a:pt x="0" y="1281729"/>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20" id="20"/>
          <p:cNvSpPr/>
          <p:nvPr/>
        </p:nvSpPr>
        <p:spPr>
          <a:xfrm flipH="false" flipV="false" rot="0">
            <a:off x="9565672" y="6405355"/>
            <a:ext cx="1592210" cy="1281729"/>
          </a:xfrm>
          <a:custGeom>
            <a:avLst/>
            <a:gdLst/>
            <a:ahLst/>
            <a:cxnLst/>
            <a:rect r="r" b="b" t="t" l="l"/>
            <a:pathLst>
              <a:path h="1281729" w="1592210">
                <a:moveTo>
                  <a:pt x="0" y="0"/>
                </a:moveTo>
                <a:lnTo>
                  <a:pt x="1592210" y="0"/>
                </a:lnTo>
                <a:lnTo>
                  <a:pt x="1592210" y="1281729"/>
                </a:lnTo>
                <a:lnTo>
                  <a:pt x="0" y="1281729"/>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sp>
        <p:nvSpPr>
          <p:cNvPr name="Freeform 21" id="21"/>
          <p:cNvSpPr/>
          <p:nvPr/>
        </p:nvSpPr>
        <p:spPr>
          <a:xfrm flipH="false" flipV="false" rot="0">
            <a:off x="11483642" y="6405355"/>
            <a:ext cx="1156761" cy="1281729"/>
          </a:xfrm>
          <a:custGeom>
            <a:avLst/>
            <a:gdLst/>
            <a:ahLst/>
            <a:cxnLst/>
            <a:rect r="r" b="b" t="t" l="l"/>
            <a:pathLst>
              <a:path h="1281729" w="1156761">
                <a:moveTo>
                  <a:pt x="0" y="0"/>
                </a:moveTo>
                <a:lnTo>
                  <a:pt x="1156761" y="0"/>
                </a:lnTo>
                <a:lnTo>
                  <a:pt x="1156761" y="1281729"/>
                </a:lnTo>
                <a:lnTo>
                  <a:pt x="0" y="1281729"/>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sp>
        <p:nvSpPr>
          <p:cNvPr name="Freeform 22" id="22"/>
          <p:cNvSpPr/>
          <p:nvPr/>
        </p:nvSpPr>
        <p:spPr>
          <a:xfrm flipH="false" flipV="false" rot="0">
            <a:off x="14083059" y="4680945"/>
            <a:ext cx="1219245" cy="1281729"/>
          </a:xfrm>
          <a:custGeom>
            <a:avLst/>
            <a:gdLst/>
            <a:ahLst/>
            <a:cxnLst/>
            <a:rect r="r" b="b" t="t" l="l"/>
            <a:pathLst>
              <a:path h="1281729" w="1219245">
                <a:moveTo>
                  <a:pt x="0" y="0"/>
                </a:moveTo>
                <a:lnTo>
                  <a:pt x="1219245" y="0"/>
                </a:lnTo>
                <a:lnTo>
                  <a:pt x="1219245" y="1281729"/>
                </a:lnTo>
                <a:lnTo>
                  <a:pt x="0" y="1281729"/>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p:spPr>
      </p:sp>
      <p:sp>
        <p:nvSpPr>
          <p:cNvPr name="Freeform 23" id="23"/>
          <p:cNvSpPr/>
          <p:nvPr/>
        </p:nvSpPr>
        <p:spPr>
          <a:xfrm flipH="false" flipV="false" rot="0">
            <a:off x="4756173" y="8280566"/>
            <a:ext cx="1387855" cy="879553"/>
          </a:xfrm>
          <a:custGeom>
            <a:avLst/>
            <a:gdLst/>
            <a:ahLst/>
            <a:cxnLst/>
            <a:rect r="r" b="b" t="t" l="l"/>
            <a:pathLst>
              <a:path h="879553" w="1387855">
                <a:moveTo>
                  <a:pt x="0" y="0"/>
                </a:moveTo>
                <a:lnTo>
                  <a:pt x="1387855" y="0"/>
                </a:lnTo>
                <a:lnTo>
                  <a:pt x="1387855" y="879553"/>
                </a:lnTo>
                <a:lnTo>
                  <a:pt x="0" y="879553"/>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sp>
        <p:nvSpPr>
          <p:cNvPr name="Freeform 24" id="24"/>
          <p:cNvSpPr/>
          <p:nvPr/>
        </p:nvSpPr>
        <p:spPr>
          <a:xfrm flipH="false" flipV="false" rot="0">
            <a:off x="6672783" y="8223557"/>
            <a:ext cx="1234247" cy="993569"/>
          </a:xfrm>
          <a:custGeom>
            <a:avLst/>
            <a:gdLst/>
            <a:ahLst/>
            <a:cxnLst/>
            <a:rect r="r" b="b" t="t" l="l"/>
            <a:pathLst>
              <a:path h="993569" w="1234247">
                <a:moveTo>
                  <a:pt x="0" y="0"/>
                </a:moveTo>
                <a:lnTo>
                  <a:pt x="1234248" y="0"/>
                </a:lnTo>
                <a:lnTo>
                  <a:pt x="1234248" y="993570"/>
                </a:lnTo>
                <a:lnTo>
                  <a:pt x="0" y="993570"/>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Freeform 25" id="25"/>
          <p:cNvSpPr/>
          <p:nvPr/>
        </p:nvSpPr>
        <p:spPr>
          <a:xfrm flipH="false" flipV="false" rot="0">
            <a:off x="8259826" y="8182384"/>
            <a:ext cx="1192150" cy="1075916"/>
          </a:xfrm>
          <a:custGeom>
            <a:avLst/>
            <a:gdLst/>
            <a:ahLst/>
            <a:cxnLst/>
            <a:rect r="r" b="b" t="t" l="l"/>
            <a:pathLst>
              <a:path h="1075916" w="1192150">
                <a:moveTo>
                  <a:pt x="0" y="0"/>
                </a:moveTo>
                <a:lnTo>
                  <a:pt x="1192151" y="0"/>
                </a:lnTo>
                <a:lnTo>
                  <a:pt x="1192151" y="1075916"/>
                </a:lnTo>
                <a:lnTo>
                  <a:pt x="0" y="1075916"/>
                </a:lnTo>
                <a:lnTo>
                  <a:pt x="0" y="0"/>
                </a:lnTo>
                <a:close/>
              </a:path>
            </a:pathLst>
          </a:custGeom>
          <a:blipFill>
            <a:blip r:embed="rId48">
              <a:extLst>
                <a:ext uri="{96DAC541-7B7A-43D3-8B79-37D633B846F1}">
                  <asvg:svgBlip xmlns:asvg="http://schemas.microsoft.com/office/drawing/2016/SVG/main" r:embed="rId49"/>
                </a:ext>
              </a:extLst>
            </a:blip>
            <a:stretch>
              <a:fillRect l="0" t="0" r="0" b="0"/>
            </a:stretch>
          </a:blipFill>
        </p:spPr>
      </p:sp>
      <p:sp>
        <p:nvSpPr>
          <p:cNvPr name="Freeform 26" id="26"/>
          <p:cNvSpPr/>
          <p:nvPr/>
        </p:nvSpPr>
        <p:spPr>
          <a:xfrm flipH="false" flipV="false" rot="0">
            <a:off x="9987244" y="8223557"/>
            <a:ext cx="654514" cy="993569"/>
          </a:xfrm>
          <a:custGeom>
            <a:avLst/>
            <a:gdLst/>
            <a:ahLst/>
            <a:cxnLst/>
            <a:rect r="r" b="b" t="t" l="l"/>
            <a:pathLst>
              <a:path h="993569" w="654514">
                <a:moveTo>
                  <a:pt x="0" y="0"/>
                </a:moveTo>
                <a:lnTo>
                  <a:pt x="654514" y="0"/>
                </a:lnTo>
                <a:lnTo>
                  <a:pt x="654514" y="993570"/>
                </a:lnTo>
                <a:lnTo>
                  <a:pt x="0" y="993570"/>
                </a:lnTo>
                <a:lnTo>
                  <a:pt x="0" y="0"/>
                </a:lnTo>
                <a:close/>
              </a:path>
            </a:pathLst>
          </a:custGeom>
          <a:blipFill>
            <a:blip r:embed="rId50">
              <a:extLst>
                <a:ext uri="{96DAC541-7B7A-43D3-8B79-37D633B846F1}">
                  <asvg:svgBlip xmlns:asvg="http://schemas.microsoft.com/office/drawing/2016/SVG/main" r:embed="rId51"/>
                </a:ext>
              </a:extLst>
            </a:blip>
            <a:stretch>
              <a:fillRect l="0" t="0" r="0" b="0"/>
            </a:stretch>
          </a:blipFill>
        </p:spPr>
      </p:sp>
      <p:sp>
        <p:nvSpPr>
          <p:cNvPr name="Freeform 27" id="27"/>
          <p:cNvSpPr/>
          <p:nvPr/>
        </p:nvSpPr>
        <p:spPr>
          <a:xfrm flipH="false" flipV="false" rot="0">
            <a:off x="11171118" y="8223557"/>
            <a:ext cx="1770279" cy="993569"/>
          </a:xfrm>
          <a:custGeom>
            <a:avLst/>
            <a:gdLst/>
            <a:ahLst/>
            <a:cxnLst/>
            <a:rect r="r" b="b" t="t" l="l"/>
            <a:pathLst>
              <a:path h="993569" w="1770279">
                <a:moveTo>
                  <a:pt x="0" y="0"/>
                </a:moveTo>
                <a:lnTo>
                  <a:pt x="1770280" y="0"/>
                </a:lnTo>
                <a:lnTo>
                  <a:pt x="1770280" y="993570"/>
                </a:lnTo>
                <a:lnTo>
                  <a:pt x="0" y="993570"/>
                </a:lnTo>
                <a:lnTo>
                  <a:pt x="0" y="0"/>
                </a:lnTo>
                <a:close/>
              </a:path>
            </a:pathLst>
          </a:custGeom>
          <a:blipFill>
            <a:blip r:embed="rId52">
              <a:extLst>
                <a:ext uri="{96DAC541-7B7A-43D3-8B79-37D633B846F1}">
                  <asvg:svgBlip xmlns:asvg="http://schemas.microsoft.com/office/drawing/2016/SVG/main" r:embed="rId53"/>
                </a:ext>
              </a:extLst>
            </a:blip>
            <a:stretch>
              <a:fillRect l="0" t="0" r="0" b="0"/>
            </a:stretch>
          </a:blipFill>
        </p:spPr>
      </p:sp>
      <p:sp>
        <p:nvSpPr>
          <p:cNvPr name="Freeform 28" id="28"/>
          <p:cNvSpPr/>
          <p:nvPr/>
        </p:nvSpPr>
        <p:spPr>
          <a:xfrm flipH="false" flipV="false" rot="0">
            <a:off x="15059776" y="6500571"/>
            <a:ext cx="1316799" cy="1091297"/>
          </a:xfrm>
          <a:custGeom>
            <a:avLst/>
            <a:gdLst/>
            <a:ahLst/>
            <a:cxnLst/>
            <a:rect r="r" b="b" t="t" l="l"/>
            <a:pathLst>
              <a:path h="1091297" w="1316799">
                <a:moveTo>
                  <a:pt x="0" y="0"/>
                </a:moveTo>
                <a:lnTo>
                  <a:pt x="1316799" y="0"/>
                </a:lnTo>
                <a:lnTo>
                  <a:pt x="1316799" y="1091297"/>
                </a:lnTo>
                <a:lnTo>
                  <a:pt x="0" y="1091297"/>
                </a:lnTo>
                <a:lnTo>
                  <a:pt x="0" y="0"/>
                </a:lnTo>
                <a:close/>
              </a:path>
            </a:pathLst>
          </a:custGeom>
          <a:blipFill>
            <a:blip r:embed="rId54">
              <a:extLst>
                <a:ext uri="{96DAC541-7B7A-43D3-8B79-37D633B846F1}">
                  <asvg:svgBlip xmlns:asvg="http://schemas.microsoft.com/office/drawing/2016/SVG/main" r:embed="rId55"/>
                </a:ext>
              </a:extLst>
            </a:blip>
            <a:stretch>
              <a:fillRect l="0" t="0" r="0" b="0"/>
            </a:stretch>
          </a:blipFill>
        </p:spPr>
      </p:sp>
      <p:sp>
        <p:nvSpPr>
          <p:cNvPr name="Freeform 29" id="29"/>
          <p:cNvSpPr/>
          <p:nvPr/>
        </p:nvSpPr>
        <p:spPr>
          <a:xfrm flipH="false" flipV="false" rot="0">
            <a:off x="13373460" y="6500571"/>
            <a:ext cx="1091297" cy="1091297"/>
          </a:xfrm>
          <a:custGeom>
            <a:avLst/>
            <a:gdLst/>
            <a:ahLst/>
            <a:cxnLst/>
            <a:rect r="r" b="b" t="t" l="l"/>
            <a:pathLst>
              <a:path h="1091297" w="1091297">
                <a:moveTo>
                  <a:pt x="0" y="0"/>
                </a:moveTo>
                <a:lnTo>
                  <a:pt x="1091298" y="0"/>
                </a:lnTo>
                <a:lnTo>
                  <a:pt x="1091298" y="1091297"/>
                </a:lnTo>
                <a:lnTo>
                  <a:pt x="0" y="1091297"/>
                </a:lnTo>
                <a:lnTo>
                  <a:pt x="0" y="0"/>
                </a:lnTo>
                <a:close/>
              </a:path>
            </a:pathLst>
          </a:custGeom>
          <a:blipFill>
            <a:blip r:embed="rId56">
              <a:extLst>
                <a:ext uri="{96DAC541-7B7A-43D3-8B79-37D633B846F1}">
                  <asvg:svgBlip xmlns:asvg="http://schemas.microsoft.com/office/drawing/2016/SVG/main" r:embed="rId57"/>
                </a:ext>
              </a:extLst>
            </a:blip>
            <a:stretch>
              <a:fillRect l="0" t="0" r="0" b="0"/>
            </a:stretch>
          </a:blipFill>
        </p:spPr>
      </p:sp>
      <p:sp>
        <p:nvSpPr>
          <p:cNvPr name="Freeform 30" id="30"/>
          <p:cNvSpPr/>
          <p:nvPr/>
        </p:nvSpPr>
        <p:spPr>
          <a:xfrm flipH="false" flipV="false" rot="0">
            <a:off x="15854754" y="4644387"/>
            <a:ext cx="1156699" cy="1354846"/>
          </a:xfrm>
          <a:custGeom>
            <a:avLst/>
            <a:gdLst/>
            <a:ahLst/>
            <a:cxnLst/>
            <a:rect r="r" b="b" t="t" l="l"/>
            <a:pathLst>
              <a:path h="1354846" w="1156699">
                <a:moveTo>
                  <a:pt x="0" y="0"/>
                </a:moveTo>
                <a:lnTo>
                  <a:pt x="1156699" y="0"/>
                </a:lnTo>
                <a:lnTo>
                  <a:pt x="1156699" y="1354845"/>
                </a:lnTo>
                <a:lnTo>
                  <a:pt x="0" y="1354845"/>
                </a:lnTo>
                <a:lnTo>
                  <a:pt x="0" y="0"/>
                </a:lnTo>
                <a:close/>
              </a:path>
            </a:pathLst>
          </a:custGeom>
          <a:blipFill>
            <a:blip r:embed="rId58">
              <a:extLst>
                <a:ext uri="{96DAC541-7B7A-43D3-8B79-37D633B846F1}">
                  <asvg:svgBlip xmlns:asvg="http://schemas.microsoft.com/office/drawing/2016/SVG/main" r:embed="rId59"/>
                </a:ext>
              </a:extLst>
            </a:blip>
            <a:stretch>
              <a:fillRect l="0" t="0" r="0" b="0"/>
            </a:stretch>
          </a:blipFill>
        </p:spPr>
      </p:sp>
      <p:sp>
        <p:nvSpPr>
          <p:cNvPr name="Freeform 31" id="31"/>
          <p:cNvSpPr/>
          <p:nvPr/>
        </p:nvSpPr>
        <p:spPr>
          <a:xfrm flipH="false" flipV="false" rot="0">
            <a:off x="15059776" y="2724280"/>
            <a:ext cx="1438146" cy="1297926"/>
          </a:xfrm>
          <a:custGeom>
            <a:avLst/>
            <a:gdLst/>
            <a:ahLst/>
            <a:cxnLst/>
            <a:rect r="r" b="b" t="t" l="l"/>
            <a:pathLst>
              <a:path h="1297926" w="1438146">
                <a:moveTo>
                  <a:pt x="0" y="0"/>
                </a:moveTo>
                <a:lnTo>
                  <a:pt x="1438146" y="0"/>
                </a:lnTo>
                <a:lnTo>
                  <a:pt x="1438146" y="1297926"/>
                </a:lnTo>
                <a:lnTo>
                  <a:pt x="0" y="1297926"/>
                </a:lnTo>
                <a:lnTo>
                  <a:pt x="0" y="0"/>
                </a:lnTo>
                <a:close/>
              </a:path>
            </a:pathLst>
          </a:custGeom>
          <a:blipFill>
            <a:blip r:embed="rId60">
              <a:extLst>
                <a:ext uri="{96DAC541-7B7A-43D3-8B79-37D633B846F1}">
                  <asvg:svgBlip xmlns:asvg="http://schemas.microsoft.com/office/drawing/2016/SVG/main" r:embed="rId61"/>
                </a:ext>
              </a:extLst>
            </a:blip>
            <a:stretch>
              <a:fillRect l="0" t="0" r="0" b="0"/>
            </a:stretch>
          </a:blipFill>
        </p:spPr>
      </p:sp>
      <p:sp>
        <p:nvSpPr>
          <p:cNvPr name="TextBox 32" id="32"/>
          <p:cNvSpPr txBox="true"/>
          <p:nvPr/>
        </p:nvSpPr>
        <p:spPr>
          <a:xfrm rot="0">
            <a:off x="1193732" y="1315990"/>
            <a:ext cx="9341960" cy="838200"/>
          </a:xfrm>
          <a:prstGeom prst="rect">
            <a:avLst/>
          </a:prstGeom>
        </p:spPr>
        <p:txBody>
          <a:bodyPr anchor="t" rtlCol="false" tIns="0" lIns="0" bIns="0" rIns="0">
            <a:spAutoFit/>
          </a:bodyPr>
          <a:lstStyle/>
          <a:p>
            <a:pPr algn="l" marL="0" indent="0" lvl="0">
              <a:lnSpc>
                <a:spcPts val="5400"/>
              </a:lnSpc>
              <a:spcBef>
                <a:spcPct val="0"/>
              </a:spcBef>
            </a:pPr>
            <a:r>
              <a:rPr lang="en-US" sz="6000">
                <a:solidFill>
                  <a:srgbClr val="000000"/>
                </a:solidFill>
                <a:latin typeface="Codec Pro"/>
                <a:ea typeface="Codec Pro"/>
                <a:cs typeface="Codec Pro"/>
                <a:sym typeface="Codec Pro"/>
              </a:rPr>
              <a:t>Elementos gráficos</a:t>
            </a:r>
          </a:p>
        </p:txBody>
      </p:sp>
    </p:spTree>
  </p:cSld>
  <p:clrMapOvr>
    <a:masterClrMapping/>
  </p:clrMapOvr>
</p:sld>
</file>

<file path=ppt/slides/slide3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042530"/>
            <a:ext cx="5243646" cy="1868805"/>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000000"/>
                </a:solidFill>
                <a:latin typeface="Open Sans"/>
                <a:ea typeface="Open Sans"/>
                <a:cs typeface="Open Sans"/>
                <a:sym typeface="Open Sans"/>
              </a:rPr>
              <a:t>Descubre la magia y la diversión en nuestras presentaciones. ¡Presione las siguientes teclas mientras está en el modo Presentación!</a:t>
            </a:r>
          </a:p>
          <a:p>
            <a:pPr algn="l" marL="0" indent="0" lvl="0">
              <a:lnSpc>
                <a:spcPts val="2520"/>
              </a:lnSpc>
              <a:spcBef>
                <a:spcPct val="0"/>
              </a:spcBef>
            </a:pPr>
          </a:p>
          <a:p>
            <a:pPr algn="l" marL="0" indent="0" lvl="0">
              <a:lnSpc>
                <a:spcPts val="2520"/>
              </a:lnSpc>
              <a:spcBef>
                <a:spcPct val="0"/>
              </a:spcBef>
            </a:pPr>
            <a:r>
              <a:rPr lang="en-US" sz="1800" strike="noStrike" u="none">
                <a:solidFill>
                  <a:srgbClr val="000000"/>
                </a:solidFill>
                <a:latin typeface="Open Sans"/>
                <a:ea typeface="Open Sans"/>
                <a:cs typeface="Open Sans"/>
                <a:sym typeface="Open Sans"/>
              </a:rPr>
              <a:t>Elimine u oculte esta página antes de presentarla. </a:t>
            </a:r>
          </a:p>
        </p:txBody>
      </p:sp>
      <p:sp>
        <p:nvSpPr>
          <p:cNvPr name="TextBox 3" id="3"/>
          <p:cNvSpPr txBox="true"/>
          <p:nvPr/>
        </p:nvSpPr>
        <p:spPr>
          <a:xfrm rot="0">
            <a:off x="1028700" y="1251941"/>
            <a:ext cx="4888960" cy="680720"/>
          </a:xfrm>
          <a:prstGeom prst="rect">
            <a:avLst/>
          </a:prstGeom>
        </p:spPr>
        <p:txBody>
          <a:bodyPr anchor="t" rtlCol="false" tIns="0" lIns="0" bIns="0" rIns="0">
            <a:spAutoFit/>
          </a:bodyPr>
          <a:lstStyle/>
          <a:p>
            <a:pPr algn="l" marL="0" indent="0" lvl="0">
              <a:lnSpc>
                <a:spcPts val="4839"/>
              </a:lnSpc>
              <a:spcBef>
                <a:spcPct val="0"/>
              </a:spcBef>
            </a:pPr>
            <a:r>
              <a:rPr lang="en-US" b="true" sz="3999" strike="noStrike" u="none">
                <a:solidFill>
                  <a:srgbClr val="000000"/>
                </a:solidFill>
                <a:latin typeface="Codec Pro Bold"/>
                <a:ea typeface="Codec Pro Bold"/>
                <a:cs typeface="Codec Pro Bold"/>
                <a:sym typeface="Codec Pro Bold"/>
              </a:rPr>
              <a:t>Atajos de teclado</a:t>
            </a:r>
          </a:p>
        </p:txBody>
      </p:sp>
      <p:grpSp>
        <p:nvGrpSpPr>
          <p:cNvPr name="Group 4" id="4"/>
          <p:cNvGrpSpPr/>
          <p:nvPr/>
        </p:nvGrpSpPr>
        <p:grpSpPr>
          <a:xfrm rot="0">
            <a:off x="8020138" y="1442503"/>
            <a:ext cx="1271235" cy="127123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146162" y="0"/>
                  </a:moveTo>
                  <a:lnTo>
                    <a:pt x="666638" y="0"/>
                  </a:lnTo>
                  <a:cubicBezTo>
                    <a:pt x="705403" y="0"/>
                    <a:pt x="742580" y="15399"/>
                    <a:pt x="769990" y="42810"/>
                  </a:cubicBezTo>
                  <a:cubicBezTo>
                    <a:pt x="797401" y="70220"/>
                    <a:pt x="812800" y="107397"/>
                    <a:pt x="812800" y="146162"/>
                  </a:cubicBezTo>
                  <a:lnTo>
                    <a:pt x="812800" y="666638"/>
                  </a:lnTo>
                  <a:cubicBezTo>
                    <a:pt x="812800" y="705403"/>
                    <a:pt x="797401" y="742580"/>
                    <a:pt x="769990" y="769990"/>
                  </a:cubicBezTo>
                  <a:cubicBezTo>
                    <a:pt x="742580" y="797401"/>
                    <a:pt x="705403" y="812800"/>
                    <a:pt x="666638" y="812800"/>
                  </a:cubicBezTo>
                  <a:lnTo>
                    <a:pt x="146162" y="812800"/>
                  </a:lnTo>
                  <a:cubicBezTo>
                    <a:pt x="107397" y="812800"/>
                    <a:pt x="70220" y="797401"/>
                    <a:pt x="42810" y="769990"/>
                  </a:cubicBezTo>
                  <a:cubicBezTo>
                    <a:pt x="15399" y="742580"/>
                    <a:pt x="0" y="705403"/>
                    <a:pt x="0" y="666638"/>
                  </a:cubicBezTo>
                  <a:lnTo>
                    <a:pt x="0" y="146162"/>
                  </a:lnTo>
                  <a:cubicBezTo>
                    <a:pt x="0" y="107397"/>
                    <a:pt x="15399" y="70220"/>
                    <a:pt x="42810" y="42810"/>
                  </a:cubicBezTo>
                  <a:cubicBezTo>
                    <a:pt x="70220" y="15399"/>
                    <a:pt x="107397" y="0"/>
                    <a:pt x="146162" y="0"/>
                  </a:cubicBezTo>
                  <a:close/>
                </a:path>
              </a:pathLst>
            </a:custGeom>
            <a:solidFill>
              <a:srgbClr val="FFECD0"/>
            </a:solidFill>
          </p:spPr>
        </p:sp>
        <p:sp>
          <p:nvSpPr>
            <p:cNvPr name="TextBox 6" id="6"/>
            <p:cNvSpPr txBox="true"/>
            <p:nvPr/>
          </p:nvSpPr>
          <p:spPr>
            <a:xfrm>
              <a:off x="0" y="-85725"/>
              <a:ext cx="812800" cy="898525"/>
            </a:xfrm>
            <a:prstGeom prst="rect">
              <a:avLst/>
            </a:prstGeom>
          </p:spPr>
          <p:txBody>
            <a:bodyPr anchor="ctr" rtlCol="false" tIns="50800" lIns="50800" bIns="50800" rIns="50800"/>
            <a:lstStyle/>
            <a:p>
              <a:pPr algn="ctr">
                <a:lnSpc>
                  <a:spcPts val="3900"/>
                </a:lnSpc>
              </a:pPr>
              <a:r>
                <a:rPr lang="en-US" sz="3000" spc="150">
                  <a:solidFill>
                    <a:srgbClr val="000000"/>
                  </a:solidFill>
                  <a:latin typeface="Codec Pro"/>
                  <a:ea typeface="Codec Pro"/>
                  <a:cs typeface="Codec Pro"/>
                  <a:sym typeface="Codec Pro"/>
                </a:rPr>
                <a:t>B</a:t>
              </a:r>
            </a:p>
          </p:txBody>
        </p:sp>
      </p:grpSp>
      <p:grpSp>
        <p:nvGrpSpPr>
          <p:cNvPr name="Group 7" id="7"/>
          <p:cNvGrpSpPr/>
          <p:nvPr/>
        </p:nvGrpSpPr>
        <p:grpSpPr>
          <a:xfrm rot="0">
            <a:off x="8020138" y="3421212"/>
            <a:ext cx="1271235" cy="127123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146162" y="0"/>
                  </a:moveTo>
                  <a:lnTo>
                    <a:pt x="666638" y="0"/>
                  </a:lnTo>
                  <a:cubicBezTo>
                    <a:pt x="705403" y="0"/>
                    <a:pt x="742580" y="15399"/>
                    <a:pt x="769990" y="42810"/>
                  </a:cubicBezTo>
                  <a:cubicBezTo>
                    <a:pt x="797401" y="70220"/>
                    <a:pt x="812800" y="107397"/>
                    <a:pt x="812800" y="146162"/>
                  </a:cubicBezTo>
                  <a:lnTo>
                    <a:pt x="812800" y="666638"/>
                  </a:lnTo>
                  <a:cubicBezTo>
                    <a:pt x="812800" y="705403"/>
                    <a:pt x="797401" y="742580"/>
                    <a:pt x="769990" y="769990"/>
                  </a:cubicBezTo>
                  <a:cubicBezTo>
                    <a:pt x="742580" y="797401"/>
                    <a:pt x="705403" y="812800"/>
                    <a:pt x="666638" y="812800"/>
                  </a:cubicBezTo>
                  <a:lnTo>
                    <a:pt x="146162" y="812800"/>
                  </a:lnTo>
                  <a:cubicBezTo>
                    <a:pt x="107397" y="812800"/>
                    <a:pt x="70220" y="797401"/>
                    <a:pt x="42810" y="769990"/>
                  </a:cubicBezTo>
                  <a:cubicBezTo>
                    <a:pt x="15399" y="742580"/>
                    <a:pt x="0" y="705403"/>
                    <a:pt x="0" y="666638"/>
                  </a:cubicBezTo>
                  <a:lnTo>
                    <a:pt x="0" y="146162"/>
                  </a:lnTo>
                  <a:cubicBezTo>
                    <a:pt x="0" y="107397"/>
                    <a:pt x="15399" y="70220"/>
                    <a:pt x="42810" y="42810"/>
                  </a:cubicBezTo>
                  <a:cubicBezTo>
                    <a:pt x="70220" y="15399"/>
                    <a:pt x="107397" y="0"/>
                    <a:pt x="146162" y="0"/>
                  </a:cubicBezTo>
                  <a:close/>
                </a:path>
              </a:pathLst>
            </a:custGeom>
            <a:solidFill>
              <a:srgbClr val="FFECD0"/>
            </a:solidFill>
          </p:spPr>
        </p:sp>
        <p:sp>
          <p:nvSpPr>
            <p:cNvPr name="TextBox 9" id="9"/>
            <p:cNvSpPr txBox="true"/>
            <p:nvPr/>
          </p:nvSpPr>
          <p:spPr>
            <a:xfrm>
              <a:off x="0" y="-85725"/>
              <a:ext cx="812800" cy="898525"/>
            </a:xfrm>
            <a:prstGeom prst="rect">
              <a:avLst/>
            </a:prstGeom>
          </p:spPr>
          <p:txBody>
            <a:bodyPr anchor="ctr" rtlCol="false" tIns="50800" lIns="50800" bIns="50800" rIns="50800"/>
            <a:lstStyle/>
            <a:p>
              <a:pPr algn="ctr">
                <a:lnSpc>
                  <a:spcPts val="3900"/>
                </a:lnSpc>
              </a:pPr>
              <a:r>
                <a:rPr lang="en-US" sz="3000" spc="150">
                  <a:solidFill>
                    <a:srgbClr val="000000"/>
                  </a:solidFill>
                  <a:latin typeface="Codec Pro"/>
                  <a:ea typeface="Codec Pro"/>
                  <a:cs typeface="Codec Pro"/>
                  <a:sym typeface="Codec Pro"/>
                </a:rPr>
                <a:t>D</a:t>
              </a:r>
            </a:p>
          </p:txBody>
        </p:sp>
      </p:grpSp>
      <p:grpSp>
        <p:nvGrpSpPr>
          <p:cNvPr name="Group 10" id="10"/>
          <p:cNvGrpSpPr/>
          <p:nvPr/>
        </p:nvGrpSpPr>
        <p:grpSpPr>
          <a:xfrm rot="0">
            <a:off x="8020138" y="5381347"/>
            <a:ext cx="1271235" cy="127123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146162" y="0"/>
                  </a:moveTo>
                  <a:lnTo>
                    <a:pt x="666638" y="0"/>
                  </a:lnTo>
                  <a:cubicBezTo>
                    <a:pt x="705403" y="0"/>
                    <a:pt x="742580" y="15399"/>
                    <a:pt x="769990" y="42810"/>
                  </a:cubicBezTo>
                  <a:cubicBezTo>
                    <a:pt x="797401" y="70220"/>
                    <a:pt x="812800" y="107397"/>
                    <a:pt x="812800" y="146162"/>
                  </a:cubicBezTo>
                  <a:lnTo>
                    <a:pt x="812800" y="666638"/>
                  </a:lnTo>
                  <a:cubicBezTo>
                    <a:pt x="812800" y="705403"/>
                    <a:pt x="797401" y="742580"/>
                    <a:pt x="769990" y="769990"/>
                  </a:cubicBezTo>
                  <a:cubicBezTo>
                    <a:pt x="742580" y="797401"/>
                    <a:pt x="705403" y="812800"/>
                    <a:pt x="666638" y="812800"/>
                  </a:cubicBezTo>
                  <a:lnTo>
                    <a:pt x="146162" y="812800"/>
                  </a:lnTo>
                  <a:cubicBezTo>
                    <a:pt x="107397" y="812800"/>
                    <a:pt x="70220" y="797401"/>
                    <a:pt x="42810" y="769990"/>
                  </a:cubicBezTo>
                  <a:cubicBezTo>
                    <a:pt x="15399" y="742580"/>
                    <a:pt x="0" y="705403"/>
                    <a:pt x="0" y="666638"/>
                  </a:cubicBezTo>
                  <a:lnTo>
                    <a:pt x="0" y="146162"/>
                  </a:lnTo>
                  <a:cubicBezTo>
                    <a:pt x="0" y="107397"/>
                    <a:pt x="15399" y="70220"/>
                    <a:pt x="42810" y="42810"/>
                  </a:cubicBezTo>
                  <a:cubicBezTo>
                    <a:pt x="70220" y="15399"/>
                    <a:pt x="107397" y="0"/>
                    <a:pt x="146162" y="0"/>
                  </a:cubicBezTo>
                  <a:close/>
                </a:path>
              </a:pathLst>
            </a:custGeom>
            <a:solidFill>
              <a:srgbClr val="FFECD0"/>
            </a:solidFill>
          </p:spPr>
        </p:sp>
        <p:sp>
          <p:nvSpPr>
            <p:cNvPr name="TextBox 12" id="12"/>
            <p:cNvSpPr txBox="true"/>
            <p:nvPr/>
          </p:nvSpPr>
          <p:spPr>
            <a:xfrm>
              <a:off x="0" y="-85725"/>
              <a:ext cx="812800" cy="898525"/>
            </a:xfrm>
            <a:prstGeom prst="rect">
              <a:avLst/>
            </a:prstGeom>
          </p:spPr>
          <p:txBody>
            <a:bodyPr anchor="ctr" rtlCol="false" tIns="50800" lIns="50800" bIns="50800" rIns="50800"/>
            <a:lstStyle/>
            <a:p>
              <a:pPr algn="ctr">
                <a:lnSpc>
                  <a:spcPts val="3900"/>
                </a:lnSpc>
              </a:pPr>
              <a:r>
                <a:rPr lang="en-US" sz="3000" spc="150">
                  <a:solidFill>
                    <a:srgbClr val="000000"/>
                  </a:solidFill>
                  <a:latin typeface="Codec Pro"/>
                  <a:ea typeface="Codec Pro"/>
                  <a:cs typeface="Codec Pro"/>
                  <a:sym typeface="Codec Pro"/>
                </a:rPr>
                <a:t>O</a:t>
              </a:r>
            </a:p>
          </p:txBody>
        </p:sp>
      </p:grpSp>
      <p:grpSp>
        <p:nvGrpSpPr>
          <p:cNvPr name="Group 13" id="13"/>
          <p:cNvGrpSpPr/>
          <p:nvPr/>
        </p:nvGrpSpPr>
        <p:grpSpPr>
          <a:xfrm rot="0">
            <a:off x="8020138" y="7573261"/>
            <a:ext cx="1271235" cy="127123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146162" y="0"/>
                  </a:moveTo>
                  <a:lnTo>
                    <a:pt x="666638" y="0"/>
                  </a:lnTo>
                  <a:cubicBezTo>
                    <a:pt x="705403" y="0"/>
                    <a:pt x="742580" y="15399"/>
                    <a:pt x="769990" y="42810"/>
                  </a:cubicBezTo>
                  <a:cubicBezTo>
                    <a:pt x="797401" y="70220"/>
                    <a:pt x="812800" y="107397"/>
                    <a:pt x="812800" y="146162"/>
                  </a:cubicBezTo>
                  <a:lnTo>
                    <a:pt x="812800" y="666638"/>
                  </a:lnTo>
                  <a:cubicBezTo>
                    <a:pt x="812800" y="705403"/>
                    <a:pt x="797401" y="742580"/>
                    <a:pt x="769990" y="769990"/>
                  </a:cubicBezTo>
                  <a:cubicBezTo>
                    <a:pt x="742580" y="797401"/>
                    <a:pt x="705403" y="812800"/>
                    <a:pt x="666638" y="812800"/>
                  </a:cubicBezTo>
                  <a:lnTo>
                    <a:pt x="146162" y="812800"/>
                  </a:lnTo>
                  <a:cubicBezTo>
                    <a:pt x="107397" y="812800"/>
                    <a:pt x="70220" y="797401"/>
                    <a:pt x="42810" y="769990"/>
                  </a:cubicBezTo>
                  <a:cubicBezTo>
                    <a:pt x="15399" y="742580"/>
                    <a:pt x="0" y="705403"/>
                    <a:pt x="0" y="666638"/>
                  </a:cubicBezTo>
                  <a:lnTo>
                    <a:pt x="0" y="146162"/>
                  </a:lnTo>
                  <a:cubicBezTo>
                    <a:pt x="0" y="107397"/>
                    <a:pt x="15399" y="70220"/>
                    <a:pt x="42810" y="42810"/>
                  </a:cubicBezTo>
                  <a:cubicBezTo>
                    <a:pt x="70220" y="15399"/>
                    <a:pt x="107397" y="0"/>
                    <a:pt x="146162" y="0"/>
                  </a:cubicBezTo>
                  <a:close/>
                </a:path>
              </a:pathLst>
            </a:custGeom>
            <a:solidFill>
              <a:srgbClr val="FFECD0"/>
            </a:solidFill>
          </p:spPr>
        </p:sp>
        <p:sp>
          <p:nvSpPr>
            <p:cNvPr name="TextBox 15" id="15"/>
            <p:cNvSpPr txBox="true"/>
            <p:nvPr/>
          </p:nvSpPr>
          <p:spPr>
            <a:xfrm>
              <a:off x="0" y="-85725"/>
              <a:ext cx="812800" cy="898525"/>
            </a:xfrm>
            <a:prstGeom prst="rect">
              <a:avLst/>
            </a:prstGeom>
          </p:spPr>
          <p:txBody>
            <a:bodyPr anchor="ctr" rtlCol="false" tIns="50800" lIns="50800" bIns="50800" rIns="50800"/>
            <a:lstStyle/>
            <a:p>
              <a:pPr algn="ctr">
                <a:lnSpc>
                  <a:spcPts val="3900"/>
                </a:lnSpc>
              </a:pPr>
              <a:r>
                <a:rPr lang="en-US" sz="3000" spc="150">
                  <a:solidFill>
                    <a:srgbClr val="000000"/>
                  </a:solidFill>
                  <a:latin typeface="Codec Pro"/>
                  <a:ea typeface="Codec Pro"/>
                  <a:cs typeface="Codec Pro"/>
                  <a:sym typeface="Codec Pro"/>
                </a:rPr>
                <a:t>U</a:t>
              </a:r>
            </a:p>
          </p:txBody>
        </p:sp>
      </p:grpSp>
      <p:grpSp>
        <p:nvGrpSpPr>
          <p:cNvPr name="Group 16" id="16"/>
          <p:cNvGrpSpPr/>
          <p:nvPr/>
        </p:nvGrpSpPr>
        <p:grpSpPr>
          <a:xfrm rot="0">
            <a:off x="12775989" y="1442503"/>
            <a:ext cx="1271235" cy="127123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146162" y="0"/>
                  </a:moveTo>
                  <a:lnTo>
                    <a:pt x="666638" y="0"/>
                  </a:lnTo>
                  <a:cubicBezTo>
                    <a:pt x="705403" y="0"/>
                    <a:pt x="742580" y="15399"/>
                    <a:pt x="769990" y="42810"/>
                  </a:cubicBezTo>
                  <a:cubicBezTo>
                    <a:pt x="797401" y="70220"/>
                    <a:pt x="812800" y="107397"/>
                    <a:pt x="812800" y="146162"/>
                  </a:cubicBezTo>
                  <a:lnTo>
                    <a:pt x="812800" y="666638"/>
                  </a:lnTo>
                  <a:cubicBezTo>
                    <a:pt x="812800" y="705403"/>
                    <a:pt x="797401" y="742580"/>
                    <a:pt x="769990" y="769990"/>
                  </a:cubicBezTo>
                  <a:cubicBezTo>
                    <a:pt x="742580" y="797401"/>
                    <a:pt x="705403" y="812800"/>
                    <a:pt x="666638" y="812800"/>
                  </a:cubicBezTo>
                  <a:lnTo>
                    <a:pt x="146162" y="812800"/>
                  </a:lnTo>
                  <a:cubicBezTo>
                    <a:pt x="107397" y="812800"/>
                    <a:pt x="70220" y="797401"/>
                    <a:pt x="42810" y="769990"/>
                  </a:cubicBezTo>
                  <a:cubicBezTo>
                    <a:pt x="15399" y="742580"/>
                    <a:pt x="0" y="705403"/>
                    <a:pt x="0" y="666638"/>
                  </a:cubicBezTo>
                  <a:lnTo>
                    <a:pt x="0" y="146162"/>
                  </a:lnTo>
                  <a:cubicBezTo>
                    <a:pt x="0" y="107397"/>
                    <a:pt x="15399" y="70220"/>
                    <a:pt x="42810" y="42810"/>
                  </a:cubicBezTo>
                  <a:cubicBezTo>
                    <a:pt x="70220" y="15399"/>
                    <a:pt x="107397" y="0"/>
                    <a:pt x="146162" y="0"/>
                  </a:cubicBezTo>
                  <a:close/>
                </a:path>
              </a:pathLst>
            </a:custGeom>
            <a:solidFill>
              <a:srgbClr val="FFECD0"/>
            </a:solidFill>
          </p:spPr>
        </p:sp>
        <p:sp>
          <p:nvSpPr>
            <p:cNvPr name="TextBox 18" id="18"/>
            <p:cNvSpPr txBox="true"/>
            <p:nvPr/>
          </p:nvSpPr>
          <p:spPr>
            <a:xfrm>
              <a:off x="0" y="-85725"/>
              <a:ext cx="812800" cy="898525"/>
            </a:xfrm>
            <a:prstGeom prst="rect">
              <a:avLst/>
            </a:prstGeom>
          </p:spPr>
          <p:txBody>
            <a:bodyPr anchor="ctr" rtlCol="false" tIns="50800" lIns="50800" bIns="50800" rIns="50800"/>
            <a:lstStyle/>
            <a:p>
              <a:pPr algn="ctr">
                <a:lnSpc>
                  <a:spcPts val="3900"/>
                </a:lnSpc>
              </a:pPr>
              <a:r>
                <a:rPr lang="en-US" sz="3000" spc="150">
                  <a:solidFill>
                    <a:srgbClr val="000000"/>
                  </a:solidFill>
                  <a:latin typeface="Codec Pro"/>
                  <a:ea typeface="Codec Pro"/>
                  <a:cs typeface="Codec Pro"/>
                  <a:sym typeface="Codec Pro"/>
                </a:rPr>
                <a:t>C</a:t>
              </a:r>
            </a:p>
          </p:txBody>
        </p:sp>
      </p:grpSp>
      <p:grpSp>
        <p:nvGrpSpPr>
          <p:cNvPr name="Group 19" id="19"/>
          <p:cNvGrpSpPr/>
          <p:nvPr/>
        </p:nvGrpSpPr>
        <p:grpSpPr>
          <a:xfrm rot="0">
            <a:off x="12775989" y="3421212"/>
            <a:ext cx="1271235" cy="127123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146162" y="0"/>
                  </a:moveTo>
                  <a:lnTo>
                    <a:pt x="666638" y="0"/>
                  </a:lnTo>
                  <a:cubicBezTo>
                    <a:pt x="705403" y="0"/>
                    <a:pt x="742580" y="15399"/>
                    <a:pt x="769990" y="42810"/>
                  </a:cubicBezTo>
                  <a:cubicBezTo>
                    <a:pt x="797401" y="70220"/>
                    <a:pt x="812800" y="107397"/>
                    <a:pt x="812800" y="146162"/>
                  </a:cubicBezTo>
                  <a:lnTo>
                    <a:pt x="812800" y="666638"/>
                  </a:lnTo>
                  <a:cubicBezTo>
                    <a:pt x="812800" y="705403"/>
                    <a:pt x="797401" y="742580"/>
                    <a:pt x="769990" y="769990"/>
                  </a:cubicBezTo>
                  <a:cubicBezTo>
                    <a:pt x="742580" y="797401"/>
                    <a:pt x="705403" y="812800"/>
                    <a:pt x="666638" y="812800"/>
                  </a:cubicBezTo>
                  <a:lnTo>
                    <a:pt x="146162" y="812800"/>
                  </a:lnTo>
                  <a:cubicBezTo>
                    <a:pt x="107397" y="812800"/>
                    <a:pt x="70220" y="797401"/>
                    <a:pt x="42810" y="769990"/>
                  </a:cubicBezTo>
                  <a:cubicBezTo>
                    <a:pt x="15399" y="742580"/>
                    <a:pt x="0" y="705403"/>
                    <a:pt x="0" y="666638"/>
                  </a:cubicBezTo>
                  <a:lnTo>
                    <a:pt x="0" y="146162"/>
                  </a:lnTo>
                  <a:cubicBezTo>
                    <a:pt x="0" y="107397"/>
                    <a:pt x="15399" y="70220"/>
                    <a:pt x="42810" y="42810"/>
                  </a:cubicBezTo>
                  <a:cubicBezTo>
                    <a:pt x="70220" y="15399"/>
                    <a:pt x="107397" y="0"/>
                    <a:pt x="146162" y="0"/>
                  </a:cubicBezTo>
                  <a:close/>
                </a:path>
              </a:pathLst>
            </a:custGeom>
            <a:solidFill>
              <a:srgbClr val="FFECD0"/>
            </a:solidFill>
          </p:spPr>
        </p:sp>
        <p:sp>
          <p:nvSpPr>
            <p:cNvPr name="TextBox 21" id="21"/>
            <p:cNvSpPr txBox="true"/>
            <p:nvPr/>
          </p:nvSpPr>
          <p:spPr>
            <a:xfrm>
              <a:off x="0" y="-85725"/>
              <a:ext cx="812800" cy="898525"/>
            </a:xfrm>
            <a:prstGeom prst="rect">
              <a:avLst/>
            </a:prstGeom>
          </p:spPr>
          <p:txBody>
            <a:bodyPr anchor="ctr" rtlCol="false" tIns="50800" lIns="50800" bIns="50800" rIns="50800"/>
            <a:lstStyle/>
            <a:p>
              <a:pPr algn="ctr">
                <a:lnSpc>
                  <a:spcPts val="3900"/>
                </a:lnSpc>
              </a:pPr>
              <a:r>
                <a:rPr lang="en-US" sz="3000" spc="150">
                  <a:solidFill>
                    <a:srgbClr val="000000"/>
                  </a:solidFill>
                  <a:latin typeface="Codec Pro"/>
                  <a:ea typeface="Codec Pro"/>
                  <a:cs typeface="Codec Pro"/>
                  <a:sym typeface="Codec Pro"/>
                </a:rPr>
                <a:t>M</a:t>
              </a:r>
            </a:p>
          </p:txBody>
        </p:sp>
      </p:grpSp>
      <p:grpSp>
        <p:nvGrpSpPr>
          <p:cNvPr name="Group 22" id="22"/>
          <p:cNvGrpSpPr/>
          <p:nvPr/>
        </p:nvGrpSpPr>
        <p:grpSpPr>
          <a:xfrm rot="0">
            <a:off x="12775989" y="5381347"/>
            <a:ext cx="1271235" cy="1271235"/>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146162" y="0"/>
                  </a:moveTo>
                  <a:lnTo>
                    <a:pt x="666638" y="0"/>
                  </a:lnTo>
                  <a:cubicBezTo>
                    <a:pt x="705403" y="0"/>
                    <a:pt x="742580" y="15399"/>
                    <a:pt x="769990" y="42810"/>
                  </a:cubicBezTo>
                  <a:cubicBezTo>
                    <a:pt x="797401" y="70220"/>
                    <a:pt x="812800" y="107397"/>
                    <a:pt x="812800" y="146162"/>
                  </a:cubicBezTo>
                  <a:lnTo>
                    <a:pt x="812800" y="666638"/>
                  </a:lnTo>
                  <a:cubicBezTo>
                    <a:pt x="812800" y="705403"/>
                    <a:pt x="797401" y="742580"/>
                    <a:pt x="769990" y="769990"/>
                  </a:cubicBezTo>
                  <a:cubicBezTo>
                    <a:pt x="742580" y="797401"/>
                    <a:pt x="705403" y="812800"/>
                    <a:pt x="666638" y="812800"/>
                  </a:cubicBezTo>
                  <a:lnTo>
                    <a:pt x="146162" y="812800"/>
                  </a:lnTo>
                  <a:cubicBezTo>
                    <a:pt x="107397" y="812800"/>
                    <a:pt x="70220" y="797401"/>
                    <a:pt x="42810" y="769990"/>
                  </a:cubicBezTo>
                  <a:cubicBezTo>
                    <a:pt x="15399" y="742580"/>
                    <a:pt x="0" y="705403"/>
                    <a:pt x="0" y="666638"/>
                  </a:cubicBezTo>
                  <a:lnTo>
                    <a:pt x="0" y="146162"/>
                  </a:lnTo>
                  <a:cubicBezTo>
                    <a:pt x="0" y="107397"/>
                    <a:pt x="15399" y="70220"/>
                    <a:pt x="42810" y="42810"/>
                  </a:cubicBezTo>
                  <a:cubicBezTo>
                    <a:pt x="70220" y="15399"/>
                    <a:pt x="107397" y="0"/>
                    <a:pt x="146162" y="0"/>
                  </a:cubicBezTo>
                  <a:close/>
                </a:path>
              </a:pathLst>
            </a:custGeom>
            <a:solidFill>
              <a:srgbClr val="FFECD0"/>
            </a:solidFill>
          </p:spPr>
        </p:sp>
        <p:sp>
          <p:nvSpPr>
            <p:cNvPr name="TextBox 24" id="24"/>
            <p:cNvSpPr txBox="true"/>
            <p:nvPr/>
          </p:nvSpPr>
          <p:spPr>
            <a:xfrm>
              <a:off x="0" y="-85725"/>
              <a:ext cx="812800" cy="898525"/>
            </a:xfrm>
            <a:prstGeom prst="rect">
              <a:avLst/>
            </a:prstGeom>
          </p:spPr>
          <p:txBody>
            <a:bodyPr anchor="ctr" rtlCol="false" tIns="50800" lIns="50800" bIns="50800" rIns="50800"/>
            <a:lstStyle/>
            <a:p>
              <a:pPr algn="ctr">
                <a:lnSpc>
                  <a:spcPts val="3900"/>
                </a:lnSpc>
              </a:pPr>
              <a:r>
                <a:rPr lang="en-US" sz="3000" spc="150">
                  <a:solidFill>
                    <a:srgbClr val="000000"/>
                  </a:solidFill>
                  <a:latin typeface="Codec Pro"/>
                  <a:ea typeface="Codec Pro"/>
                  <a:cs typeface="Codec Pro"/>
                  <a:sym typeface="Codec Pro"/>
                </a:rPr>
                <a:t>Q</a:t>
              </a:r>
            </a:p>
          </p:txBody>
        </p:sp>
      </p:grpSp>
      <p:grpSp>
        <p:nvGrpSpPr>
          <p:cNvPr name="Group 25" id="25"/>
          <p:cNvGrpSpPr/>
          <p:nvPr/>
        </p:nvGrpSpPr>
        <p:grpSpPr>
          <a:xfrm rot="0">
            <a:off x="12775989" y="7573261"/>
            <a:ext cx="1271235" cy="1271235"/>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146162" y="0"/>
                  </a:moveTo>
                  <a:lnTo>
                    <a:pt x="666638" y="0"/>
                  </a:lnTo>
                  <a:cubicBezTo>
                    <a:pt x="705403" y="0"/>
                    <a:pt x="742580" y="15399"/>
                    <a:pt x="769990" y="42810"/>
                  </a:cubicBezTo>
                  <a:cubicBezTo>
                    <a:pt x="797401" y="70220"/>
                    <a:pt x="812800" y="107397"/>
                    <a:pt x="812800" y="146162"/>
                  </a:cubicBezTo>
                  <a:lnTo>
                    <a:pt x="812800" y="666638"/>
                  </a:lnTo>
                  <a:cubicBezTo>
                    <a:pt x="812800" y="705403"/>
                    <a:pt x="797401" y="742580"/>
                    <a:pt x="769990" y="769990"/>
                  </a:cubicBezTo>
                  <a:cubicBezTo>
                    <a:pt x="742580" y="797401"/>
                    <a:pt x="705403" y="812800"/>
                    <a:pt x="666638" y="812800"/>
                  </a:cubicBezTo>
                  <a:lnTo>
                    <a:pt x="146162" y="812800"/>
                  </a:lnTo>
                  <a:cubicBezTo>
                    <a:pt x="107397" y="812800"/>
                    <a:pt x="70220" y="797401"/>
                    <a:pt x="42810" y="769990"/>
                  </a:cubicBezTo>
                  <a:cubicBezTo>
                    <a:pt x="15399" y="742580"/>
                    <a:pt x="0" y="705403"/>
                    <a:pt x="0" y="666638"/>
                  </a:cubicBezTo>
                  <a:lnTo>
                    <a:pt x="0" y="146162"/>
                  </a:lnTo>
                  <a:cubicBezTo>
                    <a:pt x="0" y="107397"/>
                    <a:pt x="15399" y="70220"/>
                    <a:pt x="42810" y="42810"/>
                  </a:cubicBezTo>
                  <a:cubicBezTo>
                    <a:pt x="70220" y="15399"/>
                    <a:pt x="107397" y="0"/>
                    <a:pt x="146162" y="0"/>
                  </a:cubicBezTo>
                  <a:close/>
                </a:path>
              </a:pathLst>
            </a:custGeom>
            <a:solidFill>
              <a:srgbClr val="FFECD0"/>
            </a:solidFill>
          </p:spPr>
        </p:sp>
        <p:sp>
          <p:nvSpPr>
            <p:cNvPr name="TextBox 27" id="27"/>
            <p:cNvSpPr txBox="true"/>
            <p:nvPr/>
          </p:nvSpPr>
          <p:spPr>
            <a:xfrm>
              <a:off x="0" y="-85725"/>
              <a:ext cx="812800" cy="898525"/>
            </a:xfrm>
            <a:prstGeom prst="rect">
              <a:avLst/>
            </a:prstGeom>
          </p:spPr>
          <p:txBody>
            <a:bodyPr anchor="ctr" rtlCol="false" tIns="50800" lIns="50800" bIns="50800" rIns="50800"/>
            <a:lstStyle/>
            <a:p>
              <a:pPr algn="ctr">
                <a:lnSpc>
                  <a:spcPts val="3900"/>
                </a:lnSpc>
              </a:pPr>
              <a:r>
                <a:rPr lang="en-US" sz="3000" spc="150">
                  <a:solidFill>
                    <a:srgbClr val="000000"/>
                  </a:solidFill>
                  <a:latin typeface="Codec Pro"/>
                  <a:ea typeface="Codec Pro"/>
                  <a:cs typeface="Codec Pro"/>
                  <a:sym typeface="Codec Pro"/>
                </a:rPr>
                <a:t>0-9</a:t>
              </a:r>
            </a:p>
          </p:txBody>
        </p:sp>
      </p:grpSp>
      <p:sp>
        <p:nvSpPr>
          <p:cNvPr name="TextBox 28" id="28"/>
          <p:cNvSpPr txBox="true"/>
          <p:nvPr/>
        </p:nvSpPr>
        <p:spPr>
          <a:xfrm rot="0">
            <a:off x="9572343" y="1932389"/>
            <a:ext cx="2237305" cy="281940"/>
          </a:xfrm>
          <a:prstGeom prst="rect">
            <a:avLst/>
          </a:prstGeom>
        </p:spPr>
        <p:txBody>
          <a:bodyPr anchor="t" rtlCol="false" tIns="0" lIns="0" bIns="0" rIns="0">
            <a:spAutoFit/>
          </a:bodyPr>
          <a:lstStyle/>
          <a:p>
            <a:pPr algn="l" marL="0" indent="0" lvl="0">
              <a:lnSpc>
                <a:spcPts val="2340"/>
              </a:lnSpc>
            </a:pPr>
            <a:r>
              <a:rPr lang="en-US" b="true" sz="1800">
                <a:solidFill>
                  <a:srgbClr val="000000"/>
                </a:solidFill>
                <a:latin typeface="Open Sans Bold"/>
                <a:ea typeface="Open Sans Bold"/>
                <a:cs typeface="Open Sans Bold"/>
                <a:sym typeface="Open Sans Bold"/>
              </a:rPr>
              <a:t>Desenfoque.</a:t>
            </a:r>
          </a:p>
        </p:txBody>
      </p:sp>
      <p:sp>
        <p:nvSpPr>
          <p:cNvPr name="TextBox 29" id="29"/>
          <p:cNvSpPr txBox="true"/>
          <p:nvPr/>
        </p:nvSpPr>
        <p:spPr>
          <a:xfrm rot="0">
            <a:off x="9572343" y="3754173"/>
            <a:ext cx="2237305" cy="577215"/>
          </a:xfrm>
          <a:prstGeom prst="rect">
            <a:avLst/>
          </a:prstGeom>
        </p:spPr>
        <p:txBody>
          <a:bodyPr anchor="t" rtlCol="false" tIns="0" lIns="0" bIns="0" rIns="0">
            <a:spAutoFit/>
          </a:bodyPr>
          <a:lstStyle/>
          <a:p>
            <a:pPr algn="l" marL="0" indent="0" lvl="0">
              <a:lnSpc>
                <a:spcPts val="2340"/>
              </a:lnSpc>
            </a:pPr>
            <a:r>
              <a:rPr lang="en-US" b="true" sz="1800">
                <a:solidFill>
                  <a:srgbClr val="000000"/>
                </a:solidFill>
                <a:latin typeface="Open Sans Bold"/>
                <a:ea typeface="Open Sans Bold"/>
                <a:cs typeface="Open Sans Bold"/>
                <a:sym typeface="Open Sans Bold"/>
              </a:rPr>
              <a:t>Redoble de tambores.</a:t>
            </a:r>
          </a:p>
        </p:txBody>
      </p:sp>
      <p:sp>
        <p:nvSpPr>
          <p:cNvPr name="TextBox 30" id="30"/>
          <p:cNvSpPr txBox="true"/>
          <p:nvPr/>
        </p:nvSpPr>
        <p:spPr>
          <a:xfrm rot="0">
            <a:off x="9572343" y="5871232"/>
            <a:ext cx="2237305" cy="281940"/>
          </a:xfrm>
          <a:prstGeom prst="rect">
            <a:avLst/>
          </a:prstGeom>
        </p:spPr>
        <p:txBody>
          <a:bodyPr anchor="t" rtlCol="false" tIns="0" lIns="0" bIns="0" rIns="0">
            <a:spAutoFit/>
          </a:bodyPr>
          <a:lstStyle/>
          <a:p>
            <a:pPr algn="l" marL="0" indent="0" lvl="0">
              <a:lnSpc>
                <a:spcPts val="2340"/>
              </a:lnSpc>
            </a:pPr>
            <a:r>
              <a:rPr lang="en-US" b="true" sz="1800">
                <a:solidFill>
                  <a:srgbClr val="000000"/>
                </a:solidFill>
                <a:latin typeface="Open Sans Bold"/>
                <a:ea typeface="Open Sans Bold"/>
                <a:cs typeface="Open Sans Bold"/>
                <a:sym typeface="Open Sans Bold"/>
              </a:rPr>
              <a:t>Burbujas.</a:t>
            </a:r>
          </a:p>
        </p:txBody>
      </p:sp>
      <p:sp>
        <p:nvSpPr>
          <p:cNvPr name="TextBox 31" id="31"/>
          <p:cNvSpPr txBox="true"/>
          <p:nvPr/>
        </p:nvSpPr>
        <p:spPr>
          <a:xfrm rot="0">
            <a:off x="9572343" y="8063146"/>
            <a:ext cx="2237305" cy="281940"/>
          </a:xfrm>
          <a:prstGeom prst="rect">
            <a:avLst/>
          </a:prstGeom>
        </p:spPr>
        <p:txBody>
          <a:bodyPr anchor="t" rtlCol="false" tIns="0" lIns="0" bIns="0" rIns="0">
            <a:spAutoFit/>
          </a:bodyPr>
          <a:lstStyle/>
          <a:p>
            <a:pPr algn="l" marL="0" indent="0" lvl="0">
              <a:lnSpc>
                <a:spcPts val="2340"/>
              </a:lnSpc>
            </a:pPr>
            <a:r>
              <a:rPr lang="en-US" b="true" sz="1800">
                <a:solidFill>
                  <a:srgbClr val="000000"/>
                </a:solidFill>
                <a:latin typeface="Open Sans Bold"/>
                <a:ea typeface="Open Sans Bold"/>
                <a:cs typeface="Open Sans Bold"/>
                <a:sym typeface="Open Sans Bold"/>
              </a:rPr>
              <a:t>Desvelar.</a:t>
            </a:r>
          </a:p>
        </p:txBody>
      </p:sp>
      <p:sp>
        <p:nvSpPr>
          <p:cNvPr name="TextBox 32" id="32"/>
          <p:cNvSpPr txBox="true"/>
          <p:nvPr/>
        </p:nvSpPr>
        <p:spPr>
          <a:xfrm rot="0">
            <a:off x="14323449" y="1932389"/>
            <a:ext cx="2237305" cy="281940"/>
          </a:xfrm>
          <a:prstGeom prst="rect">
            <a:avLst/>
          </a:prstGeom>
        </p:spPr>
        <p:txBody>
          <a:bodyPr anchor="t" rtlCol="false" tIns="0" lIns="0" bIns="0" rIns="0">
            <a:spAutoFit/>
          </a:bodyPr>
          <a:lstStyle/>
          <a:p>
            <a:pPr algn="l" marL="0" indent="0" lvl="0">
              <a:lnSpc>
                <a:spcPts val="2340"/>
              </a:lnSpc>
            </a:pPr>
            <a:r>
              <a:rPr lang="en-US" b="true" sz="1800">
                <a:solidFill>
                  <a:srgbClr val="000000"/>
                </a:solidFill>
                <a:latin typeface="Open Sans Bold"/>
                <a:ea typeface="Open Sans Bold"/>
                <a:cs typeface="Open Sans Bold"/>
                <a:sym typeface="Open Sans Bold"/>
              </a:rPr>
              <a:t>Confeti.</a:t>
            </a:r>
          </a:p>
        </p:txBody>
      </p:sp>
      <p:sp>
        <p:nvSpPr>
          <p:cNvPr name="TextBox 33" id="33"/>
          <p:cNvSpPr txBox="true"/>
          <p:nvPr/>
        </p:nvSpPr>
        <p:spPr>
          <a:xfrm rot="0">
            <a:off x="14323449" y="3901810"/>
            <a:ext cx="2237305" cy="281940"/>
          </a:xfrm>
          <a:prstGeom prst="rect">
            <a:avLst/>
          </a:prstGeom>
        </p:spPr>
        <p:txBody>
          <a:bodyPr anchor="t" rtlCol="false" tIns="0" lIns="0" bIns="0" rIns="0">
            <a:spAutoFit/>
          </a:bodyPr>
          <a:lstStyle/>
          <a:p>
            <a:pPr algn="l" marL="0" indent="0" lvl="0">
              <a:lnSpc>
                <a:spcPts val="2340"/>
              </a:lnSpc>
            </a:pPr>
            <a:r>
              <a:rPr lang="en-US" b="true" sz="1800">
                <a:solidFill>
                  <a:srgbClr val="000000"/>
                </a:solidFill>
                <a:latin typeface="Open Sans Bold"/>
                <a:ea typeface="Open Sans Bold"/>
                <a:cs typeface="Open Sans Bold"/>
                <a:sym typeface="Open Sans Bold"/>
              </a:rPr>
              <a:t>Micrófono.</a:t>
            </a:r>
          </a:p>
        </p:txBody>
      </p:sp>
      <p:sp>
        <p:nvSpPr>
          <p:cNvPr name="TextBox 34" id="34"/>
          <p:cNvSpPr txBox="true"/>
          <p:nvPr/>
        </p:nvSpPr>
        <p:spPr>
          <a:xfrm rot="0">
            <a:off x="14323449" y="5871232"/>
            <a:ext cx="2237305" cy="281940"/>
          </a:xfrm>
          <a:prstGeom prst="rect">
            <a:avLst/>
          </a:prstGeom>
        </p:spPr>
        <p:txBody>
          <a:bodyPr anchor="t" rtlCol="false" tIns="0" lIns="0" bIns="0" rIns="0">
            <a:spAutoFit/>
          </a:bodyPr>
          <a:lstStyle/>
          <a:p>
            <a:pPr algn="l" marL="0" indent="0" lvl="0">
              <a:lnSpc>
                <a:spcPts val="2340"/>
              </a:lnSpc>
            </a:pPr>
            <a:r>
              <a:rPr lang="en-US" b="true" sz="1800">
                <a:solidFill>
                  <a:srgbClr val="000000"/>
                </a:solidFill>
                <a:latin typeface="Open Sans Bold"/>
                <a:ea typeface="Open Sans Bold"/>
                <a:cs typeface="Open Sans Bold"/>
                <a:sym typeface="Open Sans Bold"/>
              </a:rPr>
              <a:t>Silencio.</a:t>
            </a:r>
          </a:p>
        </p:txBody>
      </p:sp>
      <p:sp>
        <p:nvSpPr>
          <p:cNvPr name="TextBox 35" id="35"/>
          <p:cNvSpPr txBox="true"/>
          <p:nvPr/>
        </p:nvSpPr>
        <p:spPr>
          <a:xfrm rot="0">
            <a:off x="14323449" y="7767871"/>
            <a:ext cx="2237305" cy="872490"/>
          </a:xfrm>
          <a:prstGeom prst="rect">
            <a:avLst/>
          </a:prstGeom>
        </p:spPr>
        <p:txBody>
          <a:bodyPr anchor="t" rtlCol="false" tIns="0" lIns="0" bIns="0" rIns="0">
            <a:spAutoFit/>
          </a:bodyPr>
          <a:lstStyle/>
          <a:p>
            <a:pPr algn="l" marL="0" indent="0" lvl="0">
              <a:lnSpc>
                <a:spcPts val="2340"/>
              </a:lnSpc>
            </a:pPr>
            <a:r>
              <a:rPr lang="en-US" b="true" sz="1800">
                <a:solidFill>
                  <a:srgbClr val="000000"/>
                </a:solidFill>
                <a:latin typeface="Open Sans Bold"/>
                <a:ea typeface="Open Sans Bold"/>
                <a:cs typeface="Open Sans Bold"/>
                <a:sym typeface="Open Sans Bold"/>
              </a:rPr>
              <a:t>Cualquier número del 0 al 9 para un temporizador.</a:t>
            </a:r>
          </a:p>
        </p:txBody>
      </p:sp>
    </p:spTree>
  </p:cSld>
  <p:clrMapOvr>
    <a:masterClrMapping/>
  </p:clrMapOvr>
</p:sld>
</file>

<file path=ppt/slides/slide3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039474" y="1028700"/>
            <a:ext cx="10219826" cy="1090222"/>
            <a:chOff x="0" y="0"/>
            <a:chExt cx="3132092" cy="334123"/>
          </a:xfrm>
        </p:grpSpPr>
        <p:sp>
          <p:nvSpPr>
            <p:cNvPr name="Freeform 3" id="3"/>
            <p:cNvSpPr/>
            <p:nvPr/>
          </p:nvSpPr>
          <p:spPr>
            <a:xfrm flipH="false" flipV="false" rot="0">
              <a:off x="0" y="0"/>
              <a:ext cx="3132092" cy="334123"/>
            </a:xfrm>
            <a:custGeom>
              <a:avLst/>
              <a:gdLst/>
              <a:ahLst/>
              <a:cxnLst/>
              <a:rect r="r" b="b" t="t" l="l"/>
              <a:pathLst>
                <a:path h="334123" w="3132092">
                  <a:moveTo>
                    <a:pt x="16666" y="0"/>
                  </a:moveTo>
                  <a:lnTo>
                    <a:pt x="3115426" y="0"/>
                  </a:lnTo>
                  <a:cubicBezTo>
                    <a:pt x="3119846" y="0"/>
                    <a:pt x="3124085" y="1756"/>
                    <a:pt x="3127210" y="4881"/>
                  </a:cubicBezTo>
                  <a:cubicBezTo>
                    <a:pt x="3130336" y="8007"/>
                    <a:pt x="3132092" y="12246"/>
                    <a:pt x="3132092" y="16666"/>
                  </a:cubicBezTo>
                  <a:lnTo>
                    <a:pt x="3132092" y="317457"/>
                  </a:lnTo>
                  <a:cubicBezTo>
                    <a:pt x="3132092" y="321877"/>
                    <a:pt x="3130336" y="326116"/>
                    <a:pt x="3127210" y="329241"/>
                  </a:cubicBezTo>
                  <a:cubicBezTo>
                    <a:pt x="3124085" y="332367"/>
                    <a:pt x="3119846" y="334123"/>
                    <a:pt x="3115426" y="334123"/>
                  </a:cubicBezTo>
                  <a:lnTo>
                    <a:pt x="16666" y="334123"/>
                  </a:lnTo>
                  <a:cubicBezTo>
                    <a:pt x="12246" y="334123"/>
                    <a:pt x="8007" y="332367"/>
                    <a:pt x="4881" y="329241"/>
                  </a:cubicBezTo>
                  <a:cubicBezTo>
                    <a:pt x="1756" y="326116"/>
                    <a:pt x="0" y="321877"/>
                    <a:pt x="0" y="317457"/>
                  </a:cubicBezTo>
                  <a:lnTo>
                    <a:pt x="0" y="16666"/>
                  </a:lnTo>
                  <a:cubicBezTo>
                    <a:pt x="0" y="12246"/>
                    <a:pt x="1756" y="8007"/>
                    <a:pt x="4881" y="4881"/>
                  </a:cubicBezTo>
                  <a:cubicBezTo>
                    <a:pt x="8007" y="1756"/>
                    <a:pt x="12246" y="0"/>
                    <a:pt x="16666" y="0"/>
                  </a:cubicBezTo>
                  <a:close/>
                </a:path>
              </a:pathLst>
            </a:custGeom>
            <a:solidFill>
              <a:srgbClr val="FFECD0"/>
            </a:solidFill>
          </p:spPr>
        </p:sp>
        <p:sp>
          <p:nvSpPr>
            <p:cNvPr name="TextBox 4" id="4"/>
            <p:cNvSpPr txBox="true"/>
            <p:nvPr/>
          </p:nvSpPr>
          <p:spPr>
            <a:xfrm>
              <a:off x="0" y="-9525"/>
              <a:ext cx="3132092" cy="343648"/>
            </a:xfrm>
            <a:prstGeom prst="rect">
              <a:avLst/>
            </a:prstGeom>
          </p:spPr>
          <p:txBody>
            <a:bodyPr anchor="ctr" rtlCol="false" tIns="215900" lIns="215900" bIns="215900" rIns="215900"/>
            <a:lstStyle/>
            <a:p>
              <a:pPr algn="ctr">
                <a:lnSpc>
                  <a:spcPts val="2340"/>
                </a:lnSpc>
              </a:pPr>
              <a:r>
                <a:rPr lang="en-US" b="true" sz="1800" spc="89">
                  <a:solidFill>
                    <a:srgbClr val="000000"/>
                  </a:solidFill>
                  <a:latin typeface="Open Sans Bold"/>
                  <a:ea typeface="Open Sans Bold"/>
                  <a:cs typeface="Open Sans Bold"/>
                  <a:sym typeface="Open Sans Bold"/>
                </a:rPr>
                <a:t>Haga clic en el botón 'Compartir' de la parte superior</a:t>
              </a:r>
            </a:p>
            <a:p>
              <a:pPr algn="ctr">
                <a:lnSpc>
                  <a:spcPts val="2340"/>
                </a:lnSpc>
              </a:pPr>
              <a:r>
                <a:rPr lang="en-US" b="true" sz="1800" spc="89">
                  <a:solidFill>
                    <a:srgbClr val="000000"/>
                  </a:solidFill>
                  <a:latin typeface="Open Sans Bold"/>
                  <a:ea typeface="Open Sans Bold"/>
                  <a:cs typeface="Open Sans Bold"/>
                  <a:sym typeface="Open Sans Bold"/>
                </a:rPr>
                <a:t>de tu pantalla y selecciona 'Presentar y grabar'.</a:t>
              </a:r>
            </a:p>
          </p:txBody>
        </p:sp>
      </p:grpSp>
      <p:grpSp>
        <p:nvGrpSpPr>
          <p:cNvPr name="Group 5" id="5"/>
          <p:cNvGrpSpPr/>
          <p:nvPr/>
        </p:nvGrpSpPr>
        <p:grpSpPr>
          <a:xfrm rot="0">
            <a:off x="7039474" y="2456576"/>
            <a:ext cx="10219826" cy="1090222"/>
            <a:chOff x="0" y="0"/>
            <a:chExt cx="3132092" cy="334123"/>
          </a:xfrm>
        </p:grpSpPr>
        <p:sp>
          <p:nvSpPr>
            <p:cNvPr name="Freeform 6" id="6"/>
            <p:cNvSpPr/>
            <p:nvPr/>
          </p:nvSpPr>
          <p:spPr>
            <a:xfrm flipH="false" flipV="false" rot="0">
              <a:off x="0" y="0"/>
              <a:ext cx="3132092" cy="334123"/>
            </a:xfrm>
            <a:custGeom>
              <a:avLst/>
              <a:gdLst/>
              <a:ahLst/>
              <a:cxnLst/>
              <a:rect r="r" b="b" t="t" l="l"/>
              <a:pathLst>
                <a:path h="334123" w="3132092">
                  <a:moveTo>
                    <a:pt x="16666" y="0"/>
                  </a:moveTo>
                  <a:lnTo>
                    <a:pt x="3115426" y="0"/>
                  </a:lnTo>
                  <a:cubicBezTo>
                    <a:pt x="3119846" y="0"/>
                    <a:pt x="3124085" y="1756"/>
                    <a:pt x="3127210" y="4881"/>
                  </a:cubicBezTo>
                  <a:cubicBezTo>
                    <a:pt x="3130336" y="8007"/>
                    <a:pt x="3132092" y="12246"/>
                    <a:pt x="3132092" y="16666"/>
                  </a:cubicBezTo>
                  <a:lnTo>
                    <a:pt x="3132092" y="317457"/>
                  </a:lnTo>
                  <a:cubicBezTo>
                    <a:pt x="3132092" y="321877"/>
                    <a:pt x="3130336" y="326116"/>
                    <a:pt x="3127210" y="329241"/>
                  </a:cubicBezTo>
                  <a:cubicBezTo>
                    <a:pt x="3124085" y="332367"/>
                    <a:pt x="3119846" y="334123"/>
                    <a:pt x="3115426" y="334123"/>
                  </a:cubicBezTo>
                  <a:lnTo>
                    <a:pt x="16666" y="334123"/>
                  </a:lnTo>
                  <a:cubicBezTo>
                    <a:pt x="12246" y="334123"/>
                    <a:pt x="8007" y="332367"/>
                    <a:pt x="4881" y="329241"/>
                  </a:cubicBezTo>
                  <a:cubicBezTo>
                    <a:pt x="1756" y="326116"/>
                    <a:pt x="0" y="321877"/>
                    <a:pt x="0" y="317457"/>
                  </a:cubicBezTo>
                  <a:lnTo>
                    <a:pt x="0" y="16666"/>
                  </a:lnTo>
                  <a:cubicBezTo>
                    <a:pt x="0" y="12246"/>
                    <a:pt x="1756" y="8007"/>
                    <a:pt x="4881" y="4881"/>
                  </a:cubicBezTo>
                  <a:cubicBezTo>
                    <a:pt x="8007" y="1756"/>
                    <a:pt x="12246" y="0"/>
                    <a:pt x="16666" y="0"/>
                  </a:cubicBezTo>
                  <a:close/>
                </a:path>
              </a:pathLst>
            </a:custGeom>
            <a:solidFill>
              <a:srgbClr val="FFECD0"/>
            </a:solidFill>
          </p:spPr>
        </p:sp>
        <p:sp>
          <p:nvSpPr>
            <p:cNvPr name="TextBox 7" id="7"/>
            <p:cNvSpPr txBox="true"/>
            <p:nvPr/>
          </p:nvSpPr>
          <p:spPr>
            <a:xfrm>
              <a:off x="0" y="-9525"/>
              <a:ext cx="3132092" cy="343648"/>
            </a:xfrm>
            <a:prstGeom prst="rect">
              <a:avLst/>
            </a:prstGeom>
          </p:spPr>
          <p:txBody>
            <a:bodyPr anchor="ctr" rtlCol="false" tIns="254000" lIns="254000" bIns="254000" rIns="254000"/>
            <a:lstStyle/>
            <a:p>
              <a:pPr algn="ctr">
                <a:lnSpc>
                  <a:spcPts val="2340"/>
                </a:lnSpc>
              </a:pPr>
              <a:r>
                <a:rPr lang="en-US" b="true" sz="1800" spc="89">
                  <a:solidFill>
                    <a:srgbClr val="000000"/>
                  </a:solidFill>
                  <a:latin typeface="Open Sans Bold"/>
                  <a:ea typeface="Open Sans Bold"/>
                  <a:cs typeface="Open Sans Bold"/>
                  <a:sym typeface="Open Sans Bold"/>
                </a:rPr>
                <a:t>Haz clic en 'Ir al estudio de grabación', donde podrás elegir el vídeo </a:t>
              </a:r>
              <a:r>
                <a:rPr lang="en-US" b="true" sz="1800" spc="89">
                  <a:solidFill>
                    <a:srgbClr val="000000"/>
                  </a:solidFill>
                  <a:latin typeface="Open Sans Bold"/>
                  <a:ea typeface="Open Sans Bold"/>
                  <a:cs typeface="Open Sans Bold"/>
                  <a:sym typeface="Open Sans Bold"/>
                </a:rPr>
                <a:t>y la fuente de audio para tu presentación de vídeo.</a:t>
              </a:r>
            </a:p>
          </p:txBody>
        </p:sp>
      </p:grpSp>
      <p:grpSp>
        <p:nvGrpSpPr>
          <p:cNvPr name="Group 8" id="8"/>
          <p:cNvGrpSpPr/>
          <p:nvPr/>
        </p:nvGrpSpPr>
        <p:grpSpPr>
          <a:xfrm rot="0">
            <a:off x="7039474" y="3884451"/>
            <a:ext cx="10219826" cy="1090222"/>
            <a:chOff x="0" y="0"/>
            <a:chExt cx="3132092" cy="334123"/>
          </a:xfrm>
        </p:grpSpPr>
        <p:sp>
          <p:nvSpPr>
            <p:cNvPr name="Freeform 9" id="9"/>
            <p:cNvSpPr/>
            <p:nvPr/>
          </p:nvSpPr>
          <p:spPr>
            <a:xfrm flipH="false" flipV="false" rot="0">
              <a:off x="0" y="0"/>
              <a:ext cx="3132092" cy="334123"/>
            </a:xfrm>
            <a:custGeom>
              <a:avLst/>
              <a:gdLst/>
              <a:ahLst/>
              <a:cxnLst/>
              <a:rect r="r" b="b" t="t" l="l"/>
              <a:pathLst>
                <a:path h="334123" w="3132092">
                  <a:moveTo>
                    <a:pt x="16666" y="0"/>
                  </a:moveTo>
                  <a:lnTo>
                    <a:pt x="3115426" y="0"/>
                  </a:lnTo>
                  <a:cubicBezTo>
                    <a:pt x="3119846" y="0"/>
                    <a:pt x="3124085" y="1756"/>
                    <a:pt x="3127210" y="4881"/>
                  </a:cubicBezTo>
                  <a:cubicBezTo>
                    <a:pt x="3130336" y="8007"/>
                    <a:pt x="3132092" y="12246"/>
                    <a:pt x="3132092" y="16666"/>
                  </a:cubicBezTo>
                  <a:lnTo>
                    <a:pt x="3132092" y="317457"/>
                  </a:lnTo>
                  <a:cubicBezTo>
                    <a:pt x="3132092" y="321877"/>
                    <a:pt x="3130336" y="326116"/>
                    <a:pt x="3127210" y="329241"/>
                  </a:cubicBezTo>
                  <a:cubicBezTo>
                    <a:pt x="3124085" y="332367"/>
                    <a:pt x="3119846" y="334123"/>
                    <a:pt x="3115426" y="334123"/>
                  </a:cubicBezTo>
                  <a:lnTo>
                    <a:pt x="16666" y="334123"/>
                  </a:lnTo>
                  <a:cubicBezTo>
                    <a:pt x="12246" y="334123"/>
                    <a:pt x="8007" y="332367"/>
                    <a:pt x="4881" y="329241"/>
                  </a:cubicBezTo>
                  <a:cubicBezTo>
                    <a:pt x="1756" y="326116"/>
                    <a:pt x="0" y="321877"/>
                    <a:pt x="0" y="317457"/>
                  </a:cubicBezTo>
                  <a:lnTo>
                    <a:pt x="0" y="16666"/>
                  </a:lnTo>
                  <a:cubicBezTo>
                    <a:pt x="0" y="12246"/>
                    <a:pt x="1756" y="8007"/>
                    <a:pt x="4881" y="4881"/>
                  </a:cubicBezTo>
                  <a:cubicBezTo>
                    <a:pt x="8007" y="1756"/>
                    <a:pt x="12246" y="0"/>
                    <a:pt x="16666" y="0"/>
                  </a:cubicBezTo>
                  <a:close/>
                </a:path>
              </a:pathLst>
            </a:custGeom>
            <a:solidFill>
              <a:srgbClr val="FFECD0"/>
            </a:solidFill>
          </p:spPr>
        </p:sp>
        <p:sp>
          <p:nvSpPr>
            <p:cNvPr name="TextBox 10" id="10"/>
            <p:cNvSpPr txBox="true"/>
            <p:nvPr/>
          </p:nvSpPr>
          <p:spPr>
            <a:xfrm>
              <a:off x="0" y="-9525"/>
              <a:ext cx="3132092" cy="343648"/>
            </a:xfrm>
            <a:prstGeom prst="rect">
              <a:avLst/>
            </a:prstGeom>
          </p:spPr>
          <p:txBody>
            <a:bodyPr anchor="ctr" rtlCol="false" tIns="215900" lIns="215900" bIns="215900" rIns="215900"/>
            <a:lstStyle/>
            <a:p>
              <a:pPr algn="ctr">
                <a:lnSpc>
                  <a:spcPts val="2340"/>
                </a:lnSpc>
              </a:pPr>
              <a:r>
                <a:rPr lang="en-US" b="true" sz="1800" spc="89">
                  <a:solidFill>
                    <a:srgbClr val="000000"/>
                  </a:solidFill>
                  <a:latin typeface="Open Sans Bold"/>
                  <a:ea typeface="Open Sans Bold"/>
                  <a:cs typeface="Open Sans Bold"/>
                  <a:sym typeface="Open Sans Bold"/>
                </a:rPr>
                <a:t>Puedes elegir la opción 'Sin cámara' y grabar sólo tu voz.</a:t>
              </a:r>
              <a:r>
                <a:rPr lang="en-US" b="true" sz="1800" spc="89">
                  <a:solidFill>
                    <a:srgbClr val="000000"/>
                  </a:solidFill>
                  <a:latin typeface="Open Sans Bold"/>
                  <a:ea typeface="Open Sans Bold"/>
                  <a:cs typeface="Open Sans Bold"/>
                  <a:sym typeface="Open Sans Bold"/>
                </a:rPr>
                <a:t> </a:t>
              </a:r>
            </a:p>
          </p:txBody>
        </p:sp>
      </p:grpSp>
      <p:grpSp>
        <p:nvGrpSpPr>
          <p:cNvPr name="Group 11" id="11"/>
          <p:cNvGrpSpPr/>
          <p:nvPr/>
        </p:nvGrpSpPr>
        <p:grpSpPr>
          <a:xfrm rot="0">
            <a:off x="7039474" y="5312327"/>
            <a:ext cx="10219826" cy="1090222"/>
            <a:chOff x="0" y="0"/>
            <a:chExt cx="3132092" cy="334123"/>
          </a:xfrm>
        </p:grpSpPr>
        <p:sp>
          <p:nvSpPr>
            <p:cNvPr name="Freeform 12" id="12"/>
            <p:cNvSpPr/>
            <p:nvPr/>
          </p:nvSpPr>
          <p:spPr>
            <a:xfrm flipH="false" flipV="false" rot="0">
              <a:off x="0" y="0"/>
              <a:ext cx="3132092" cy="334123"/>
            </a:xfrm>
            <a:custGeom>
              <a:avLst/>
              <a:gdLst/>
              <a:ahLst/>
              <a:cxnLst/>
              <a:rect r="r" b="b" t="t" l="l"/>
              <a:pathLst>
                <a:path h="334123" w="3132092">
                  <a:moveTo>
                    <a:pt x="16666" y="0"/>
                  </a:moveTo>
                  <a:lnTo>
                    <a:pt x="3115426" y="0"/>
                  </a:lnTo>
                  <a:cubicBezTo>
                    <a:pt x="3119846" y="0"/>
                    <a:pt x="3124085" y="1756"/>
                    <a:pt x="3127210" y="4881"/>
                  </a:cubicBezTo>
                  <a:cubicBezTo>
                    <a:pt x="3130336" y="8007"/>
                    <a:pt x="3132092" y="12246"/>
                    <a:pt x="3132092" y="16666"/>
                  </a:cubicBezTo>
                  <a:lnTo>
                    <a:pt x="3132092" y="317457"/>
                  </a:lnTo>
                  <a:cubicBezTo>
                    <a:pt x="3132092" y="321877"/>
                    <a:pt x="3130336" y="326116"/>
                    <a:pt x="3127210" y="329241"/>
                  </a:cubicBezTo>
                  <a:cubicBezTo>
                    <a:pt x="3124085" y="332367"/>
                    <a:pt x="3119846" y="334123"/>
                    <a:pt x="3115426" y="334123"/>
                  </a:cubicBezTo>
                  <a:lnTo>
                    <a:pt x="16666" y="334123"/>
                  </a:lnTo>
                  <a:cubicBezTo>
                    <a:pt x="12246" y="334123"/>
                    <a:pt x="8007" y="332367"/>
                    <a:pt x="4881" y="329241"/>
                  </a:cubicBezTo>
                  <a:cubicBezTo>
                    <a:pt x="1756" y="326116"/>
                    <a:pt x="0" y="321877"/>
                    <a:pt x="0" y="317457"/>
                  </a:cubicBezTo>
                  <a:lnTo>
                    <a:pt x="0" y="16666"/>
                  </a:lnTo>
                  <a:cubicBezTo>
                    <a:pt x="0" y="12246"/>
                    <a:pt x="1756" y="8007"/>
                    <a:pt x="4881" y="4881"/>
                  </a:cubicBezTo>
                  <a:cubicBezTo>
                    <a:pt x="8007" y="1756"/>
                    <a:pt x="12246" y="0"/>
                    <a:pt x="16666" y="0"/>
                  </a:cubicBezTo>
                  <a:close/>
                </a:path>
              </a:pathLst>
            </a:custGeom>
            <a:solidFill>
              <a:srgbClr val="FFECD0"/>
            </a:solidFill>
          </p:spPr>
        </p:sp>
        <p:sp>
          <p:nvSpPr>
            <p:cNvPr name="TextBox 13" id="13"/>
            <p:cNvSpPr txBox="true"/>
            <p:nvPr/>
          </p:nvSpPr>
          <p:spPr>
            <a:xfrm>
              <a:off x="0" y="-9525"/>
              <a:ext cx="3132092" cy="343648"/>
            </a:xfrm>
            <a:prstGeom prst="rect">
              <a:avLst/>
            </a:prstGeom>
          </p:spPr>
          <p:txBody>
            <a:bodyPr anchor="ctr" rtlCol="false" tIns="215900" lIns="215900" bIns="215900" rIns="215900"/>
            <a:lstStyle/>
            <a:p>
              <a:pPr algn="ctr">
                <a:lnSpc>
                  <a:spcPts val="2340"/>
                </a:lnSpc>
              </a:pPr>
              <a:r>
                <a:rPr lang="en-US" b="true" sz="1800" spc="89">
                  <a:solidFill>
                    <a:srgbClr val="000000"/>
                  </a:solidFill>
                  <a:latin typeface="Open Sans Bold"/>
                  <a:ea typeface="Open Sans Bold"/>
                  <a:cs typeface="Open Sans Bold"/>
                  <a:sym typeface="Open Sans Bold"/>
                </a:rPr>
                <a:t>Empieza a grabar, y pulsa pausa entre tomas si es necesario.</a:t>
              </a:r>
            </a:p>
          </p:txBody>
        </p:sp>
      </p:grpSp>
      <p:grpSp>
        <p:nvGrpSpPr>
          <p:cNvPr name="Group 14" id="14"/>
          <p:cNvGrpSpPr/>
          <p:nvPr/>
        </p:nvGrpSpPr>
        <p:grpSpPr>
          <a:xfrm rot="0">
            <a:off x="7039474" y="6740202"/>
            <a:ext cx="10219826" cy="1090222"/>
            <a:chOff x="0" y="0"/>
            <a:chExt cx="3132092" cy="334123"/>
          </a:xfrm>
        </p:grpSpPr>
        <p:sp>
          <p:nvSpPr>
            <p:cNvPr name="Freeform 15" id="15"/>
            <p:cNvSpPr/>
            <p:nvPr/>
          </p:nvSpPr>
          <p:spPr>
            <a:xfrm flipH="false" flipV="false" rot="0">
              <a:off x="0" y="0"/>
              <a:ext cx="3132092" cy="334123"/>
            </a:xfrm>
            <a:custGeom>
              <a:avLst/>
              <a:gdLst/>
              <a:ahLst/>
              <a:cxnLst/>
              <a:rect r="r" b="b" t="t" l="l"/>
              <a:pathLst>
                <a:path h="334123" w="3132092">
                  <a:moveTo>
                    <a:pt x="16666" y="0"/>
                  </a:moveTo>
                  <a:lnTo>
                    <a:pt x="3115426" y="0"/>
                  </a:lnTo>
                  <a:cubicBezTo>
                    <a:pt x="3119846" y="0"/>
                    <a:pt x="3124085" y="1756"/>
                    <a:pt x="3127210" y="4881"/>
                  </a:cubicBezTo>
                  <a:cubicBezTo>
                    <a:pt x="3130336" y="8007"/>
                    <a:pt x="3132092" y="12246"/>
                    <a:pt x="3132092" y="16666"/>
                  </a:cubicBezTo>
                  <a:lnTo>
                    <a:pt x="3132092" y="317457"/>
                  </a:lnTo>
                  <a:cubicBezTo>
                    <a:pt x="3132092" y="321877"/>
                    <a:pt x="3130336" y="326116"/>
                    <a:pt x="3127210" y="329241"/>
                  </a:cubicBezTo>
                  <a:cubicBezTo>
                    <a:pt x="3124085" y="332367"/>
                    <a:pt x="3119846" y="334123"/>
                    <a:pt x="3115426" y="334123"/>
                  </a:cubicBezTo>
                  <a:lnTo>
                    <a:pt x="16666" y="334123"/>
                  </a:lnTo>
                  <a:cubicBezTo>
                    <a:pt x="12246" y="334123"/>
                    <a:pt x="8007" y="332367"/>
                    <a:pt x="4881" y="329241"/>
                  </a:cubicBezTo>
                  <a:cubicBezTo>
                    <a:pt x="1756" y="326116"/>
                    <a:pt x="0" y="321877"/>
                    <a:pt x="0" y="317457"/>
                  </a:cubicBezTo>
                  <a:lnTo>
                    <a:pt x="0" y="16666"/>
                  </a:lnTo>
                  <a:cubicBezTo>
                    <a:pt x="0" y="12246"/>
                    <a:pt x="1756" y="8007"/>
                    <a:pt x="4881" y="4881"/>
                  </a:cubicBezTo>
                  <a:cubicBezTo>
                    <a:pt x="8007" y="1756"/>
                    <a:pt x="12246" y="0"/>
                    <a:pt x="16666" y="0"/>
                  </a:cubicBezTo>
                  <a:close/>
                </a:path>
              </a:pathLst>
            </a:custGeom>
            <a:solidFill>
              <a:srgbClr val="FFECD0"/>
            </a:solidFill>
            <a:ln cap="rnd">
              <a:noFill/>
              <a:prstDash val="solid"/>
              <a:round/>
            </a:ln>
          </p:spPr>
        </p:sp>
        <p:sp>
          <p:nvSpPr>
            <p:cNvPr name="TextBox 16" id="16"/>
            <p:cNvSpPr txBox="true"/>
            <p:nvPr/>
          </p:nvSpPr>
          <p:spPr>
            <a:xfrm>
              <a:off x="0" y="-9525"/>
              <a:ext cx="3132092" cy="343648"/>
            </a:xfrm>
            <a:prstGeom prst="rect">
              <a:avLst/>
            </a:prstGeom>
          </p:spPr>
          <p:txBody>
            <a:bodyPr anchor="ctr" rtlCol="false" tIns="215900" lIns="215900" bIns="215900" rIns="215900"/>
            <a:lstStyle/>
            <a:p>
              <a:pPr algn="ctr" marL="0" indent="0" lvl="0">
                <a:lnSpc>
                  <a:spcPts val="2340"/>
                </a:lnSpc>
                <a:spcBef>
                  <a:spcPct val="0"/>
                </a:spcBef>
              </a:pPr>
              <a:r>
                <a:rPr lang="en-US" b="true" sz="1800" spc="89" strike="noStrike" u="none">
                  <a:solidFill>
                    <a:srgbClr val="000000"/>
                  </a:solidFill>
                  <a:latin typeface="Open Sans Bold"/>
                  <a:ea typeface="Open Sans Bold"/>
                  <a:cs typeface="Open Sans Bold"/>
                  <a:sym typeface="Open Sans Bold"/>
                </a:rPr>
                <a:t>Cuando hayas terminado, descarga tu presentación en MP4</a:t>
              </a:r>
            </a:p>
            <a:p>
              <a:pPr algn="ctr" marL="0" indent="0" lvl="0">
                <a:lnSpc>
                  <a:spcPts val="2340"/>
                </a:lnSpc>
                <a:spcBef>
                  <a:spcPct val="0"/>
                </a:spcBef>
              </a:pPr>
              <a:r>
                <a:rPr lang="en-US" b="true" sz="1800" spc="89" strike="noStrike" u="none">
                  <a:solidFill>
                    <a:srgbClr val="000000"/>
                  </a:solidFill>
                  <a:latin typeface="Open Sans Bold"/>
                  <a:ea typeface="Open Sans Bold"/>
                  <a:cs typeface="Open Sans Bold"/>
                  <a:sym typeface="Open Sans Bold"/>
                </a:rPr>
                <a:t>u obtén un enlace a tu Presentación grabada y compártela con los demás. </a:t>
              </a:r>
            </a:p>
          </p:txBody>
        </p:sp>
      </p:grpSp>
      <p:grpSp>
        <p:nvGrpSpPr>
          <p:cNvPr name="Group 17" id="17"/>
          <p:cNvGrpSpPr/>
          <p:nvPr/>
        </p:nvGrpSpPr>
        <p:grpSpPr>
          <a:xfrm rot="0">
            <a:off x="7039474" y="8168078"/>
            <a:ext cx="10219826" cy="1090222"/>
            <a:chOff x="0" y="0"/>
            <a:chExt cx="3132092" cy="334123"/>
          </a:xfrm>
        </p:grpSpPr>
        <p:sp>
          <p:nvSpPr>
            <p:cNvPr name="Freeform 18" id="18"/>
            <p:cNvSpPr/>
            <p:nvPr/>
          </p:nvSpPr>
          <p:spPr>
            <a:xfrm flipH="false" flipV="false" rot="0">
              <a:off x="0" y="0"/>
              <a:ext cx="3132092" cy="334123"/>
            </a:xfrm>
            <a:custGeom>
              <a:avLst/>
              <a:gdLst/>
              <a:ahLst/>
              <a:cxnLst/>
              <a:rect r="r" b="b" t="t" l="l"/>
              <a:pathLst>
                <a:path h="334123" w="3132092">
                  <a:moveTo>
                    <a:pt x="16666" y="0"/>
                  </a:moveTo>
                  <a:lnTo>
                    <a:pt x="3115426" y="0"/>
                  </a:lnTo>
                  <a:cubicBezTo>
                    <a:pt x="3119846" y="0"/>
                    <a:pt x="3124085" y="1756"/>
                    <a:pt x="3127210" y="4881"/>
                  </a:cubicBezTo>
                  <a:cubicBezTo>
                    <a:pt x="3130336" y="8007"/>
                    <a:pt x="3132092" y="12246"/>
                    <a:pt x="3132092" y="16666"/>
                  </a:cubicBezTo>
                  <a:lnTo>
                    <a:pt x="3132092" y="317457"/>
                  </a:lnTo>
                  <a:cubicBezTo>
                    <a:pt x="3132092" y="321877"/>
                    <a:pt x="3130336" y="326116"/>
                    <a:pt x="3127210" y="329241"/>
                  </a:cubicBezTo>
                  <a:cubicBezTo>
                    <a:pt x="3124085" y="332367"/>
                    <a:pt x="3119846" y="334123"/>
                    <a:pt x="3115426" y="334123"/>
                  </a:cubicBezTo>
                  <a:lnTo>
                    <a:pt x="16666" y="334123"/>
                  </a:lnTo>
                  <a:cubicBezTo>
                    <a:pt x="12246" y="334123"/>
                    <a:pt x="8007" y="332367"/>
                    <a:pt x="4881" y="329241"/>
                  </a:cubicBezTo>
                  <a:cubicBezTo>
                    <a:pt x="1756" y="326116"/>
                    <a:pt x="0" y="321877"/>
                    <a:pt x="0" y="317457"/>
                  </a:cubicBezTo>
                  <a:lnTo>
                    <a:pt x="0" y="16666"/>
                  </a:lnTo>
                  <a:cubicBezTo>
                    <a:pt x="0" y="12246"/>
                    <a:pt x="1756" y="8007"/>
                    <a:pt x="4881" y="4881"/>
                  </a:cubicBezTo>
                  <a:cubicBezTo>
                    <a:pt x="8007" y="1756"/>
                    <a:pt x="12246" y="0"/>
                    <a:pt x="16666" y="0"/>
                  </a:cubicBezTo>
                  <a:close/>
                </a:path>
              </a:pathLst>
            </a:custGeom>
            <a:solidFill>
              <a:srgbClr val="FFECD0"/>
            </a:solidFill>
            <a:ln cap="rnd">
              <a:noFill/>
              <a:prstDash val="solid"/>
              <a:round/>
            </a:ln>
          </p:spPr>
        </p:sp>
        <p:sp>
          <p:nvSpPr>
            <p:cNvPr name="TextBox 19" id="19"/>
            <p:cNvSpPr txBox="true"/>
            <p:nvPr/>
          </p:nvSpPr>
          <p:spPr>
            <a:xfrm>
              <a:off x="0" y="-9525"/>
              <a:ext cx="3132092" cy="343648"/>
            </a:xfrm>
            <a:prstGeom prst="rect">
              <a:avLst/>
            </a:prstGeom>
          </p:spPr>
          <p:txBody>
            <a:bodyPr anchor="ctr" rtlCol="false" tIns="215900" lIns="215900" bIns="215900" rIns="215900"/>
            <a:lstStyle/>
            <a:p>
              <a:pPr algn="ctr" marL="0" indent="0" lvl="0">
                <a:lnSpc>
                  <a:spcPts val="2340"/>
                </a:lnSpc>
                <a:spcBef>
                  <a:spcPct val="0"/>
                </a:spcBef>
              </a:pPr>
              <a:r>
                <a:rPr lang="en-US" b="true" sz="1800" spc="89" strike="noStrike" u="none">
                  <a:solidFill>
                    <a:srgbClr val="000000"/>
                  </a:solidFill>
                  <a:latin typeface="Open Sans Bold"/>
                  <a:ea typeface="Open Sans Bold"/>
                  <a:cs typeface="Open Sans Bold"/>
                  <a:sym typeface="Open Sans Bold"/>
                </a:rPr>
                <a:t>También puedes grabar un vídeo dentro del editor.</a:t>
              </a:r>
            </a:p>
            <a:p>
              <a:pPr algn="ctr" marL="0" indent="0" lvl="0">
                <a:lnSpc>
                  <a:spcPts val="2340"/>
                </a:lnSpc>
                <a:spcBef>
                  <a:spcPct val="0"/>
                </a:spcBef>
              </a:pPr>
              <a:r>
                <a:rPr lang="en-US" b="true" sz="1800" spc="89" strike="noStrike" u="none">
                  <a:solidFill>
                    <a:srgbClr val="000000"/>
                  </a:solidFill>
                  <a:latin typeface="Open Sans Bold"/>
                  <a:ea typeface="Open Sans Bold"/>
                  <a:cs typeface="Open Sans Bold"/>
                  <a:sym typeface="Open Sans Bold"/>
                </a:rPr>
                <a:t>Ve a "Subidas" y haz clic en "Grábate".</a:t>
              </a:r>
            </a:p>
          </p:txBody>
        </p:sp>
      </p:grpSp>
      <p:sp>
        <p:nvSpPr>
          <p:cNvPr name="TextBox 20" id="20"/>
          <p:cNvSpPr txBox="true"/>
          <p:nvPr/>
        </p:nvSpPr>
        <p:spPr>
          <a:xfrm rot="0">
            <a:off x="1028700" y="2357232"/>
            <a:ext cx="5243646" cy="1868805"/>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000000"/>
                </a:solidFill>
                <a:latin typeface="Open Sans"/>
                <a:ea typeface="Open Sans"/>
                <a:cs typeface="Open Sans"/>
                <a:sym typeface="Open Sans"/>
              </a:rPr>
              <a:t>Encuentra la magia y la diversión en las presentaciones con Presentaciones. Pulsa las siguientes teclas mientras estás en el modo Presentar.</a:t>
            </a:r>
          </a:p>
          <a:p>
            <a:pPr algn="l" marL="0" indent="0" lvl="0">
              <a:lnSpc>
                <a:spcPts val="2520"/>
              </a:lnSpc>
              <a:spcBef>
                <a:spcPct val="0"/>
              </a:spcBef>
            </a:pPr>
          </a:p>
          <a:p>
            <a:pPr algn="l" marL="0" indent="0" lvl="0">
              <a:lnSpc>
                <a:spcPts val="2520"/>
              </a:lnSpc>
              <a:spcBef>
                <a:spcPct val="0"/>
              </a:spcBef>
            </a:pPr>
            <a:r>
              <a:rPr lang="en-US" sz="1800" strike="noStrike" u="none">
                <a:solidFill>
                  <a:srgbClr val="000000"/>
                </a:solidFill>
                <a:latin typeface="Open Sans"/>
                <a:ea typeface="Open Sans"/>
                <a:cs typeface="Open Sans"/>
                <a:sym typeface="Open Sans"/>
              </a:rPr>
              <a:t>Borra u oculta esta página antes de presentar.</a:t>
            </a:r>
          </a:p>
        </p:txBody>
      </p:sp>
      <p:sp>
        <p:nvSpPr>
          <p:cNvPr name="TextBox 21" id="21"/>
          <p:cNvSpPr txBox="true"/>
          <p:nvPr/>
        </p:nvSpPr>
        <p:spPr>
          <a:xfrm rot="0">
            <a:off x="1028700" y="952500"/>
            <a:ext cx="5494007" cy="1290320"/>
          </a:xfrm>
          <a:prstGeom prst="rect">
            <a:avLst/>
          </a:prstGeom>
        </p:spPr>
        <p:txBody>
          <a:bodyPr anchor="t" rtlCol="false" tIns="0" lIns="0" bIns="0" rIns="0">
            <a:spAutoFit/>
          </a:bodyPr>
          <a:lstStyle/>
          <a:p>
            <a:pPr algn="l" marL="0" indent="0" lvl="0">
              <a:lnSpc>
                <a:spcPts val="4839"/>
              </a:lnSpc>
              <a:spcBef>
                <a:spcPct val="0"/>
              </a:spcBef>
            </a:pPr>
            <a:r>
              <a:rPr lang="en-US" b="true" sz="3999" strike="noStrike" u="none">
                <a:solidFill>
                  <a:srgbClr val="000000"/>
                </a:solidFill>
                <a:latin typeface="Codec Pro Bold"/>
                <a:ea typeface="Codec Pro Bold"/>
                <a:cs typeface="Codec Pro Bold"/>
                <a:sym typeface="Codec Pro Bold"/>
              </a:rPr>
              <a:t>Graba tu presentación</a:t>
            </a:r>
          </a:p>
        </p:txBody>
      </p:sp>
    </p:spTree>
  </p:cSld>
  <p:clrMapOvr>
    <a:masterClrMapping/>
  </p:clrMapOvr>
</p:sld>
</file>

<file path=ppt/slides/slide3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DAG1WOO3quY</dc:identifier>
  <dcterms:modified xsi:type="dcterms:W3CDTF">2011-08-01T06:04:30Z</dcterms:modified>
  <cp:revision>1</cp:revision>
  <dc:title>PEPSICO 2</dc:title>
</cp:coreProperties>
</file>