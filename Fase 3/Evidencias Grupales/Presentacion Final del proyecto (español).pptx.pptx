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al Bold" panose="020B0604020202020204" charset="0"/>
      <p:regular r:id="rId21"/>
    </p:embeddedFont>
    <p:embeddedFont>
      <p:font typeface="Aristotelica Pro Bold" panose="020B0604020202020204" charset="0"/>
      <p:regular r:id="rId22"/>
    </p:embeddedFont>
    <p:embeddedFont>
      <p:font typeface="Aristotelica Pro Light" panose="020B0604020202020204" charset="0"/>
      <p:regular r:id="rId23"/>
    </p:embeddedFont>
    <p:embeddedFont>
      <p:font typeface="Aristotelica Pro Semi-Bold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Comic Sans" panose="020B0604020202020204" charset="0"/>
      <p:regular r:id="rId26"/>
    </p:embeddedFont>
    <p:embeddedFont>
      <p:font typeface="Montserrat" panose="00000500000000000000" pitchFamily="2" charset="0"/>
      <p:regular r:id="rId27"/>
    </p:embeddedFont>
    <p:embeddedFont>
      <p:font typeface="Montserrat Bold" panose="020B0604020202020204" charset="0"/>
      <p:regular r:id="rId28"/>
    </p:embeddedFont>
    <p:embeddedFont>
      <p:font typeface="Nunito" pitchFamily="2" charset="0"/>
      <p:regular r:id="rId29"/>
    </p:embeddedFont>
    <p:embeddedFont>
      <p:font typeface="Nunito Bold" panose="020B0604020202020204" charset="0"/>
      <p:regular r:id="rId30"/>
    </p:embeddedFont>
    <p:embeddedFont>
      <p:font typeface="Open Sans Bold" panose="020B0604020202020204" charset="0"/>
      <p:regular r:id="rId31"/>
    </p:embeddedFont>
    <p:embeddedFont>
      <p:font typeface="Raleway" pitchFamily="2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24" Type="http://schemas.openxmlformats.org/officeDocument/2006/relationships/image" Target="../media/image8.sv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7.png"/><Relationship Id="rId10" Type="http://schemas.openxmlformats.org/officeDocument/2006/relationships/image" Target="../media/image25.svg"/><Relationship Id="rId19" Type="http://schemas.openxmlformats.org/officeDocument/2006/relationships/image" Target="../media/image34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9.png"/><Relationship Id="rId3" Type="http://schemas.openxmlformats.org/officeDocument/2006/relationships/image" Target="../media/image38.png"/><Relationship Id="rId7" Type="http://schemas.openxmlformats.org/officeDocument/2006/relationships/image" Target="../media/image30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7.png"/><Relationship Id="rId5" Type="http://schemas.openxmlformats.org/officeDocument/2006/relationships/image" Target="../media/image26.png"/><Relationship Id="rId10" Type="http://schemas.openxmlformats.org/officeDocument/2006/relationships/image" Target="../media/image41.svg"/><Relationship Id="rId4" Type="http://schemas.openxmlformats.org/officeDocument/2006/relationships/image" Target="../media/image39.sv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3.svg"/><Relationship Id="rId3" Type="http://schemas.openxmlformats.org/officeDocument/2006/relationships/image" Target="../media/image9.pn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5" Type="http://schemas.openxmlformats.org/officeDocument/2006/relationships/image" Target="../media/image8.svg"/><Relationship Id="rId15" Type="http://schemas.openxmlformats.org/officeDocument/2006/relationships/image" Target="../media/image31.sv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7.sv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5.svg"/><Relationship Id="rId5" Type="http://schemas.openxmlformats.org/officeDocument/2006/relationships/image" Target="../media/image26.png"/><Relationship Id="rId10" Type="http://schemas.openxmlformats.org/officeDocument/2006/relationships/image" Target="../media/image34.png"/><Relationship Id="rId4" Type="http://schemas.openxmlformats.org/officeDocument/2006/relationships/image" Target="../media/image19.sv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anisduoc.pythonanywhere.com/core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44.svg"/><Relationship Id="rId5" Type="http://schemas.openxmlformats.org/officeDocument/2006/relationships/image" Target="../media/image9.png"/><Relationship Id="rId10" Type="http://schemas.openxmlformats.org/officeDocument/2006/relationships/image" Target="../media/image43.png"/><Relationship Id="rId4" Type="http://schemas.openxmlformats.org/officeDocument/2006/relationships/image" Target="../media/image8.svg"/><Relationship Id="rId9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00416" y="6058540"/>
            <a:ext cx="11758767" cy="1910139"/>
            <a:chOff x="0" y="0"/>
            <a:chExt cx="15678356" cy="25468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77730" cy="2546371"/>
            </a:xfrm>
            <a:custGeom>
              <a:avLst/>
              <a:gdLst/>
              <a:ahLst/>
              <a:cxnLst/>
              <a:rect l="l" t="t" r="r" b="b"/>
              <a:pathLst>
                <a:path w="15677730" h="2546371">
                  <a:moveTo>
                    <a:pt x="15677730" y="0"/>
                  </a:moveTo>
                  <a:lnTo>
                    <a:pt x="0" y="0"/>
                  </a:lnTo>
                  <a:lnTo>
                    <a:pt x="0" y="2546371"/>
                  </a:lnTo>
                  <a:lnTo>
                    <a:pt x="15677730" y="2546371"/>
                  </a:lnTo>
                  <a:lnTo>
                    <a:pt x="15677730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578821" y="6270660"/>
            <a:ext cx="11133817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de Gestión Digital para el Ingreso de Vehículos al Taller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25" y="9537670"/>
            <a:ext cx="6405269" cy="60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Docente</a:t>
            </a:r>
          </a:p>
          <a:p>
            <a:pPr algn="l">
              <a:lnSpc>
                <a:spcPts val="276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FABIAN ALEJANDRO ALVAREZ MONTENEGRO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3318" y="8804555"/>
            <a:ext cx="5689567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endParaRPr/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Fecha:	01/12/2025</a:t>
            </a: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Escuela de Informática y Telecomunicaciones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50486" y="-398507"/>
            <a:ext cx="4244964" cy="1195521"/>
            <a:chOff x="0" y="0"/>
            <a:chExt cx="5659953" cy="15940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0009" cy="1593977"/>
            </a:xfrm>
            <a:custGeom>
              <a:avLst/>
              <a:gdLst/>
              <a:ahLst/>
              <a:cxnLst/>
              <a:rect l="l" t="t" r="r" b="b"/>
              <a:pathLst>
                <a:path w="5660009" h="1593977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8590" r="-10912" b="-14524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679" y="2032031"/>
            <a:ext cx="4515306" cy="873241"/>
            <a:chOff x="0" y="0"/>
            <a:chExt cx="1189216" cy="2299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FFD3D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1679" y="2644610"/>
            <a:ext cx="763208" cy="667807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D3D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6138" y="2032031"/>
            <a:ext cx="4515306" cy="873241"/>
            <a:chOff x="0" y="0"/>
            <a:chExt cx="1189216" cy="2299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76138" y="2644610"/>
            <a:ext cx="763208" cy="667807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43994" y="2032031"/>
            <a:ext cx="4515306" cy="873241"/>
            <a:chOff x="0" y="0"/>
            <a:chExt cx="1189216" cy="2299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43994" y="2644610"/>
            <a:ext cx="763208" cy="667807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1888" y="3281843"/>
            <a:ext cx="4515306" cy="4845715"/>
            <a:chOff x="0" y="0"/>
            <a:chExt cx="6020408" cy="6460953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F5808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87149" y="239032"/>
              <a:ext cx="5446111" cy="5913845"/>
              <a:chOff x="0" y="0"/>
              <a:chExt cx="1374245" cy="149227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374245" cy="1492271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492271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492271"/>
                    </a:lnTo>
                    <a:lnTo>
                      <a:pt x="0" y="1492271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1630" b="-1630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880970" y="3281843"/>
            <a:ext cx="4515306" cy="4845715"/>
            <a:chOff x="0" y="0"/>
            <a:chExt cx="6020408" cy="646095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EF6BB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7149" y="239032"/>
              <a:ext cx="5414811" cy="5913845"/>
              <a:chOff x="0" y="0"/>
              <a:chExt cx="1374245" cy="15008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74245" cy="1500897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500897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500897"/>
                    </a:lnTo>
                    <a:lnTo>
                      <a:pt x="0" y="1500897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3915" b="-48940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2737182" y="3281843"/>
            <a:ext cx="4515306" cy="4845715"/>
            <a:chOff x="0" y="0"/>
            <a:chExt cx="6020408" cy="6460953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9366E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00761" y="239032"/>
              <a:ext cx="5446111" cy="5913845"/>
              <a:chOff x="0" y="0"/>
              <a:chExt cx="1374245" cy="149227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374245" cy="1492271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492271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492271"/>
                    </a:lnTo>
                    <a:lnTo>
                      <a:pt x="0" y="1492271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31858" b="-31858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0" y="696891"/>
            <a:ext cx="44994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 del 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1679" y="8358023"/>
            <a:ext cx="424108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Arquitecta de Software y Diseñadora UX/UI.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01793" y="2316008"/>
            <a:ext cx="31554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Tihare Maldonado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29110" y="2316008"/>
            <a:ext cx="3419554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Janis Montecino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497875" y="2316008"/>
            <a:ext cx="299392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Matias Morales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96332" y="8358023"/>
            <a:ext cx="40371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Manager, Desarrolladora.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46143" y="8358023"/>
            <a:ext cx="4297384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Analista Funcional, Analista de Negocios y QA Tester.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295" y="1023628"/>
            <a:ext cx="2575765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Introducción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046923" y="3169188"/>
            <a:ext cx="14194154" cy="4519173"/>
            <a:chOff x="0" y="0"/>
            <a:chExt cx="4938659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7" y="45156"/>
              <a:ext cx="4898602" cy="1526522"/>
            </a:xfrm>
            <a:custGeom>
              <a:avLst/>
              <a:gdLst/>
              <a:ahLst/>
              <a:cxnLst/>
              <a:rect l="l" t="t" r="r" b="b"/>
              <a:pathLst>
                <a:path w="4898602" h="1526522">
                  <a:moveTo>
                    <a:pt x="583" y="1496747"/>
                  </a:moveTo>
                  <a:cubicBezTo>
                    <a:pt x="-1957" y="1505637"/>
                    <a:pt x="3123" y="1511987"/>
                    <a:pt x="29400" y="1513258"/>
                  </a:cubicBezTo>
                  <a:cubicBezTo>
                    <a:pt x="59835" y="1514527"/>
                    <a:pt x="86466" y="1514527"/>
                    <a:pt x="116901" y="1514527"/>
                  </a:cubicBezTo>
                  <a:cubicBezTo>
                    <a:pt x="238642" y="1515797"/>
                    <a:pt x="360383" y="1515797"/>
                    <a:pt x="485928" y="1517068"/>
                  </a:cubicBezTo>
                  <a:cubicBezTo>
                    <a:pt x="554407" y="1518337"/>
                    <a:pt x="622886" y="1519608"/>
                    <a:pt x="687561" y="1520877"/>
                  </a:cubicBezTo>
                  <a:cubicBezTo>
                    <a:pt x="801693" y="1522147"/>
                    <a:pt x="912020" y="1522147"/>
                    <a:pt x="1026152" y="1523418"/>
                  </a:cubicBezTo>
                  <a:cubicBezTo>
                    <a:pt x="1071805" y="1523418"/>
                    <a:pt x="1113653" y="1523418"/>
                    <a:pt x="1159306" y="1522147"/>
                  </a:cubicBezTo>
                  <a:cubicBezTo>
                    <a:pt x="1178328" y="1522147"/>
                    <a:pt x="1201155" y="1520877"/>
                    <a:pt x="1220177" y="1520877"/>
                  </a:cubicBezTo>
                  <a:cubicBezTo>
                    <a:pt x="1296265" y="1522147"/>
                    <a:pt x="2818024" y="1513258"/>
                    <a:pt x="2894112" y="1514527"/>
                  </a:cubicBezTo>
                  <a:cubicBezTo>
                    <a:pt x="3000635" y="1515797"/>
                    <a:pt x="3293574" y="1515797"/>
                    <a:pt x="3400097" y="1515797"/>
                  </a:cubicBezTo>
                  <a:cubicBezTo>
                    <a:pt x="3441946" y="1515797"/>
                    <a:pt x="3479989" y="1514527"/>
                    <a:pt x="3521838" y="1514527"/>
                  </a:cubicBezTo>
                  <a:lnTo>
                    <a:pt x="3727275" y="1518337"/>
                  </a:lnTo>
                  <a:cubicBezTo>
                    <a:pt x="3875647" y="1520877"/>
                    <a:pt x="4020214" y="1518337"/>
                    <a:pt x="4168585" y="1522147"/>
                  </a:cubicBezTo>
                  <a:cubicBezTo>
                    <a:pt x="4415871" y="1527227"/>
                    <a:pt x="4666962" y="1520877"/>
                    <a:pt x="4835102" y="1525958"/>
                  </a:cubicBezTo>
                  <a:cubicBezTo>
                    <a:pt x="4855422" y="1527227"/>
                    <a:pt x="4875742" y="1525958"/>
                    <a:pt x="4898602" y="1525958"/>
                  </a:cubicBezTo>
                  <a:lnTo>
                    <a:pt x="4898602" y="1466268"/>
                  </a:lnTo>
                  <a:cubicBezTo>
                    <a:pt x="4897332" y="1405322"/>
                    <a:pt x="4896062" y="1350794"/>
                    <a:pt x="4896062" y="1292858"/>
                  </a:cubicBezTo>
                  <a:cubicBezTo>
                    <a:pt x="4896062" y="1225834"/>
                    <a:pt x="4899872" y="1157674"/>
                    <a:pt x="4893522" y="1090649"/>
                  </a:cubicBezTo>
                  <a:cubicBezTo>
                    <a:pt x="4885902" y="1046345"/>
                    <a:pt x="4874472" y="172759"/>
                    <a:pt x="4874472" y="128455"/>
                  </a:cubicBezTo>
                  <a:cubicBezTo>
                    <a:pt x="4871932" y="97782"/>
                    <a:pt x="4870662" y="65974"/>
                    <a:pt x="4868122" y="35302"/>
                  </a:cubicBezTo>
                  <a:cubicBezTo>
                    <a:pt x="4868122" y="26214"/>
                    <a:pt x="4866852" y="17126"/>
                    <a:pt x="4865582" y="5644"/>
                  </a:cubicBezTo>
                  <a:cubicBezTo>
                    <a:pt x="4855422" y="3104"/>
                    <a:pt x="4846532" y="1834"/>
                    <a:pt x="4836372" y="564"/>
                  </a:cubicBezTo>
                  <a:cubicBezTo>
                    <a:pt x="4828752" y="-706"/>
                    <a:pt x="4821132" y="564"/>
                    <a:pt x="4814782" y="564"/>
                  </a:cubicBezTo>
                  <a:lnTo>
                    <a:pt x="10378" y="5644"/>
                  </a:lnTo>
                  <a:lnTo>
                    <a:pt x="583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4877699" cy="1517774"/>
            </a:xfrm>
            <a:custGeom>
              <a:avLst/>
              <a:gdLst/>
              <a:ahLst/>
              <a:cxnLst/>
              <a:rect l="l" t="t" r="r" b="b"/>
              <a:pathLst>
                <a:path w="4877699" h="1517774">
                  <a:moveTo>
                    <a:pt x="4877699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447189" y="0"/>
                  </a:lnTo>
                  <a:lnTo>
                    <a:pt x="4856109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4902043" cy="1543738"/>
            </a:xfrm>
            <a:custGeom>
              <a:avLst/>
              <a:gdLst/>
              <a:ahLst/>
              <a:cxnLst/>
              <a:rect l="l" t="t" r="r" b="b"/>
              <a:pathLst>
                <a:path w="4902043" h="1543738">
                  <a:moveTo>
                    <a:pt x="4869024" y="21590"/>
                  </a:moveTo>
                  <a:cubicBezTo>
                    <a:pt x="4870294" y="34290"/>
                    <a:pt x="4870294" y="44450"/>
                    <a:pt x="4871564" y="54330"/>
                  </a:cubicBezTo>
                  <a:cubicBezTo>
                    <a:pt x="4874104" y="85002"/>
                    <a:pt x="4875374" y="116810"/>
                    <a:pt x="4877914" y="147482"/>
                  </a:cubicBezTo>
                  <a:cubicBezTo>
                    <a:pt x="4877914" y="191787"/>
                    <a:pt x="4890614" y="1065373"/>
                    <a:pt x="4896964" y="1109677"/>
                  </a:cubicBezTo>
                  <a:cubicBezTo>
                    <a:pt x="4903314" y="1176701"/>
                    <a:pt x="4899504" y="1244862"/>
                    <a:pt x="4899504" y="1311886"/>
                  </a:cubicBezTo>
                  <a:cubicBezTo>
                    <a:pt x="4899504" y="1370958"/>
                    <a:pt x="4900774" y="1425486"/>
                    <a:pt x="4902044" y="1483483"/>
                  </a:cubicBezTo>
                  <a:lnTo>
                    <a:pt x="4902044" y="1543174"/>
                  </a:lnTo>
                  <a:cubicBezTo>
                    <a:pt x="4879184" y="1543174"/>
                    <a:pt x="4858864" y="1544443"/>
                    <a:pt x="4838544" y="1543174"/>
                  </a:cubicBezTo>
                  <a:cubicBezTo>
                    <a:pt x="4596906" y="1538093"/>
                    <a:pt x="4345816" y="1544443"/>
                    <a:pt x="4098530" y="1539364"/>
                  </a:cubicBezTo>
                  <a:cubicBezTo>
                    <a:pt x="3950158" y="1535553"/>
                    <a:pt x="3805591" y="1538093"/>
                    <a:pt x="3657220" y="1535553"/>
                  </a:cubicBezTo>
                  <a:lnTo>
                    <a:pt x="3451782" y="1531743"/>
                  </a:lnTo>
                  <a:cubicBezTo>
                    <a:pt x="3409934" y="1531743"/>
                    <a:pt x="3371890" y="1533014"/>
                    <a:pt x="3330041" y="1533014"/>
                  </a:cubicBezTo>
                  <a:cubicBezTo>
                    <a:pt x="3223518" y="1531743"/>
                    <a:pt x="2930579" y="1533014"/>
                    <a:pt x="2824056" y="1531743"/>
                  </a:cubicBezTo>
                  <a:cubicBezTo>
                    <a:pt x="2747968" y="1530474"/>
                    <a:pt x="1226209" y="1539364"/>
                    <a:pt x="1150121" y="1538093"/>
                  </a:cubicBezTo>
                  <a:cubicBezTo>
                    <a:pt x="1131099" y="1538093"/>
                    <a:pt x="1108273" y="1539364"/>
                    <a:pt x="1089251" y="1539364"/>
                  </a:cubicBezTo>
                  <a:cubicBezTo>
                    <a:pt x="1043598" y="1539364"/>
                    <a:pt x="1001750" y="1540633"/>
                    <a:pt x="956097" y="1540633"/>
                  </a:cubicBezTo>
                  <a:cubicBezTo>
                    <a:pt x="841965" y="1540633"/>
                    <a:pt x="731637" y="1539364"/>
                    <a:pt x="617505" y="1538093"/>
                  </a:cubicBezTo>
                  <a:cubicBezTo>
                    <a:pt x="549026" y="1536824"/>
                    <a:pt x="480547" y="1535553"/>
                    <a:pt x="415872" y="1534283"/>
                  </a:cubicBezTo>
                  <a:cubicBezTo>
                    <a:pt x="294132" y="1533014"/>
                    <a:pt x="172391" y="1531743"/>
                    <a:pt x="46846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7281" y="30480"/>
                    <a:pt x="138151" y="29210"/>
                  </a:cubicBezTo>
                  <a:cubicBezTo>
                    <a:pt x="240870" y="25400"/>
                    <a:pt x="343589" y="22860"/>
                    <a:pt x="450112" y="20320"/>
                  </a:cubicBezTo>
                  <a:cubicBezTo>
                    <a:pt x="522395" y="17780"/>
                    <a:pt x="594679" y="16510"/>
                    <a:pt x="663158" y="13970"/>
                  </a:cubicBezTo>
                  <a:cubicBezTo>
                    <a:pt x="731637" y="11430"/>
                    <a:pt x="803921" y="8890"/>
                    <a:pt x="872400" y="8890"/>
                  </a:cubicBezTo>
                  <a:cubicBezTo>
                    <a:pt x="948488" y="7620"/>
                    <a:pt x="1024576" y="10160"/>
                    <a:pt x="1100664" y="8890"/>
                  </a:cubicBezTo>
                  <a:cubicBezTo>
                    <a:pt x="1195774" y="8890"/>
                    <a:pt x="2919166" y="6350"/>
                    <a:pt x="3014276" y="5080"/>
                  </a:cubicBezTo>
                  <a:cubicBezTo>
                    <a:pt x="3105582" y="3810"/>
                    <a:pt x="3196888" y="2540"/>
                    <a:pt x="3291997" y="2540"/>
                  </a:cubicBezTo>
                  <a:cubicBezTo>
                    <a:pt x="3447978" y="1270"/>
                    <a:pt x="3600154" y="0"/>
                    <a:pt x="3756134" y="0"/>
                  </a:cubicBezTo>
                  <a:cubicBezTo>
                    <a:pt x="3820809" y="0"/>
                    <a:pt x="3889288" y="2540"/>
                    <a:pt x="3953962" y="2540"/>
                  </a:cubicBezTo>
                  <a:cubicBezTo>
                    <a:pt x="4132769" y="3810"/>
                    <a:pt x="4315380" y="5080"/>
                    <a:pt x="4494187" y="7620"/>
                  </a:cubicBezTo>
                  <a:cubicBezTo>
                    <a:pt x="4589297" y="8890"/>
                    <a:pt x="4684407" y="12700"/>
                    <a:pt x="4779517" y="16510"/>
                  </a:cubicBezTo>
                  <a:lnTo>
                    <a:pt x="4838544" y="16510"/>
                  </a:lnTo>
                  <a:cubicBezTo>
                    <a:pt x="4849974" y="17780"/>
                    <a:pt x="4858864" y="20320"/>
                    <a:pt x="4869024" y="21590"/>
                  </a:cubicBezTo>
                  <a:close/>
                  <a:moveTo>
                    <a:pt x="4879184" y="1526664"/>
                  </a:moveTo>
                  <a:cubicBezTo>
                    <a:pt x="4880454" y="1510153"/>
                    <a:pt x="4881724" y="1497453"/>
                    <a:pt x="4881724" y="1484753"/>
                  </a:cubicBezTo>
                  <a:cubicBezTo>
                    <a:pt x="4880454" y="1419806"/>
                    <a:pt x="4879184" y="1359598"/>
                    <a:pt x="4879184" y="1294846"/>
                  </a:cubicBezTo>
                  <a:cubicBezTo>
                    <a:pt x="4879184" y="1265310"/>
                    <a:pt x="4881724" y="1235774"/>
                    <a:pt x="4880454" y="1206238"/>
                  </a:cubicBezTo>
                  <a:cubicBezTo>
                    <a:pt x="4880454" y="1178973"/>
                    <a:pt x="4879184" y="1150573"/>
                    <a:pt x="4877914" y="1123309"/>
                  </a:cubicBezTo>
                  <a:cubicBezTo>
                    <a:pt x="4872834" y="1081277"/>
                    <a:pt x="4861404" y="211099"/>
                    <a:pt x="4861404" y="169067"/>
                  </a:cubicBezTo>
                  <a:cubicBezTo>
                    <a:pt x="4858864" y="133850"/>
                    <a:pt x="4856324" y="97498"/>
                    <a:pt x="4853784" y="62282"/>
                  </a:cubicBezTo>
                  <a:cubicBezTo>
                    <a:pt x="4852514" y="44450"/>
                    <a:pt x="4851244" y="43180"/>
                    <a:pt x="4832779" y="41910"/>
                  </a:cubicBezTo>
                  <a:cubicBezTo>
                    <a:pt x="4821365" y="41910"/>
                    <a:pt x="4813757" y="41910"/>
                    <a:pt x="4802344" y="40640"/>
                  </a:cubicBezTo>
                  <a:cubicBezTo>
                    <a:pt x="4707234" y="36830"/>
                    <a:pt x="4608319" y="31750"/>
                    <a:pt x="4513209" y="30480"/>
                  </a:cubicBezTo>
                  <a:cubicBezTo>
                    <a:pt x="4281141" y="26670"/>
                    <a:pt x="4045268" y="25400"/>
                    <a:pt x="3813200" y="22860"/>
                  </a:cubicBezTo>
                  <a:lnTo>
                    <a:pt x="3539283" y="22860"/>
                  </a:lnTo>
                  <a:cubicBezTo>
                    <a:pt x="3417542" y="22860"/>
                    <a:pt x="3295802" y="22860"/>
                    <a:pt x="3177866" y="24130"/>
                  </a:cubicBezTo>
                  <a:cubicBezTo>
                    <a:pt x="3075147" y="25400"/>
                    <a:pt x="1344145" y="29210"/>
                    <a:pt x="1241427" y="29210"/>
                  </a:cubicBezTo>
                  <a:cubicBezTo>
                    <a:pt x="1074033" y="29210"/>
                    <a:pt x="906640" y="26670"/>
                    <a:pt x="739246" y="33020"/>
                  </a:cubicBezTo>
                  <a:cubicBezTo>
                    <a:pt x="651745" y="36830"/>
                    <a:pt x="568048" y="36830"/>
                    <a:pt x="484351" y="38100"/>
                  </a:cubicBezTo>
                  <a:cubicBezTo>
                    <a:pt x="339784" y="41910"/>
                    <a:pt x="195217" y="45720"/>
                    <a:pt x="5065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4890" y="1508884"/>
                    <a:pt x="138151" y="1510153"/>
                    <a:pt x="187608" y="1510153"/>
                  </a:cubicBezTo>
                  <a:cubicBezTo>
                    <a:pt x="259892" y="1510153"/>
                    <a:pt x="335980" y="1507614"/>
                    <a:pt x="408264" y="1510153"/>
                  </a:cubicBezTo>
                  <a:cubicBezTo>
                    <a:pt x="526200" y="1513964"/>
                    <a:pt x="644136" y="1516503"/>
                    <a:pt x="762073" y="1515234"/>
                  </a:cubicBezTo>
                  <a:cubicBezTo>
                    <a:pt x="838161" y="1513964"/>
                    <a:pt x="910444" y="1516503"/>
                    <a:pt x="986532" y="1516503"/>
                  </a:cubicBezTo>
                  <a:cubicBezTo>
                    <a:pt x="1096860" y="1516503"/>
                    <a:pt x="1207187" y="1515234"/>
                    <a:pt x="1317515" y="1516503"/>
                  </a:cubicBezTo>
                  <a:cubicBezTo>
                    <a:pt x="1481104" y="1517774"/>
                    <a:pt x="3276780" y="1507614"/>
                    <a:pt x="3444173" y="1510153"/>
                  </a:cubicBezTo>
                  <a:cubicBezTo>
                    <a:pt x="3516457" y="1511424"/>
                    <a:pt x="3588741" y="1512694"/>
                    <a:pt x="3657220" y="1512694"/>
                  </a:cubicBezTo>
                  <a:cubicBezTo>
                    <a:pt x="3782765" y="1515234"/>
                    <a:pt x="3904506" y="1511424"/>
                    <a:pt x="4030051" y="1515234"/>
                  </a:cubicBezTo>
                  <a:cubicBezTo>
                    <a:pt x="4132769" y="1517774"/>
                    <a:pt x="4235488" y="1517774"/>
                    <a:pt x="4338207" y="1520314"/>
                  </a:cubicBezTo>
                  <a:cubicBezTo>
                    <a:pt x="4490383" y="1524124"/>
                    <a:pt x="4642559" y="1526664"/>
                    <a:pt x="4794735" y="1527934"/>
                  </a:cubicBezTo>
                  <a:cubicBezTo>
                    <a:pt x="4841084" y="1527934"/>
                    <a:pt x="4858864" y="1526664"/>
                    <a:pt x="4879184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86754" y="3608802"/>
            <a:ext cx="12914492" cy="365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Este proyecto desarrolla una plataforma digital que centraliza y automatiza el proceso de ingreso y gestión de vehículos en los talleres de PepsiCo, abordando la falta de trazabilidad y eficiencia existente. </a:t>
            </a:r>
          </a:p>
          <a:p>
            <a:pPr algn="l">
              <a:lnSpc>
                <a:spcPts val="3389"/>
              </a:lnSpc>
            </a:pPr>
            <a:endParaRPr lang="en-US" sz="2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solución permite registrar, monitorear y controlar cada etapa del flujo operativo en tiempo real, mejorando la organización, reduciendo los tiempos de respuesta y proporcionando una visibilidad completa para una toma de decisiones más precisa.</a:t>
            </a:r>
          </a:p>
          <a:p>
            <a:pPr algn="l">
              <a:lnSpc>
                <a:spcPts val="1807"/>
              </a:lnSpc>
            </a:pPr>
            <a:endParaRPr lang="en-US" sz="2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08153"/>
            <a:ext cx="4482759" cy="1152020"/>
            <a:chOff x="0" y="0"/>
            <a:chExt cx="5977012" cy="15360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77012" cy="1536026"/>
            </a:xfrm>
            <a:custGeom>
              <a:avLst/>
              <a:gdLst/>
              <a:ahLst/>
              <a:cxnLst/>
              <a:rect l="l" t="t" r="r" b="b"/>
              <a:pathLst>
                <a:path w="5977012" h="1536026">
                  <a:moveTo>
                    <a:pt x="0" y="0"/>
                  </a:moveTo>
                  <a:lnTo>
                    <a:pt x="5977012" y="0"/>
                  </a:lnTo>
                  <a:lnTo>
                    <a:pt x="5977012" y="1536026"/>
                  </a:lnTo>
                  <a:lnTo>
                    <a:pt x="0" y="153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977012" cy="16027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origen de la problemática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97662" y="3401151"/>
            <a:ext cx="13892677" cy="4315462"/>
            <a:chOff x="0" y="0"/>
            <a:chExt cx="5061941" cy="1572383"/>
          </a:xfrm>
        </p:grpSpPr>
        <p:sp>
          <p:nvSpPr>
            <p:cNvPr id="13" name="Freeform 13"/>
            <p:cNvSpPr/>
            <p:nvPr/>
          </p:nvSpPr>
          <p:spPr>
            <a:xfrm>
              <a:off x="40059" y="45156"/>
              <a:ext cx="5021882" cy="1526522"/>
            </a:xfrm>
            <a:custGeom>
              <a:avLst/>
              <a:gdLst/>
              <a:ahLst/>
              <a:cxnLst/>
              <a:rect l="l" t="t" r="r" b="b"/>
              <a:pathLst>
                <a:path w="5021882" h="1526522">
                  <a:moveTo>
                    <a:pt x="581" y="1496747"/>
                  </a:moveTo>
                  <a:cubicBezTo>
                    <a:pt x="-1959" y="1505637"/>
                    <a:pt x="3121" y="1511987"/>
                    <a:pt x="30070" y="1513258"/>
                  </a:cubicBezTo>
                  <a:cubicBezTo>
                    <a:pt x="61288" y="1514527"/>
                    <a:pt x="88604" y="1514527"/>
                    <a:pt x="119822" y="1514527"/>
                  </a:cubicBezTo>
                  <a:cubicBezTo>
                    <a:pt x="244694" y="1515797"/>
                    <a:pt x="369567" y="1515797"/>
                    <a:pt x="498342" y="1517068"/>
                  </a:cubicBezTo>
                  <a:cubicBezTo>
                    <a:pt x="568583" y="1518337"/>
                    <a:pt x="638824" y="1519608"/>
                    <a:pt x="705162" y="1520877"/>
                  </a:cubicBezTo>
                  <a:cubicBezTo>
                    <a:pt x="822230" y="1522147"/>
                    <a:pt x="935396" y="1522147"/>
                    <a:pt x="1052464" y="1523418"/>
                  </a:cubicBezTo>
                  <a:cubicBezTo>
                    <a:pt x="1099292" y="1523418"/>
                    <a:pt x="1142217" y="1523418"/>
                    <a:pt x="1189044" y="1522147"/>
                  </a:cubicBezTo>
                  <a:cubicBezTo>
                    <a:pt x="1208555" y="1522147"/>
                    <a:pt x="1231969" y="1520877"/>
                    <a:pt x="1251480" y="1520877"/>
                  </a:cubicBezTo>
                  <a:cubicBezTo>
                    <a:pt x="1329526" y="1522147"/>
                    <a:pt x="2890434" y="1513258"/>
                    <a:pt x="2968479" y="1514527"/>
                  </a:cubicBezTo>
                  <a:cubicBezTo>
                    <a:pt x="3077742" y="1515797"/>
                    <a:pt x="3378217" y="1515797"/>
                    <a:pt x="3487481" y="1515797"/>
                  </a:cubicBezTo>
                  <a:cubicBezTo>
                    <a:pt x="3530406" y="1515797"/>
                    <a:pt x="3569429" y="1514527"/>
                    <a:pt x="3612354" y="1514527"/>
                  </a:cubicBezTo>
                  <a:lnTo>
                    <a:pt x="3823076" y="1518337"/>
                  </a:lnTo>
                  <a:cubicBezTo>
                    <a:pt x="3975265" y="1520877"/>
                    <a:pt x="4123551" y="1518337"/>
                    <a:pt x="4275740" y="1522147"/>
                  </a:cubicBezTo>
                  <a:cubicBezTo>
                    <a:pt x="4529387" y="1527227"/>
                    <a:pt x="4786937" y="1520877"/>
                    <a:pt x="4958382" y="1525958"/>
                  </a:cubicBezTo>
                  <a:cubicBezTo>
                    <a:pt x="4978702" y="1527227"/>
                    <a:pt x="4999022" y="1525958"/>
                    <a:pt x="5021882" y="1525958"/>
                  </a:cubicBezTo>
                  <a:lnTo>
                    <a:pt x="5021882" y="1466268"/>
                  </a:lnTo>
                  <a:cubicBezTo>
                    <a:pt x="5020612" y="1405322"/>
                    <a:pt x="5019342" y="1350794"/>
                    <a:pt x="5019342" y="1292858"/>
                  </a:cubicBezTo>
                  <a:cubicBezTo>
                    <a:pt x="5019342" y="1225834"/>
                    <a:pt x="5023152" y="1157674"/>
                    <a:pt x="5016802" y="1090649"/>
                  </a:cubicBezTo>
                  <a:cubicBezTo>
                    <a:pt x="5009182" y="1046345"/>
                    <a:pt x="4997752" y="172759"/>
                    <a:pt x="4997752" y="128455"/>
                  </a:cubicBezTo>
                  <a:cubicBezTo>
                    <a:pt x="4995212" y="97782"/>
                    <a:pt x="4993942" y="65974"/>
                    <a:pt x="4991402" y="35302"/>
                  </a:cubicBezTo>
                  <a:cubicBezTo>
                    <a:pt x="4991402" y="26214"/>
                    <a:pt x="4990132" y="17126"/>
                    <a:pt x="4988862" y="5644"/>
                  </a:cubicBezTo>
                  <a:cubicBezTo>
                    <a:pt x="4978702" y="3104"/>
                    <a:pt x="4969812" y="1834"/>
                    <a:pt x="4959652" y="564"/>
                  </a:cubicBezTo>
                  <a:cubicBezTo>
                    <a:pt x="4952032" y="-706"/>
                    <a:pt x="4944412" y="564"/>
                    <a:pt x="4938062" y="564"/>
                  </a:cubicBezTo>
                  <a:lnTo>
                    <a:pt x="10558" y="5644"/>
                  </a:lnTo>
                  <a:lnTo>
                    <a:pt x="581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430" y="16510"/>
              <a:ext cx="5000981" cy="1517774"/>
            </a:xfrm>
            <a:custGeom>
              <a:avLst/>
              <a:gdLst/>
              <a:ahLst/>
              <a:cxnLst/>
              <a:rect l="l" t="t" r="r" b="b"/>
              <a:pathLst>
                <a:path w="5000981" h="1517774">
                  <a:moveTo>
                    <a:pt x="5000981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509324" y="0"/>
                  </a:lnTo>
                  <a:lnTo>
                    <a:pt x="497939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-215" y="0"/>
              <a:ext cx="5025326" cy="1543738"/>
            </a:xfrm>
            <a:custGeom>
              <a:avLst/>
              <a:gdLst/>
              <a:ahLst/>
              <a:cxnLst/>
              <a:rect l="l" t="t" r="r" b="b"/>
              <a:pathLst>
                <a:path w="5025326" h="1543738">
                  <a:moveTo>
                    <a:pt x="4992306" y="21590"/>
                  </a:moveTo>
                  <a:cubicBezTo>
                    <a:pt x="4993576" y="34290"/>
                    <a:pt x="4993576" y="44450"/>
                    <a:pt x="4994846" y="54330"/>
                  </a:cubicBezTo>
                  <a:cubicBezTo>
                    <a:pt x="4997386" y="85002"/>
                    <a:pt x="4998656" y="116810"/>
                    <a:pt x="5001196" y="147482"/>
                  </a:cubicBezTo>
                  <a:cubicBezTo>
                    <a:pt x="5001196" y="191787"/>
                    <a:pt x="5013896" y="1065373"/>
                    <a:pt x="5020246" y="1109677"/>
                  </a:cubicBezTo>
                  <a:cubicBezTo>
                    <a:pt x="5026596" y="1176701"/>
                    <a:pt x="5022786" y="1244862"/>
                    <a:pt x="5022786" y="1311886"/>
                  </a:cubicBezTo>
                  <a:cubicBezTo>
                    <a:pt x="5022786" y="1370958"/>
                    <a:pt x="5024056" y="1425486"/>
                    <a:pt x="5025326" y="1483483"/>
                  </a:cubicBezTo>
                  <a:lnTo>
                    <a:pt x="5025326" y="1543174"/>
                  </a:lnTo>
                  <a:cubicBezTo>
                    <a:pt x="5002466" y="1543174"/>
                    <a:pt x="4982146" y="1544443"/>
                    <a:pt x="4961826" y="1543174"/>
                  </a:cubicBezTo>
                  <a:cubicBezTo>
                    <a:pt x="4714045" y="1538093"/>
                    <a:pt x="4456495" y="1544443"/>
                    <a:pt x="4202848" y="1539364"/>
                  </a:cubicBezTo>
                  <a:cubicBezTo>
                    <a:pt x="4050659" y="1535553"/>
                    <a:pt x="3902373" y="1538093"/>
                    <a:pt x="3750184" y="1535553"/>
                  </a:cubicBezTo>
                  <a:lnTo>
                    <a:pt x="3539462" y="1531743"/>
                  </a:lnTo>
                  <a:cubicBezTo>
                    <a:pt x="3496537" y="1531743"/>
                    <a:pt x="3457514" y="1533014"/>
                    <a:pt x="3414589" y="1533014"/>
                  </a:cubicBezTo>
                  <a:cubicBezTo>
                    <a:pt x="3305326" y="1531743"/>
                    <a:pt x="3004851" y="1533014"/>
                    <a:pt x="2895587" y="1531743"/>
                  </a:cubicBezTo>
                  <a:cubicBezTo>
                    <a:pt x="2817542" y="1530474"/>
                    <a:pt x="1256634" y="1539364"/>
                    <a:pt x="1178588" y="1538093"/>
                  </a:cubicBezTo>
                  <a:cubicBezTo>
                    <a:pt x="1159077" y="1538093"/>
                    <a:pt x="1135663" y="1539364"/>
                    <a:pt x="1116152" y="1539364"/>
                  </a:cubicBezTo>
                  <a:cubicBezTo>
                    <a:pt x="1069325" y="1539364"/>
                    <a:pt x="1026400" y="1540633"/>
                    <a:pt x="979572" y="1540633"/>
                  </a:cubicBezTo>
                  <a:cubicBezTo>
                    <a:pt x="862504" y="1540633"/>
                    <a:pt x="749338" y="1539364"/>
                    <a:pt x="632270" y="1538093"/>
                  </a:cubicBezTo>
                  <a:cubicBezTo>
                    <a:pt x="562030" y="1536824"/>
                    <a:pt x="491789" y="1535553"/>
                    <a:pt x="425450" y="1534283"/>
                  </a:cubicBezTo>
                  <a:cubicBezTo>
                    <a:pt x="300577" y="1533014"/>
                    <a:pt x="175705" y="1531743"/>
                    <a:pt x="46930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8148" y="30480"/>
                    <a:pt x="140584" y="29210"/>
                  </a:cubicBezTo>
                  <a:cubicBezTo>
                    <a:pt x="245946" y="25400"/>
                    <a:pt x="351307" y="22860"/>
                    <a:pt x="460571" y="20320"/>
                  </a:cubicBezTo>
                  <a:cubicBezTo>
                    <a:pt x="534714" y="17780"/>
                    <a:pt x="608857" y="16510"/>
                    <a:pt x="679098" y="13970"/>
                  </a:cubicBezTo>
                  <a:cubicBezTo>
                    <a:pt x="749339" y="11430"/>
                    <a:pt x="823482" y="8890"/>
                    <a:pt x="893723" y="8890"/>
                  </a:cubicBezTo>
                  <a:cubicBezTo>
                    <a:pt x="971768" y="7620"/>
                    <a:pt x="1049813" y="10160"/>
                    <a:pt x="1127859" y="8890"/>
                  </a:cubicBezTo>
                  <a:cubicBezTo>
                    <a:pt x="1225416" y="8890"/>
                    <a:pt x="2993144" y="6350"/>
                    <a:pt x="3090701" y="5080"/>
                  </a:cubicBezTo>
                  <a:cubicBezTo>
                    <a:pt x="3184355" y="3810"/>
                    <a:pt x="3278010" y="2540"/>
                    <a:pt x="3375566" y="2540"/>
                  </a:cubicBezTo>
                  <a:cubicBezTo>
                    <a:pt x="3535560" y="1270"/>
                    <a:pt x="3691650" y="0"/>
                    <a:pt x="3851643" y="0"/>
                  </a:cubicBezTo>
                  <a:cubicBezTo>
                    <a:pt x="3917982" y="0"/>
                    <a:pt x="3988223" y="2540"/>
                    <a:pt x="4054561" y="2540"/>
                  </a:cubicBezTo>
                  <a:cubicBezTo>
                    <a:pt x="4237968" y="3810"/>
                    <a:pt x="4425277" y="5080"/>
                    <a:pt x="4608684" y="7620"/>
                  </a:cubicBezTo>
                  <a:cubicBezTo>
                    <a:pt x="4706241" y="8890"/>
                    <a:pt x="4803797" y="12700"/>
                    <a:pt x="4901354" y="16510"/>
                  </a:cubicBezTo>
                  <a:lnTo>
                    <a:pt x="4961826" y="16510"/>
                  </a:lnTo>
                  <a:cubicBezTo>
                    <a:pt x="4973256" y="17780"/>
                    <a:pt x="4982146" y="20320"/>
                    <a:pt x="4992306" y="21590"/>
                  </a:cubicBezTo>
                  <a:close/>
                  <a:moveTo>
                    <a:pt x="5002466" y="1526664"/>
                  </a:moveTo>
                  <a:cubicBezTo>
                    <a:pt x="5003736" y="1510153"/>
                    <a:pt x="5005006" y="1497453"/>
                    <a:pt x="5005006" y="1484753"/>
                  </a:cubicBezTo>
                  <a:cubicBezTo>
                    <a:pt x="5003736" y="1419806"/>
                    <a:pt x="5002466" y="1359598"/>
                    <a:pt x="5002466" y="1294846"/>
                  </a:cubicBezTo>
                  <a:cubicBezTo>
                    <a:pt x="5002466" y="1265310"/>
                    <a:pt x="5005006" y="1235774"/>
                    <a:pt x="5003736" y="1206238"/>
                  </a:cubicBezTo>
                  <a:cubicBezTo>
                    <a:pt x="5003736" y="1178973"/>
                    <a:pt x="5002466" y="1150573"/>
                    <a:pt x="5001196" y="1123309"/>
                  </a:cubicBezTo>
                  <a:cubicBezTo>
                    <a:pt x="4996116" y="1081277"/>
                    <a:pt x="4984686" y="211099"/>
                    <a:pt x="4984686" y="169067"/>
                  </a:cubicBezTo>
                  <a:cubicBezTo>
                    <a:pt x="4982146" y="133850"/>
                    <a:pt x="4979606" y="97498"/>
                    <a:pt x="4977066" y="62282"/>
                  </a:cubicBezTo>
                  <a:cubicBezTo>
                    <a:pt x="4975796" y="44450"/>
                    <a:pt x="4974526" y="43180"/>
                    <a:pt x="4955986" y="41910"/>
                  </a:cubicBezTo>
                  <a:cubicBezTo>
                    <a:pt x="4944279" y="41910"/>
                    <a:pt x="4936475" y="41910"/>
                    <a:pt x="4924768" y="40640"/>
                  </a:cubicBezTo>
                  <a:cubicBezTo>
                    <a:pt x="4827211" y="36830"/>
                    <a:pt x="4725752" y="31750"/>
                    <a:pt x="4628195" y="30480"/>
                  </a:cubicBezTo>
                  <a:cubicBezTo>
                    <a:pt x="4390157" y="26670"/>
                    <a:pt x="4148216" y="25400"/>
                    <a:pt x="3910178" y="22860"/>
                  </a:cubicBezTo>
                  <a:lnTo>
                    <a:pt x="3629214" y="22860"/>
                  </a:lnTo>
                  <a:cubicBezTo>
                    <a:pt x="3504341" y="22860"/>
                    <a:pt x="3379469" y="22860"/>
                    <a:pt x="3258498" y="24130"/>
                  </a:cubicBezTo>
                  <a:cubicBezTo>
                    <a:pt x="3153137" y="25400"/>
                    <a:pt x="1377604" y="29210"/>
                    <a:pt x="1272243" y="29210"/>
                  </a:cubicBezTo>
                  <a:cubicBezTo>
                    <a:pt x="1100543" y="29210"/>
                    <a:pt x="928843" y="26670"/>
                    <a:pt x="757143" y="33020"/>
                  </a:cubicBezTo>
                  <a:cubicBezTo>
                    <a:pt x="667391" y="36830"/>
                    <a:pt x="581541" y="36830"/>
                    <a:pt x="495691" y="38100"/>
                  </a:cubicBezTo>
                  <a:cubicBezTo>
                    <a:pt x="347405" y="41910"/>
                    <a:pt x="199118" y="45720"/>
                    <a:pt x="50832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5953" y="1508884"/>
                    <a:pt x="140584" y="1510153"/>
                    <a:pt x="191314" y="1510153"/>
                  </a:cubicBezTo>
                  <a:cubicBezTo>
                    <a:pt x="265457" y="1510153"/>
                    <a:pt x="343502" y="1507614"/>
                    <a:pt x="417646" y="1510153"/>
                  </a:cubicBezTo>
                  <a:cubicBezTo>
                    <a:pt x="538616" y="1513964"/>
                    <a:pt x="659586" y="1516503"/>
                    <a:pt x="780557" y="1515234"/>
                  </a:cubicBezTo>
                  <a:cubicBezTo>
                    <a:pt x="858602" y="1513964"/>
                    <a:pt x="932745" y="1516503"/>
                    <a:pt x="1010791" y="1516503"/>
                  </a:cubicBezTo>
                  <a:cubicBezTo>
                    <a:pt x="1123956" y="1516503"/>
                    <a:pt x="1237122" y="1515234"/>
                    <a:pt x="1350288" y="1516503"/>
                  </a:cubicBezTo>
                  <a:cubicBezTo>
                    <a:pt x="1518086" y="1517774"/>
                    <a:pt x="3359957" y="1507614"/>
                    <a:pt x="3531657" y="1510153"/>
                  </a:cubicBezTo>
                  <a:cubicBezTo>
                    <a:pt x="3605800" y="1511424"/>
                    <a:pt x="3679943" y="1512694"/>
                    <a:pt x="3750184" y="1512694"/>
                  </a:cubicBezTo>
                  <a:cubicBezTo>
                    <a:pt x="3878959" y="1515234"/>
                    <a:pt x="4003832" y="1511424"/>
                    <a:pt x="4132607" y="1515234"/>
                  </a:cubicBezTo>
                  <a:cubicBezTo>
                    <a:pt x="4237968" y="1517774"/>
                    <a:pt x="4343329" y="1517774"/>
                    <a:pt x="4448691" y="1520314"/>
                  </a:cubicBezTo>
                  <a:cubicBezTo>
                    <a:pt x="4604782" y="1524124"/>
                    <a:pt x="4760872" y="1526664"/>
                    <a:pt x="4916963" y="1527934"/>
                  </a:cubicBezTo>
                  <a:cubicBezTo>
                    <a:pt x="4964366" y="1527934"/>
                    <a:pt x="4982146" y="1526664"/>
                    <a:pt x="5002466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686754" y="4278722"/>
            <a:ext cx="12914492" cy="257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PepsiCo gestionaba el ingreso de vehículos a sus talleres mediante procedimientos manuales y registros no centralizados. Esta práctica generaba falta de trazabilidad, inconsistencias en los datos y limitaciones en el control operativo del proceso. Estas brechas motivaron la necesidad de desarrollar una solución que permitiera centralizar la información y mejorar la eficiencia del flujo operativo.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51573" y="2147140"/>
            <a:ext cx="7421571" cy="6823483"/>
            <a:chOff x="0" y="0"/>
            <a:chExt cx="1932334" cy="1776611"/>
          </a:xfrm>
        </p:grpSpPr>
        <p:sp>
          <p:nvSpPr>
            <p:cNvPr id="11" name="Freeform 11"/>
            <p:cNvSpPr/>
            <p:nvPr/>
          </p:nvSpPr>
          <p:spPr>
            <a:xfrm>
              <a:off x="39991" y="45156"/>
              <a:ext cx="1892342" cy="1730750"/>
            </a:xfrm>
            <a:custGeom>
              <a:avLst/>
              <a:gdLst/>
              <a:ahLst/>
              <a:cxnLst/>
              <a:rect l="l" t="t" r="r" b="b"/>
              <a:pathLst>
                <a:path w="1892342" h="1730750">
                  <a:moveTo>
                    <a:pt x="649" y="1700975"/>
                  </a:moveTo>
                  <a:cubicBezTo>
                    <a:pt x="-1891" y="1709865"/>
                    <a:pt x="3189" y="1716215"/>
                    <a:pt x="13092" y="1717485"/>
                  </a:cubicBezTo>
                  <a:cubicBezTo>
                    <a:pt x="24434" y="1718755"/>
                    <a:pt x="34358" y="1718755"/>
                    <a:pt x="45700" y="1718755"/>
                  </a:cubicBezTo>
                  <a:cubicBezTo>
                    <a:pt x="91068" y="1720025"/>
                    <a:pt x="136435" y="1720025"/>
                    <a:pt x="183220" y="1721295"/>
                  </a:cubicBezTo>
                  <a:cubicBezTo>
                    <a:pt x="208739" y="1722565"/>
                    <a:pt x="234258" y="1723835"/>
                    <a:pt x="258360" y="1725105"/>
                  </a:cubicBezTo>
                  <a:cubicBezTo>
                    <a:pt x="300891" y="1726375"/>
                    <a:pt x="342005" y="1726375"/>
                    <a:pt x="384537" y="1727645"/>
                  </a:cubicBezTo>
                  <a:cubicBezTo>
                    <a:pt x="401550" y="1727645"/>
                    <a:pt x="417145" y="1727645"/>
                    <a:pt x="434158" y="1726375"/>
                  </a:cubicBezTo>
                  <a:cubicBezTo>
                    <a:pt x="441246" y="1726375"/>
                    <a:pt x="449753" y="1725105"/>
                    <a:pt x="456842" y="1725105"/>
                  </a:cubicBezTo>
                  <a:cubicBezTo>
                    <a:pt x="485196" y="1726375"/>
                    <a:pt x="1052287" y="1717485"/>
                    <a:pt x="1080642" y="1718755"/>
                  </a:cubicBezTo>
                  <a:cubicBezTo>
                    <a:pt x="1120338" y="1720025"/>
                    <a:pt x="1229504" y="1720025"/>
                    <a:pt x="1269200" y="1720025"/>
                  </a:cubicBezTo>
                  <a:cubicBezTo>
                    <a:pt x="1284795" y="1720025"/>
                    <a:pt x="1298972" y="1718755"/>
                    <a:pt x="1314567" y="1718755"/>
                  </a:cubicBezTo>
                  <a:lnTo>
                    <a:pt x="1391125" y="1722565"/>
                  </a:lnTo>
                  <a:cubicBezTo>
                    <a:pt x="1446416" y="1725105"/>
                    <a:pt x="1500290" y="1722565"/>
                    <a:pt x="1555581" y="1726375"/>
                  </a:cubicBezTo>
                  <a:cubicBezTo>
                    <a:pt x="1647734" y="1731455"/>
                    <a:pt x="1741304" y="1725105"/>
                    <a:pt x="1828843" y="1730185"/>
                  </a:cubicBezTo>
                  <a:cubicBezTo>
                    <a:pt x="1849163" y="1731455"/>
                    <a:pt x="1869483" y="1730185"/>
                    <a:pt x="1892343" y="1730185"/>
                  </a:cubicBezTo>
                  <a:lnTo>
                    <a:pt x="1892343" y="1670495"/>
                  </a:lnTo>
                  <a:cubicBezTo>
                    <a:pt x="1891073" y="1604922"/>
                    <a:pt x="1889803" y="1542612"/>
                    <a:pt x="1889803" y="1476407"/>
                  </a:cubicBezTo>
                  <a:cubicBezTo>
                    <a:pt x="1889803" y="1399817"/>
                    <a:pt x="1893613" y="1321928"/>
                    <a:pt x="1887263" y="1245338"/>
                  </a:cubicBezTo>
                  <a:cubicBezTo>
                    <a:pt x="1879643" y="1194711"/>
                    <a:pt x="1868213" y="196444"/>
                    <a:pt x="1868213" y="145817"/>
                  </a:cubicBezTo>
                  <a:cubicBezTo>
                    <a:pt x="1865673" y="110767"/>
                    <a:pt x="1864403" y="74420"/>
                    <a:pt x="1861863" y="39370"/>
                  </a:cubicBezTo>
                  <a:cubicBezTo>
                    <a:pt x="1861863" y="28985"/>
                    <a:pt x="1860593" y="18600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700975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1871374" cy="1722001"/>
            </a:xfrm>
            <a:custGeom>
              <a:avLst/>
              <a:gdLst/>
              <a:ahLst/>
              <a:cxnLst/>
              <a:rect l="l" t="t" r="r" b="b"/>
              <a:pathLst>
                <a:path w="1871374" h="1722001">
                  <a:moveTo>
                    <a:pt x="1871374" y="1722001"/>
                  </a:moveTo>
                  <a:lnTo>
                    <a:pt x="0" y="1714381"/>
                  </a:lnTo>
                  <a:lnTo>
                    <a:pt x="0" y="610637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1895718" cy="1747966"/>
            </a:xfrm>
            <a:custGeom>
              <a:avLst/>
              <a:gdLst/>
              <a:ahLst/>
              <a:cxnLst/>
              <a:rect l="l" t="t" r="r" b="b"/>
              <a:pathLst>
                <a:path w="1895718" h="1747966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669"/>
                  </a:cubicBezTo>
                  <a:cubicBezTo>
                    <a:pt x="1867779" y="89718"/>
                    <a:pt x="1869049" y="126066"/>
                    <a:pt x="1871589" y="161116"/>
                  </a:cubicBezTo>
                  <a:cubicBezTo>
                    <a:pt x="1871589" y="211743"/>
                    <a:pt x="1884289" y="1210010"/>
                    <a:pt x="1890639" y="1260637"/>
                  </a:cubicBezTo>
                  <a:cubicBezTo>
                    <a:pt x="1896989" y="1337227"/>
                    <a:pt x="1893179" y="1415115"/>
                    <a:pt x="1893179" y="1491705"/>
                  </a:cubicBezTo>
                  <a:cubicBezTo>
                    <a:pt x="1893179" y="1559209"/>
                    <a:pt x="1894449" y="1621519"/>
                    <a:pt x="1895719" y="1687711"/>
                  </a:cubicBezTo>
                  <a:lnTo>
                    <a:pt x="1895719" y="1747401"/>
                  </a:lnTo>
                  <a:cubicBezTo>
                    <a:pt x="1872859" y="1747401"/>
                    <a:pt x="1852539" y="1748671"/>
                    <a:pt x="1832219" y="1747401"/>
                  </a:cubicBezTo>
                  <a:cubicBezTo>
                    <a:pt x="1740395" y="1742321"/>
                    <a:pt x="1646825" y="1748671"/>
                    <a:pt x="1554673" y="1743591"/>
                  </a:cubicBezTo>
                  <a:cubicBezTo>
                    <a:pt x="1499382" y="1739781"/>
                    <a:pt x="1445508" y="1742321"/>
                    <a:pt x="1390216" y="1739781"/>
                  </a:cubicBezTo>
                  <a:lnTo>
                    <a:pt x="1313659" y="1735971"/>
                  </a:lnTo>
                  <a:cubicBezTo>
                    <a:pt x="1298064" y="1735971"/>
                    <a:pt x="1283887" y="1737241"/>
                    <a:pt x="1268292" y="1737241"/>
                  </a:cubicBezTo>
                  <a:cubicBezTo>
                    <a:pt x="1228595" y="1735971"/>
                    <a:pt x="1119430" y="1737241"/>
                    <a:pt x="1079734" y="1735971"/>
                  </a:cubicBezTo>
                  <a:cubicBezTo>
                    <a:pt x="1051379" y="1734701"/>
                    <a:pt x="484288" y="1743591"/>
                    <a:pt x="455933" y="1742321"/>
                  </a:cubicBezTo>
                  <a:cubicBezTo>
                    <a:pt x="448845" y="1742321"/>
                    <a:pt x="440338" y="1743591"/>
                    <a:pt x="433250" y="1743591"/>
                  </a:cubicBezTo>
                  <a:cubicBezTo>
                    <a:pt x="416237" y="1743591"/>
                    <a:pt x="400642" y="1744861"/>
                    <a:pt x="383629" y="1744861"/>
                  </a:cubicBezTo>
                  <a:cubicBezTo>
                    <a:pt x="341097" y="1744861"/>
                    <a:pt x="299983" y="1743591"/>
                    <a:pt x="257451" y="1742321"/>
                  </a:cubicBezTo>
                  <a:cubicBezTo>
                    <a:pt x="231932" y="1741051"/>
                    <a:pt x="206413" y="1739781"/>
                    <a:pt x="182312" y="1738511"/>
                  </a:cubicBezTo>
                  <a:cubicBezTo>
                    <a:pt x="136944" y="1737241"/>
                    <a:pt x="91577" y="1735971"/>
                    <a:pt x="44792" y="1735971"/>
                  </a:cubicBezTo>
                  <a:cubicBezTo>
                    <a:pt x="34505" y="1735971"/>
                    <a:pt x="25615" y="1735971"/>
                    <a:pt x="15455" y="1734701"/>
                  </a:cubicBezTo>
                  <a:cubicBezTo>
                    <a:pt x="6565" y="1733431"/>
                    <a:pt x="1485" y="1727081"/>
                    <a:pt x="4025" y="1718191"/>
                  </a:cubicBezTo>
                  <a:cubicBezTo>
                    <a:pt x="12915" y="1686426"/>
                    <a:pt x="9105" y="1653972"/>
                    <a:pt x="7835" y="1620221"/>
                  </a:cubicBezTo>
                  <a:cubicBezTo>
                    <a:pt x="6565" y="1551420"/>
                    <a:pt x="2755" y="1483917"/>
                    <a:pt x="4025" y="1415115"/>
                  </a:cubicBezTo>
                  <a:cubicBezTo>
                    <a:pt x="1485" y="1329438"/>
                    <a:pt x="-3595" y="268861"/>
                    <a:pt x="4025" y="181886"/>
                  </a:cubicBezTo>
                  <a:cubicBezTo>
                    <a:pt x="5295" y="165010"/>
                    <a:pt x="4025" y="146836"/>
                    <a:pt x="5295" y="129961"/>
                  </a:cubicBezTo>
                  <a:cubicBezTo>
                    <a:pt x="6565" y="102700"/>
                    <a:pt x="9105" y="7284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730891"/>
                  </a:moveTo>
                  <a:cubicBezTo>
                    <a:pt x="1874129" y="1714381"/>
                    <a:pt x="1875399" y="1701681"/>
                    <a:pt x="1875399" y="1688981"/>
                  </a:cubicBezTo>
                  <a:cubicBezTo>
                    <a:pt x="1874129" y="1615028"/>
                    <a:pt x="1872859" y="1546227"/>
                    <a:pt x="1872859" y="1472233"/>
                  </a:cubicBezTo>
                  <a:cubicBezTo>
                    <a:pt x="1872859" y="1438482"/>
                    <a:pt x="1875399" y="1404730"/>
                    <a:pt x="1874129" y="1370979"/>
                  </a:cubicBezTo>
                  <a:cubicBezTo>
                    <a:pt x="1874129" y="1339824"/>
                    <a:pt x="1872859" y="1307370"/>
                    <a:pt x="1871589" y="1276215"/>
                  </a:cubicBezTo>
                  <a:cubicBezTo>
                    <a:pt x="1866509" y="1228184"/>
                    <a:pt x="1855079" y="233812"/>
                    <a:pt x="1855079" y="185781"/>
                  </a:cubicBezTo>
                  <a:cubicBezTo>
                    <a:pt x="1852539" y="145538"/>
                    <a:pt x="1849999" y="103998"/>
                    <a:pt x="1847459" y="63756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371"/>
                    <a:pt x="29425" y="68948"/>
                  </a:cubicBezTo>
                  <a:cubicBezTo>
                    <a:pt x="28155" y="92315"/>
                    <a:pt x="28155" y="115681"/>
                    <a:pt x="26885" y="139048"/>
                  </a:cubicBezTo>
                  <a:cubicBezTo>
                    <a:pt x="25615" y="177992"/>
                    <a:pt x="23075" y="215638"/>
                    <a:pt x="21805" y="254582"/>
                  </a:cubicBezTo>
                  <a:cubicBezTo>
                    <a:pt x="16725" y="296122"/>
                    <a:pt x="23075" y="1311265"/>
                    <a:pt x="25615" y="1352805"/>
                  </a:cubicBezTo>
                  <a:cubicBezTo>
                    <a:pt x="25615" y="1396942"/>
                    <a:pt x="25615" y="1442376"/>
                    <a:pt x="26885" y="1486513"/>
                  </a:cubicBezTo>
                  <a:cubicBezTo>
                    <a:pt x="26885" y="1518966"/>
                    <a:pt x="29425" y="1551420"/>
                    <a:pt x="29425" y="1583873"/>
                  </a:cubicBezTo>
                  <a:cubicBezTo>
                    <a:pt x="29425" y="1618923"/>
                    <a:pt x="29425" y="1653972"/>
                    <a:pt x="28155" y="1688981"/>
                  </a:cubicBezTo>
                  <a:lnTo>
                    <a:pt x="28155" y="1699141"/>
                  </a:lnTo>
                  <a:cubicBezTo>
                    <a:pt x="28155" y="1709301"/>
                    <a:pt x="31965" y="1713111"/>
                    <a:pt x="40855" y="1713111"/>
                  </a:cubicBezTo>
                  <a:cubicBezTo>
                    <a:pt x="58969" y="1713111"/>
                    <a:pt x="78818" y="1714381"/>
                    <a:pt x="97248" y="1714381"/>
                  </a:cubicBezTo>
                  <a:cubicBezTo>
                    <a:pt x="124185" y="1714381"/>
                    <a:pt x="152539" y="1711841"/>
                    <a:pt x="179476" y="1714381"/>
                  </a:cubicBezTo>
                  <a:cubicBezTo>
                    <a:pt x="223426" y="1718191"/>
                    <a:pt x="267375" y="1720731"/>
                    <a:pt x="311325" y="1719461"/>
                  </a:cubicBezTo>
                  <a:cubicBezTo>
                    <a:pt x="339680" y="1718191"/>
                    <a:pt x="366616" y="1720731"/>
                    <a:pt x="394971" y="1720731"/>
                  </a:cubicBezTo>
                  <a:cubicBezTo>
                    <a:pt x="436085" y="1720731"/>
                    <a:pt x="477199" y="1719461"/>
                    <a:pt x="518313" y="1720731"/>
                  </a:cubicBezTo>
                  <a:cubicBezTo>
                    <a:pt x="579276" y="1722001"/>
                    <a:pt x="1248444" y="1711841"/>
                    <a:pt x="1310824" y="1714381"/>
                  </a:cubicBezTo>
                  <a:cubicBezTo>
                    <a:pt x="1337761" y="1715651"/>
                    <a:pt x="1364697" y="1716921"/>
                    <a:pt x="1390216" y="1716921"/>
                  </a:cubicBezTo>
                  <a:cubicBezTo>
                    <a:pt x="1437002" y="1719461"/>
                    <a:pt x="1482369" y="1715651"/>
                    <a:pt x="1529154" y="1719461"/>
                  </a:cubicBezTo>
                  <a:cubicBezTo>
                    <a:pt x="1567433" y="1722001"/>
                    <a:pt x="1605711" y="1722001"/>
                    <a:pt x="1643990" y="1724541"/>
                  </a:cubicBezTo>
                  <a:cubicBezTo>
                    <a:pt x="1700699" y="1728351"/>
                    <a:pt x="1757408" y="1730891"/>
                    <a:pt x="1814117" y="1732161"/>
                  </a:cubicBezTo>
                  <a:cubicBezTo>
                    <a:pt x="1834759" y="1732161"/>
                    <a:pt x="1852539" y="1730891"/>
                    <a:pt x="1872859" y="1730891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316139" y="2699975"/>
            <a:ext cx="1292439" cy="1311938"/>
          </a:xfrm>
          <a:custGeom>
            <a:avLst/>
            <a:gdLst/>
            <a:ahLst/>
            <a:cxnLst/>
            <a:rect l="l" t="t" r="r" b="b"/>
            <a:pathLst>
              <a:path w="1292439" h="1311938">
                <a:moveTo>
                  <a:pt x="0" y="0"/>
                </a:moveTo>
                <a:lnTo>
                  <a:pt x="1292439" y="0"/>
                </a:lnTo>
                <a:lnTo>
                  <a:pt x="1292439" y="1311939"/>
                </a:lnTo>
                <a:lnTo>
                  <a:pt x="0" y="1311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1614856" y="2147140"/>
            <a:ext cx="7421571" cy="6820162"/>
            <a:chOff x="0" y="0"/>
            <a:chExt cx="1932334" cy="1775746"/>
          </a:xfrm>
        </p:grpSpPr>
        <p:sp>
          <p:nvSpPr>
            <p:cNvPr id="16" name="Freeform 16"/>
            <p:cNvSpPr/>
            <p:nvPr/>
          </p:nvSpPr>
          <p:spPr>
            <a:xfrm>
              <a:off x="39991" y="45156"/>
              <a:ext cx="1892342" cy="1729885"/>
            </a:xfrm>
            <a:custGeom>
              <a:avLst/>
              <a:gdLst/>
              <a:ahLst/>
              <a:cxnLst/>
              <a:rect l="l" t="t" r="r" b="b"/>
              <a:pathLst>
                <a:path w="1892342" h="1729885">
                  <a:moveTo>
                    <a:pt x="649" y="1700110"/>
                  </a:moveTo>
                  <a:cubicBezTo>
                    <a:pt x="-1891" y="1709000"/>
                    <a:pt x="3189" y="1715350"/>
                    <a:pt x="13092" y="1716620"/>
                  </a:cubicBezTo>
                  <a:cubicBezTo>
                    <a:pt x="24434" y="1717890"/>
                    <a:pt x="34358" y="1717890"/>
                    <a:pt x="45700" y="1717890"/>
                  </a:cubicBezTo>
                  <a:cubicBezTo>
                    <a:pt x="91068" y="1719160"/>
                    <a:pt x="136435" y="1719160"/>
                    <a:pt x="183220" y="1720430"/>
                  </a:cubicBezTo>
                  <a:cubicBezTo>
                    <a:pt x="208739" y="1721700"/>
                    <a:pt x="234258" y="1722970"/>
                    <a:pt x="258360" y="1724240"/>
                  </a:cubicBezTo>
                  <a:cubicBezTo>
                    <a:pt x="300891" y="1725510"/>
                    <a:pt x="342005" y="1725510"/>
                    <a:pt x="384537" y="1726780"/>
                  </a:cubicBezTo>
                  <a:cubicBezTo>
                    <a:pt x="401550" y="1726780"/>
                    <a:pt x="417145" y="1726780"/>
                    <a:pt x="434158" y="1725510"/>
                  </a:cubicBezTo>
                  <a:cubicBezTo>
                    <a:pt x="441246" y="1725510"/>
                    <a:pt x="449753" y="1724240"/>
                    <a:pt x="456842" y="1724240"/>
                  </a:cubicBezTo>
                  <a:cubicBezTo>
                    <a:pt x="485196" y="1725510"/>
                    <a:pt x="1052287" y="1716620"/>
                    <a:pt x="1080642" y="1717890"/>
                  </a:cubicBezTo>
                  <a:cubicBezTo>
                    <a:pt x="1120338" y="1719160"/>
                    <a:pt x="1229504" y="1719160"/>
                    <a:pt x="1269200" y="1719160"/>
                  </a:cubicBezTo>
                  <a:cubicBezTo>
                    <a:pt x="1284795" y="1719160"/>
                    <a:pt x="1298972" y="1717890"/>
                    <a:pt x="1314567" y="1717890"/>
                  </a:cubicBezTo>
                  <a:lnTo>
                    <a:pt x="1391125" y="1721700"/>
                  </a:lnTo>
                  <a:cubicBezTo>
                    <a:pt x="1446416" y="1724240"/>
                    <a:pt x="1500290" y="1721700"/>
                    <a:pt x="1555581" y="1725510"/>
                  </a:cubicBezTo>
                  <a:cubicBezTo>
                    <a:pt x="1647734" y="1730590"/>
                    <a:pt x="1741304" y="1724240"/>
                    <a:pt x="1828843" y="1729320"/>
                  </a:cubicBezTo>
                  <a:cubicBezTo>
                    <a:pt x="1849163" y="1730590"/>
                    <a:pt x="1869483" y="1729320"/>
                    <a:pt x="1892343" y="1729320"/>
                  </a:cubicBezTo>
                  <a:lnTo>
                    <a:pt x="1892343" y="1669630"/>
                  </a:lnTo>
                  <a:cubicBezTo>
                    <a:pt x="1891073" y="1604077"/>
                    <a:pt x="1889803" y="1541799"/>
                    <a:pt x="1889803" y="1475629"/>
                  </a:cubicBezTo>
                  <a:cubicBezTo>
                    <a:pt x="1889803" y="1399080"/>
                    <a:pt x="1893613" y="1321233"/>
                    <a:pt x="1887263" y="1244683"/>
                  </a:cubicBezTo>
                  <a:cubicBezTo>
                    <a:pt x="1879643" y="1194083"/>
                    <a:pt x="1868213" y="196344"/>
                    <a:pt x="1868213" y="145744"/>
                  </a:cubicBezTo>
                  <a:cubicBezTo>
                    <a:pt x="1865673" y="110712"/>
                    <a:pt x="1864403" y="74384"/>
                    <a:pt x="1861863" y="39353"/>
                  </a:cubicBezTo>
                  <a:cubicBezTo>
                    <a:pt x="1861863" y="28973"/>
                    <a:pt x="1860593" y="18593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700110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30" y="16510"/>
              <a:ext cx="1871374" cy="1721136"/>
            </a:xfrm>
            <a:custGeom>
              <a:avLst/>
              <a:gdLst/>
              <a:ahLst/>
              <a:cxnLst/>
              <a:rect l="l" t="t" r="r" b="b"/>
              <a:pathLst>
                <a:path w="1871374" h="1721136">
                  <a:moveTo>
                    <a:pt x="1871374" y="1721136"/>
                  </a:moveTo>
                  <a:lnTo>
                    <a:pt x="0" y="1713516"/>
                  </a:lnTo>
                  <a:lnTo>
                    <a:pt x="0" y="610333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215" y="0"/>
              <a:ext cx="1895718" cy="1747101"/>
            </a:xfrm>
            <a:custGeom>
              <a:avLst/>
              <a:gdLst/>
              <a:ahLst/>
              <a:cxnLst/>
              <a:rect l="l" t="t" r="r" b="b"/>
              <a:pathLst>
                <a:path w="1895718" h="1747101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667"/>
                  </a:cubicBezTo>
                  <a:cubicBezTo>
                    <a:pt x="1867779" y="89698"/>
                    <a:pt x="1869049" y="126027"/>
                    <a:pt x="1871589" y="161058"/>
                  </a:cubicBezTo>
                  <a:cubicBezTo>
                    <a:pt x="1871589" y="211659"/>
                    <a:pt x="1884289" y="1209397"/>
                    <a:pt x="1890639" y="1259998"/>
                  </a:cubicBezTo>
                  <a:cubicBezTo>
                    <a:pt x="1896989" y="1336547"/>
                    <a:pt x="1893179" y="1414394"/>
                    <a:pt x="1893179" y="1490944"/>
                  </a:cubicBezTo>
                  <a:cubicBezTo>
                    <a:pt x="1893179" y="1558411"/>
                    <a:pt x="1894449" y="1620689"/>
                    <a:pt x="1895719" y="1686846"/>
                  </a:cubicBezTo>
                  <a:lnTo>
                    <a:pt x="1895719" y="1746536"/>
                  </a:lnTo>
                  <a:cubicBezTo>
                    <a:pt x="1872859" y="1746536"/>
                    <a:pt x="1852539" y="1747806"/>
                    <a:pt x="1832219" y="1746536"/>
                  </a:cubicBezTo>
                  <a:cubicBezTo>
                    <a:pt x="1740395" y="1741456"/>
                    <a:pt x="1646825" y="1747806"/>
                    <a:pt x="1554673" y="1742726"/>
                  </a:cubicBezTo>
                  <a:cubicBezTo>
                    <a:pt x="1499382" y="1738916"/>
                    <a:pt x="1445508" y="1741456"/>
                    <a:pt x="1390216" y="1738916"/>
                  </a:cubicBezTo>
                  <a:lnTo>
                    <a:pt x="1313659" y="1735106"/>
                  </a:lnTo>
                  <a:cubicBezTo>
                    <a:pt x="1298064" y="1735106"/>
                    <a:pt x="1283887" y="1736376"/>
                    <a:pt x="1268292" y="1736376"/>
                  </a:cubicBezTo>
                  <a:cubicBezTo>
                    <a:pt x="1228595" y="1735106"/>
                    <a:pt x="1119430" y="1736376"/>
                    <a:pt x="1079734" y="1735106"/>
                  </a:cubicBezTo>
                  <a:cubicBezTo>
                    <a:pt x="1051379" y="1733836"/>
                    <a:pt x="484288" y="1742726"/>
                    <a:pt x="455933" y="1741456"/>
                  </a:cubicBezTo>
                  <a:cubicBezTo>
                    <a:pt x="448845" y="1741456"/>
                    <a:pt x="440338" y="1742726"/>
                    <a:pt x="433250" y="1742726"/>
                  </a:cubicBezTo>
                  <a:cubicBezTo>
                    <a:pt x="416237" y="1742726"/>
                    <a:pt x="400642" y="1743996"/>
                    <a:pt x="383629" y="1743996"/>
                  </a:cubicBezTo>
                  <a:cubicBezTo>
                    <a:pt x="341097" y="1743996"/>
                    <a:pt x="299983" y="1742726"/>
                    <a:pt x="257451" y="1741456"/>
                  </a:cubicBezTo>
                  <a:cubicBezTo>
                    <a:pt x="231932" y="1740186"/>
                    <a:pt x="206413" y="1738916"/>
                    <a:pt x="182312" y="1737646"/>
                  </a:cubicBezTo>
                  <a:cubicBezTo>
                    <a:pt x="136944" y="1736376"/>
                    <a:pt x="91577" y="1735106"/>
                    <a:pt x="44792" y="1735106"/>
                  </a:cubicBezTo>
                  <a:cubicBezTo>
                    <a:pt x="34505" y="1735106"/>
                    <a:pt x="25615" y="1735106"/>
                    <a:pt x="15455" y="1733836"/>
                  </a:cubicBezTo>
                  <a:cubicBezTo>
                    <a:pt x="6565" y="1732566"/>
                    <a:pt x="1485" y="1726216"/>
                    <a:pt x="4025" y="1717326"/>
                  </a:cubicBezTo>
                  <a:cubicBezTo>
                    <a:pt x="12915" y="1685561"/>
                    <a:pt x="9105" y="1653125"/>
                    <a:pt x="7835" y="1619391"/>
                  </a:cubicBezTo>
                  <a:cubicBezTo>
                    <a:pt x="6565" y="1550627"/>
                    <a:pt x="2755" y="1483159"/>
                    <a:pt x="4025" y="1414394"/>
                  </a:cubicBezTo>
                  <a:cubicBezTo>
                    <a:pt x="1485" y="1328763"/>
                    <a:pt x="-3595" y="268746"/>
                    <a:pt x="4025" y="181817"/>
                  </a:cubicBezTo>
                  <a:cubicBezTo>
                    <a:pt x="5295" y="164950"/>
                    <a:pt x="4025" y="146786"/>
                    <a:pt x="5295" y="129919"/>
                  </a:cubicBezTo>
                  <a:cubicBezTo>
                    <a:pt x="6565" y="102673"/>
                    <a:pt x="9105" y="7283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730026"/>
                  </a:moveTo>
                  <a:cubicBezTo>
                    <a:pt x="1874129" y="1713516"/>
                    <a:pt x="1875399" y="1700816"/>
                    <a:pt x="1875399" y="1688116"/>
                  </a:cubicBezTo>
                  <a:cubicBezTo>
                    <a:pt x="1874129" y="1614202"/>
                    <a:pt x="1872859" y="1545437"/>
                    <a:pt x="1872859" y="1471482"/>
                  </a:cubicBezTo>
                  <a:cubicBezTo>
                    <a:pt x="1872859" y="1437749"/>
                    <a:pt x="1875399" y="1404015"/>
                    <a:pt x="1874129" y="1370281"/>
                  </a:cubicBezTo>
                  <a:cubicBezTo>
                    <a:pt x="1874129" y="1339142"/>
                    <a:pt x="1872859" y="1306706"/>
                    <a:pt x="1871589" y="1275567"/>
                  </a:cubicBezTo>
                  <a:cubicBezTo>
                    <a:pt x="1866509" y="1227562"/>
                    <a:pt x="1855079" y="233715"/>
                    <a:pt x="1855079" y="185710"/>
                  </a:cubicBezTo>
                  <a:cubicBezTo>
                    <a:pt x="1852539" y="145489"/>
                    <a:pt x="1849999" y="103970"/>
                    <a:pt x="1847459" y="63750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370"/>
                    <a:pt x="29425" y="68939"/>
                  </a:cubicBezTo>
                  <a:cubicBezTo>
                    <a:pt x="28155" y="92293"/>
                    <a:pt x="28155" y="115647"/>
                    <a:pt x="26885" y="139002"/>
                  </a:cubicBezTo>
                  <a:cubicBezTo>
                    <a:pt x="25615" y="177925"/>
                    <a:pt x="23075" y="215551"/>
                    <a:pt x="21805" y="254475"/>
                  </a:cubicBezTo>
                  <a:cubicBezTo>
                    <a:pt x="16725" y="295993"/>
                    <a:pt x="23075" y="1310599"/>
                    <a:pt x="25615" y="1352117"/>
                  </a:cubicBezTo>
                  <a:cubicBezTo>
                    <a:pt x="25615" y="1396230"/>
                    <a:pt x="25615" y="1441641"/>
                    <a:pt x="26885" y="1485754"/>
                  </a:cubicBezTo>
                  <a:cubicBezTo>
                    <a:pt x="26885" y="1518190"/>
                    <a:pt x="29425" y="1550627"/>
                    <a:pt x="29425" y="1583063"/>
                  </a:cubicBezTo>
                  <a:cubicBezTo>
                    <a:pt x="29425" y="1618094"/>
                    <a:pt x="29425" y="1653125"/>
                    <a:pt x="28155" y="1688116"/>
                  </a:cubicBezTo>
                  <a:lnTo>
                    <a:pt x="28155" y="1698276"/>
                  </a:lnTo>
                  <a:cubicBezTo>
                    <a:pt x="28155" y="1708436"/>
                    <a:pt x="31965" y="1712246"/>
                    <a:pt x="40855" y="1712246"/>
                  </a:cubicBezTo>
                  <a:cubicBezTo>
                    <a:pt x="58969" y="1712246"/>
                    <a:pt x="78818" y="1713516"/>
                    <a:pt x="97248" y="1713516"/>
                  </a:cubicBezTo>
                  <a:cubicBezTo>
                    <a:pt x="124185" y="1713516"/>
                    <a:pt x="152539" y="1710976"/>
                    <a:pt x="179476" y="1713516"/>
                  </a:cubicBezTo>
                  <a:cubicBezTo>
                    <a:pt x="223426" y="1717326"/>
                    <a:pt x="267375" y="1719866"/>
                    <a:pt x="311325" y="1718596"/>
                  </a:cubicBezTo>
                  <a:cubicBezTo>
                    <a:pt x="339680" y="1717326"/>
                    <a:pt x="366616" y="1719866"/>
                    <a:pt x="394971" y="1719866"/>
                  </a:cubicBezTo>
                  <a:cubicBezTo>
                    <a:pt x="436085" y="1719866"/>
                    <a:pt x="477199" y="1718596"/>
                    <a:pt x="518313" y="1719866"/>
                  </a:cubicBezTo>
                  <a:cubicBezTo>
                    <a:pt x="579276" y="1721136"/>
                    <a:pt x="1248444" y="1710976"/>
                    <a:pt x="1310824" y="1713516"/>
                  </a:cubicBezTo>
                  <a:cubicBezTo>
                    <a:pt x="1337761" y="1714786"/>
                    <a:pt x="1364697" y="1716056"/>
                    <a:pt x="1390216" y="1716056"/>
                  </a:cubicBezTo>
                  <a:cubicBezTo>
                    <a:pt x="1437002" y="1718596"/>
                    <a:pt x="1482369" y="1714786"/>
                    <a:pt x="1529154" y="1718596"/>
                  </a:cubicBezTo>
                  <a:cubicBezTo>
                    <a:pt x="1567433" y="1721136"/>
                    <a:pt x="1605711" y="1721136"/>
                    <a:pt x="1643990" y="1723676"/>
                  </a:cubicBezTo>
                  <a:cubicBezTo>
                    <a:pt x="1700699" y="1727486"/>
                    <a:pt x="1757408" y="1730026"/>
                    <a:pt x="1814117" y="1731296"/>
                  </a:cubicBezTo>
                  <a:cubicBezTo>
                    <a:pt x="1834759" y="1731296"/>
                    <a:pt x="1852539" y="1730026"/>
                    <a:pt x="1872859" y="1730026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9" name="Freeform 19"/>
          <p:cNvSpPr/>
          <p:nvPr/>
        </p:nvSpPr>
        <p:spPr>
          <a:xfrm>
            <a:off x="4743740" y="2779334"/>
            <a:ext cx="1163802" cy="1153222"/>
          </a:xfrm>
          <a:custGeom>
            <a:avLst/>
            <a:gdLst/>
            <a:ahLst/>
            <a:cxnLst/>
            <a:rect l="l" t="t" r="r" b="b"/>
            <a:pathLst>
              <a:path w="1163802" h="1153222">
                <a:moveTo>
                  <a:pt x="0" y="0"/>
                </a:moveTo>
                <a:lnTo>
                  <a:pt x="1163802" y="0"/>
                </a:lnTo>
                <a:lnTo>
                  <a:pt x="1163802" y="1153221"/>
                </a:lnTo>
                <a:lnTo>
                  <a:pt x="0" y="1153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10201480" y="4352010"/>
            <a:ext cx="552175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54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SOLUCIÓN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0335" y="4352010"/>
            <a:ext cx="41706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54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2838" y="5106247"/>
            <a:ext cx="6619041" cy="314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plataforma web centralizada que: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Digitaliza el ingreso de vehículos y genera OTs automáticas.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Controla estados, repuestos y evidencias en tiempo real.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Entrega reportes centralizados que optimizan la operación.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Mejora la trazabilidad y el control del proceso completo.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82663" y="5106247"/>
            <a:ext cx="6685957" cy="350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Procesos no estandarizados en el flujo de ingreso de vehículos.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Datos y registros descentralizados en planillas y canales informales.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Falta de trazabilidad operativa para monitorear el estado en tiempo real.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Limitada interoperabilidad y coordinación entre los roles.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Inconsistencias, demoras y duplicidad de registros por falta de un sistema centralizado.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60549" y="0"/>
            <a:ext cx="6898751" cy="10287000"/>
            <a:chOff x="0" y="0"/>
            <a:chExt cx="9198335" cy="13716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98335" cy="13716000"/>
              <a:chOff x="0" y="0"/>
              <a:chExt cx="1563412" cy="233126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9981" y="45156"/>
                <a:ext cx="1523431" cy="2285404"/>
              </a:xfrm>
              <a:custGeom>
                <a:avLst/>
                <a:gdLst/>
                <a:ahLst/>
                <a:cxnLst/>
                <a:rect l="l" t="t" r="r" b="b"/>
                <a:pathLst>
                  <a:path w="1523431" h="2285404">
                    <a:moveTo>
                      <a:pt x="659" y="2255629"/>
                    </a:moveTo>
                    <a:cubicBezTo>
                      <a:pt x="-1881" y="2264519"/>
                      <a:pt x="3199" y="2270869"/>
                      <a:pt x="11093" y="2272139"/>
                    </a:cubicBezTo>
                    <a:cubicBezTo>
                      <a:pt x="20092" y="2273409"/>
                      <a:pt x="27966" y="2273409"/>
                      <a:pt x="36965" y="2273409"/>
                    </a:cubicBezTo>
                    <a:cubicBezTo>
                      <a:pt x="72960" y="2274679"/>
                      <a:pt x="108955" y="2274679"/>
                      <a:pt x="146075" y="2275949"/>
                    </a:cubicBezTo>
                    <a:cubicBezTo>
                      <a:pt x="166322" y="2277219"/>
                      <a:pt x="186569" y="2278489"/>
                      <a:pt x="205692" y="2279759"/>
                    </a:cubicBezTo>
                    <a:cubicBezTo>
                      <a:pt x="239437" y="2281029"/>
                      <a:pt x="272058" y="2281029"/>
                      <a:pt x="305803" y="2282299"/>
                    </a:cubicBezTo>
                    <a:cubicBezTo>
                      <a:pt x="319302" y="2282299"/>
                      <a:pt x="331675" y="2282299"/>
                      <a:pt x="345173" y="2281029"/>
                    </a:cubicBezTo>
                    <a:cubicBezTo>
                      <a:pt x="350797" y="2281029"/>
                      <a:pt x="357546" y="2279759"/>
                      <a:pt x="363171" y="2279759"/>
                    </a:cubicBezTo>
                    <a:cubicBezTo>
                      <a:pt x="385668" y="2281029"/>
                      <a:pt x="835607" y="2272139"/>
                      <a:pt x="858104" y="2273409"/>
                    </a:cubicBezTo>
                    <a:cubicBezTo>
                      <a:pt x="889599" y="2274679"/>
                      <a:pt x="976213" y="2274679"/>
                      <a:pt x="1007708" y="2274679"/>
                    </a:cubicBezTo>
                    <a:cubicBezTo>
                      <a:pt x="1020082" y="2274679"/>
                      <a:pt x="1031330" y="2273409"/>
                      <a:pt x="1043704" y="2273409"/>
                    </a:cubicBezTo>
                    <a:lnTo>
                      <a:pt x="1104445" y="2277219"/>
                    </a:lnTo>
                    <a:cubicBezTo>
                      <a:pt x="1148314" y="2279759"/>
                      <a:pt x="1191059" y="2277219"/>
                      <a:pt x="1234928" y="2281029"/>
                    </a:cubicBezTo>
                    <a:cubicBezTo>
                      <a:pt x="1308043" y="2286109"/>
                      <a:pt x="1382283" y="2279759"/>
                      <a:pt x="1459931" y="2284839"/>
                    </a:cubicBezTo>
                    <a:cubicBezTo>
                      <a:pt x="1480251" y="2286109"/>
                      <a:pt x="1500571" y="2284839"/>
                      <a:pt x="1523431" y="2284839"/>
                    </a:cubicBezTo>
                    <a:lnTo>
                      <a:pt x="1523431" y="2225149"/>
                    </a:lnTo>
                    <a:cubicBezTo>
                      <a:pt x="1522161" y="2147007"/>
                      <a:pt x="1520891" y="2063561"/>
                      <a:pt x="1520891" y="1974899"/>
                    </a:cubicBezTo>
                    <a:cubicBezTo>
                      <a:pt x="1520891" y="1872330"/>
                      <a:pt x="1524701" y="1768022"/>
                      <a:pt x="1518351" y="1665452"/>
                    </a:cubicBezTo>
                    <a:cubicBezTo>
                      <a:pt x="1510731" y="1597652"/>
                      <a:pt x="1499301" y="260771"/>
                      <a:pt x="1499301" y="192971"/>
                    </a:cubicBezTo>
                    <a:cubicBezTo>
                      <a:pt x="1496761" y="146033"/>
                      <a:pt x="1495491" y="97356"/>
                      <a:pt x="1492951" y="50417"/>
                    </a:cubicBezTo>
                    <a:cubicBezTo>
                      <a:pt x="1492951" y="36509"/>
                      <a:pt x="1491681" y="22602"/>
                      <a:pt x="1490411" y="5644"/>
                    </a:cubicBezTo>
                    <a:cubicBezTo>
                      <a:pt x="1480251" y="3104"/>
                      <a:pt x="1471361" y="1834"/>
                      <a:pt x="1461201" y="564"/>
                    </a:cubicBezTo>
                    <a:cubicBezTo>
                      <a:pt x="1453581" y="-706"/>
                      <a:pt x="1445961" y="564"/>
                      <a:pt x="1439611" y="564"/>
                    </a:cubicBezTo>
                    <a:lnTo>
                      <a:pt x="5469" y="5644"/>
                    </a:lnTo>
                    <a:lnTo>
                      <a:pt x="659" y="2255629"/>
                    </a:lnTo>
                    <a:close/>
                  </a:path>
                </a:pathLst>
              </a:custGeom>
              <a:solidFill>
                <a:srgbClr val="678AE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1430" y="16510"/>
                <a:ext cx="1502452" cy="2276655"/>
              </a:xfrm>
              <a:custGeom>
                <a:avLst/>
                <a:gdLst/>
                <a:ahLst/>
                <a:cxnLst/>
                <a:rect l="l" t="t" r="r" b="b"/>
                <a:pathLst>
                  <a:path w="1502452" h="2276655">
                    <a:moveTo>
                      <a:pt x="1502452" y="2276655"/>
                    </a:moveTo>
                    <a:lnTo>
                      <a:pt x="0" y="2269035"/>
                    </a:lnTo>
                    <a:lnTo>
                      <a:pt x="0" y="805742"/>
                    </a:lnTo>
                    <a:lnTo>
                      <a:pt x="7620" y="20320"/>
                    </a:lnTo>
                    <a:lnTo>
                      <a:pt x="746049" y="0"/>
                    </a:lnTo>
                    <a:lnTo>
                      <a:pt x="1480862" y="8890"/>
                    </a:ln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-215" y="0"/>
                <a:ext cx="1526796" cy="2302620"/>
              </a:xfrm>
              <a:custGeom>
                <a:avLst/>
                <a:gdLst/>
                <a:ahLst/>
                <a:cxnLst/>
                <a:rect l="l" t="t" r="r" b="b"/>
                <a:pathLst>
                  <a:path w="1526796" h="2302620">
                    <a:moveTo>
                      <a:pt x="1493777" y="21590"/>
                    </a:moveTo>
                    <a:cubicBezTo>
                      <a:pt x="1495047" y="34290"/>
                      <a:pt x="1495047" y="44450"/>
                      <a:pt x="1496317" y="55588"/>
                    </a:cubicBezTo>
                    <a:cubicBezTo>
                      <a:pt x="1498857" y="102527"/>
                      <a:pt x="1500127" y="151204"/>
                      <a:pt x="1502667" y="198142"/>
                    </a:cubicBezTo>
                    <a:cubicBezTo>
                      <a:pt x="1502667" y="265943"/>
                      <a:pt x="1515367" y="1602823"/>
                      <a:pt x="1521717" y="1670623"/>
                    </a:cubicBezTo>
                    <a:cubicBezTo>
                      <a:pt x="1528067" y="1773193"/>
                      <a:pt x="1524257" y="1877501"/>
                      <a:pt x="1524257" y="1980070"/>
                    </a:cubicBezTo>
                    <a:cubicBezTo>
                      <a:pt x="1524257" y="2070471"/>
                      <a:pt x="1525527" y="2153917"/>
                      <a:pt x="1526797" y="2242365"/>
                    </a:cubicBezTo>
                    <a:lnTo>
                      <a:pt x="1526797" y="2302055"/>
                    </a:lnTo>
                    <a:cubicBezTo>
                      <a:pt x="1503937" y="2302055"/>
                      <a:pt x="1483617" y="2303325"/>
                      <a:pt x="1463297" y="2302055"/>
                    </a:cubicBezTo>
                    <a:cubicBezTo>
                      <a:pt x="1389858" y="2296975"/>
                      <a:pt x="1315618" y="2303325"/>
                      <a:pt x="1242503" y="2298245"/>
                    </a:cubicBezTo>
                    <a:cubicBezTo>
                      <a:pt x="1198634" y="2294435"/>
                      <a:pt x="1155890" y="2296975"/>
                      <a:pt x="1112021" y="2294435"/>
                    </a:cubicBezTo>
                    <a:lnTo>
                      <a:pt x="1051279" y="2290625"/>
                    </a:lnTo>
                    <a:cubicBezTo>
                      <a:pt x="1038906" y="2290625"/>
                      <a:pt x="1027657" y="2291895"/>
                      <a:pt x="1015284" y="2291895"/>
                    </a:cubicBezTo>
                    <a:cubicBezTo>
                      <a:pt x="983788" y="2290625"/>
                      <a:pt x="897175" y="2291895"/>
                      <a:pt x="865679" y="2290625"/>
                    </a:cubicBezTo>
                    <a:cubicBezTo>
                      <a:pt x="843182" y="2289355"/>
                      <a:pt x="393243" y="2298245"/>
                      <a:pt x="370746" y="2296975"/>
                    </a:cubicBezTo>
                    <a:cubicBezTo>
                      <a:pt x="365122" y="2296975"/>
                      <a:pt x="358373" y="2298245"/>
                      <a:pt x="352748" y="2298245"/>
                    </a:cubicBezTo>
                    <a:cubicBezTo>
                      <a:pt x="339250" y="2298245"/>
                      <a:pt x="326877" y="2299515"/>
                      <a:pt x="313379" y="2299515"/>
                    </a:cubicBezTo>
                    <a:cubicBezTo>
                      <a:pt x="279633" y="2299515"/>
                      <a:pt x="247013" y="2298245"/>
                      <a:pt x="213267" y="2296975"/>
                    </a:cubicBezTo>
                    <a:cubicBezTo>
                      <a:pt x="193020" y="2295705"/>
                      <a:pt x="172773" y="2294435"/>
                      <a:pt x="153650" y="2293165"/>
                    </a:cubicBezTo>
                    <a:cubicBezTo>
                      <a:pt x="117655" y="2291895"/>
                      <a:pt x="81660" y="2290625"/>
                      <a:pt x="44540" y="2290625"/>
                    </a:cubicBezTo>
                    <a:cubicBezTo>
                      <a:pt x="34505" y="2290625"/>
                      <a:pt x="25615" y="2290625"/>
                      <a:pt x="15455" y="2289355"/>
                    </a:cubicBezTo>
                    <a:cubicBezTo>
                      <a:pt x="6565" y="2288085"/>
                      <a:pt x="1485" y="2281735"/>
                      <a:pt x="4025" y="2272845"/>
                    </a:cubicBezTo>
                    <a:cubicBezTo>
                      <a:pt x="12915" y="2240841"/>
                      <a:pt x="9105" y="2197379"/>
                      <a:pt x="7835" y="2152179"/>
                    </a:cubicBezTo>
                    <a:cubicBezTo>
                      <a:pt x="6565" y="2060040"/>
                      <a:pt x="2755" y="1969640"/>
                      <a:pt x="4025" y="1877501"/>
                    </a:cubicBezTo>
                    <a:cubicBezTo>
                      <a:pt x="1485" y="1762762"/>
                      <a:pt x="-3595" y="342435"/>
                      <a:pt x="4025" y="225958"/>
                    </a:cubicBezTo>
                    <a:cubicBezTo>
                      <a:pt x="5295" y="203358"/>
                      <a:pt x="4025" y="179019"/>
                      <a:pt x="5295" y="156419"/>
                    </a:cubicBezTo>
                    <a:cubicBezTo>
                      <a:pt x="6565" y="119912"/>
                      <a:pt x="9105" y="79927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3539" y="30480"/>
                      <a:pt x="71536" y="29210"/>
                    </a:cubicBezTo>
                    <a:cubicBezTo>
                      <a:pt x="101907" y="25400"/>
                      <a:pt x="132278" y="22860"/>
                      <a:pt x="163774" y="20320"/>
                    </a:cubicBezTo>
                    <a:cubicBezTo>
                      <a:pt x="185146" y="17780"/>
                      <a:pt x="206518" y="16510"/>
                      <a:pt x="226765" y="13970"/>
                    </a:cubicBezTo>
                    <a:cubicBezTo>
                      <a:pt x="247013" y="11430"/>
                      <a:pt x="268385" y="8890"/>
                      <a:pt x="288632" y="8890"/>
                    </a:cubicBezTo>
                    <a:cubicBezTo>
                      <a:pt x="311129" y="7620"/>
                      <a:pt x="333626" y="10160"/>
                      <a:pt x="356123" y="8890"/>
                    </a:cubicBezTo>
                    <a:cubicBezTo>
                      <a:pt x="384244" y="8890"/>
                      <a:pt x="893800" y="6350"/>
                      <a:pt x="921922" y="5080"/>
                    </a:cubicBezTo>
                    <a:cubicBezTo>
                      <a:pt x="948918" y="3810"/>
                      <a:pt x="975914" y="2540"/>
                      <a:pt x="1004035" y="2540"/>
                    </a:cubicBezTo>
                    <a:cubicBezTo>
                      <a:pt x="1050154" y="1270"/>
                      <a:pt x="1095148" y="0"/>
                      <a:pt x="1141267" y="0"/>
                    </a:cubicBezTo>
                    <a:cubicBezTo>
                      <a:pt x="1160389" y="0"/>
                      <a:pt x="1180637" y="2540"/>
                      <a:pt x="1199759" y="2540"/>
                    </a:cubicBezTo>
                    <a:cubicBezTo>
                      <a:pt x="1252627" y="3810"/>
                      <a:pt x="1306619" y="5080"/>
                      <a:pt x="1359487" y="7620"/>
                    </a:cubicBezTo>
                    <a:cubicBezTo>
                      <a:pt x="1387609" y="8890"/>
                      <a:pt x="1415730" y="12700"/>
                      <a:pt x="1443851" y="16510"/>
                    </a:cubicBezTo>
                    <a:lnTo>
                      <a:pt x="1463297" y="16510"/>
                    </a:lnTo>
                    <a:cubicBezTo>
                      <a:pt x="1474727" y="17780"/>
                      <a:pt x="1483617" y="20320"/>
                      <a:pt x="1493777" y="21590"/>
                    </a:cubicBezTo>
                    <a:close/>
                    <a:moveTo>
                      <a:pt x="1503937" y="2285545"/>
                    </a:moveTo>
                    <a:cubicBezTo>
                      <a:pt x="1505207" y="2269035"/>
                      <a:pt x="1506477" y="2256335"/>
                      <a:pt x="1506477" y="2243635"/>
                    </a:cubicBezTo>
                    <a:cubicBezTo>
                      <a:pt x="1505207" y="2145225"/>
                      <a:pt x="1503937" y="2053086"/>
                      <a:pt x="1503937" y="1953994"/>
                    </a:cubicBezTo>
                    <a:cubicBezTo>
                      <a:pt x="1503937" y="1908793"/>
                      <a:pt x="1506477" y="1863593"/>
                      <a:pt x="1505207" y="1818393"/>
                    </a:cubicBezTo>
                    <a:cubicBezTo>
                      <a:pt x="1505207" y="1776670"/>
                      <a:pt x="1503937" y="1733208"/>
                      <a:pt x="1502667" y="1691485"/>
                    </a:cubicBezTo>
                    <a:cubicBezTo>
                      <a:pt x="1497587" y="1627162"/>
                      <a:pt x="1486157" y="295497"/>
                      <a:pt x="1486157" y="231173"/>
                    </a:cubicBezTo>
                    <a:cubicBezTo>
                      <a:pt x="1483617" y="177281"/>
                      <a:pt x="1481077" y="121650"/>
                      <a:pt x="1478537" y="67758"/>
                    </a:cubicBezTo>
                    <a:cubicBezTo>
                      <a:pt x="1477267" y="44450"/>
                      <a:pt x="1475997" y="43180"/>
                      <a:pt x="1459599" y="41910"/>
                    </a:cubicBezTo>
                    <a:cubicBezTo>
                      <a:pt x="1456224" y="41910"/>
                      <a:pt x="1453975" y="41910"/>
                      <a:pt x="1450600" y="40640"/>
                    </a:cubicBezTo>
                    <a:cubicBezTo>
                      <a:pt x="1422479" y="36830"/>
                      <a:pt x="1393233" y="31750"/>
                      <a:pt x="1365112" y="30480"/>
                    </a:cubicBezTo>
                    <a:cubicBezTo>
                      <a:pt x="1296496" y="26670"/>
                      <a:pt x="1226755" y="25400"/>
                      <a:pt x="1158140" y="22860"/>
                    </a:cubicBezTo>
                    <a:lnTo>
                      <a:pt x="1077151" y="22860"/>
                    </a:lnTo>
                    <a:cubicBezTo>
                      <a:pt x="1041155" y="22860"/>
                      <a:pt x="1005160" y="22860"/>
                      <a:pt x="970290" y="24130"/>
                    </a:cubicBezTo>
                    <a:cubicBezTo>
                      <a:pt x="939919" y="25400"/>
                      <a:pt x="428113" y="29210"/>
                      <a:pt x="397742" y="29210"/>
                    </a:cubicBezTo>
                    <a:cubicBezTo>
                      <a:pt x="348249" y="29210"/>
                      <a:pt x="298756" y="26670"/>
                      <a:pt x="249262" y="33020"/>
                    </a:cubicBezTo>
                    <a:cubicBezTo>
                      <a:pt x="223391" y="36830"/>
                      <a:pt x="198644" y="36830"/>
                      <a:pt x="173898" y="38100"/>
                    </a:cubicBezTo>
                    <a:cubicBezTo>
                      <a:pt x="131153" y="41910"/>
                      <a:pt x="88409" y="45720"/>
                      <a:pt x="45665" y="50800"/>
                    </a:cubicBezTo>
                    <a:cubicBezTo>
                      <a:pt x="33235" y="50800"/>
                      <a:pt x="30695" y="53850"/>
                      <a:pt x="29425" y="74711"/>
                    </a:cubicBezTo>
                    <a:cubicBezTo>
                      <a:pt x="28155" y="106004"/>
                      <a:pt x="28155" y="137296"/>
                      <a:pt x="26885" y="168589"/>
                    </a:cubicBezTo>
                    <a:cubicBezTo>
                      <a:pt x="25615" y="220743"/>
                      <a:pt x="23075" y="271158"/>
                      <a:pt x="21805" y="323312"/>
                    </a:cubicBezTo>
                    <a:cubicBezTo>
                      <a:pt x="16725" y="378943"/>
                      <a:pt x="23075" y="1738424"/>
                      <a:pt x="25615" y="1794055"/>
                    </a:cubicBezTo>
                    <a:cubicBezTo>
                      <a:pt x="25615" y="1853163"/>
                      <a:pt x="25615" y="1914009"/>
                      <a:pt x="26885" y="1973117"/>
                    </a:cubicBezTo>
                    <a:cubicBezTo>
                      <a:pt x="26885" y="2016578"/>
                      <a:pt x="29425" y="2060040"/>
                      <a:pt x="29425" y="2103502"/>
                    </a:cubicBezTo>
                    <a:cubicBezTo>
                      <a:pt x="29425" y="2150440"/>
                      <a:pt x="29425" y="2197379"/>
                      <a:pt x="28155" y="2243635"/>
                    </a:cubicBezTo>
                    <a:lnTo>
                      <a:pt x="28155" y="2253795"/>
                    </a:lnTo>
                    <a:cubicBezTo>
                      <a:pt x="28155" y="2263955"/>
                      <a:pt x="31965" y="2267765"/>
                      <a:pt x="40855" y="2267765"/>
                    </a:cubicBezTo>
                    <a:cubicBezTo>
                      <a:pt x="55789" y="2267765"/>
                      <a:pt x="71536" y="2269035"/>
                      <a:pt x="86159" y="2269035"/>
                    </a:cubicBezTo>
                    <a:cubicBezTo>
                      <a:pt x="107532" y="2269035"/>
                      <a:pt x="130029" y="2266495"/>
                      <a:pt x="151401" y="2269035"/>
                    </a:cubicBezTo>
                    <a:cubicBezTo>
                      <a:pt x="186271" y="2272845"/>
                      <a:pt x="221141" y="2275385"/>
                      <a:pt x="256012" y="2274115"/>
                    </a:cubicBezTo>
                    <a:cubicBezTo>
                      <a:pt x="278509" y="2272845"/>
                      <a:pt x="299881" y="2275385"/>
                      <a:pt x="322378" y="2275385"/>
                    </a:cubicBezTo>
                    <a:cubicBezTo>
                      <a:pt x="354998" y="2275385"/>
                      <a:pt x="387619" y="2274115"/>
                      <a:pt x="420239" y="2275385"/>
                    </a:cubicBezTo>
                    <a:cubicBezTo>
                      <a:pt x="468608" y="2276655"/>
                      <a:pt x="999536" y="2266495"/>
                      <a:pt x="1049029" y="2269035"/>
                    </a:cubicBezTo>
                    <a:cubicBezTo>
                      <a:pt x="1070402" y="2270305"/>
                      <a:pt x="1091774" y="2271575"/>
                      <a:pt x="1112021" y="2271575"/>
                    </a:cubicBezTo>
                    <a:cubicBezTo>
                      <a:pt x="1149141" y="2274115"/>
                      <a:pt x="1185136" y="2270305"/>
                      <a:pt x="1222256" y="2274115"/>
                    </a:cubicBezTo>
                    <a:cubicBezTo>
                      <a:pt x="1252627" y="2276655"/>
                      <a:pt x="1282998" y="2276655"/>
                      <a:pt x="1313369" y="2279195"/>
                    </a:cubicBezTo>
                    <a:cubicBezTo>
                      <a:pt x="1358363" y="2283005"/>
                      <a:pt x="1403356" y="2285545"/>
                      <a:pt x="1448350" y="2286815"/>
                    </a:cubicBezTo>
                    <a:cubicBezTo>
                      <a:pt x="1465837" y="2286815"/>
                      <a:pt x="1483617" y="2285545"/>
                      <a:pt x="1503937" y="2285545"/>
                    </a:cubicBez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00942" y="310157"/>
              <a:ext cx="8580446" cy="13099918"/>
            </a:xfrm>
            <a:custGeom>
              <a:avLst/>
              <a:gdLst/>
              <a:ahLst/>
              <a:cxnLst/>
              <a:rect l="l" t="t" r="r" b="b"/>
              <a:pathLst>
                <a:path w="8580446" h="13099918">
                  <a:moveTo>
                    <a:pt x="0" y="0"/>
                  </a:moveTo>
                  <a:lnTo>
                    <a:pt x="8580446" y="0"/>
                  </a:lnTo>
                  <a:lnTo>
                    <a:pt x="8580446" y="13099919"/>
                  </a:lnTo>
                  <a:lnTo>
                    <a:pt x="0" y="13099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7399" y="923925"/>
            <a:ext cx="4107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Casos de Uso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70172" y="3060491"/>
            <a:ext cx="2982702" cy="1593929"/>
            <a:chOff x="0" y="0"/>
            <a:chExt cx="2546984" cy="1361086"/>
          </a:xfrm>
        </p:grpSpPr>
        <p:sp>
          <p:nvSpPr>
            <p:cNvPr id="18" name="Freeform 18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83540" y="3060491"/>
            <a:ext cx="2982702" cy="1593929"/>
            <a:chOff x="0" y="0"/>
            <a:chExt cx="2546984" cy="1361086"/>
          </a:xfrm>
        </p:grpSpPr>
        <p:sp>
          <p:nvSpPr>
            <p:cNvPr id="22" name="Freeform 22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179065" y="3485371"/>
            <a:ext cx="2764916" cy="71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UC01 Registrar ingreso de vehículo</a:t>
            </a:r>
          </a:p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UC02 Generar Orden de Trabajo</a:t>
            </a:r>
          </a:p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UC04 Actualizar estado de OT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2432" y="3485371"/>
            <a:ext cx="2764916" cy="7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UC07 Cargar documentos e imágenes</a:t>
            </a:r>
          </a:p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UC05 Registrar pausa con causal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00481" y="3124012"/>
            <a:ext cx="2322084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Recepcionista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18462" y="3124012"/>
            <a:ext cx="2312857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Mecánico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079342" y="5020191"/>
            <a:ext cx="2982702" cy="1593929"/>
            <a:chOff x="0" y="0"/>
            <a:chExt cx="2546984" cy="1361086"/>
          </a:xfrm>
        </p:grpSpPr>
        <p:sp>
          <p:nvSpPr>
            <p:cNvPr id="30" name="Freeform 30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88235" y="5449090"/>
            <a:ext cx="2764916" cy="23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UC06 Entregar/Devolver repuestos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28288" y="5088249"/>
            <a:ext cx="2684810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Asistente de Repuestos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383540" y="5005473"/>
            <a:ext cx="2973532" cy="1589029"/>
            <a:chOff x="0" y="0"/>
            <a:chExt cx="2546984" cy="1361086"/>
          </a:xfrm>
        </p:grpSpPr>
        <p:sp>
          <p:nvSpPr>
            <p:cNvPr id="36" name="Freeform 36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7265" y="6979891"/>
            <a:ext cx="2973532" cy="1589029"/>
            <a:chOff x="0" y="0"/>
            <a:chExt cx="2546984" cy="1361086"/>
          </a:xfrm>
        </p:grpSpPr>
        <p:sp>
          <p:nvSpPr>
            <p:cNvPr id="40" name="Freeform 40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34661" y="6945556"/>
            <a:ext cx="2967091" cy="1585587"/>
            <a:chOff x="0" y="0"/>
            <a:chExt cx="2546984" cy="1361086"/>
          </a:xfrm>
        </p:grpSpPr>
        <p:sp>
          <p:nvSpPr>
            <p:cNvPr id="44" name="Freeform 44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492098" y="5450397"/>
            <a:ext cx="2756416" cy="96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UC11 Registrar entrada/salida de vehículo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UC15 Registrar incidente o novedad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05823" y="7425382"/>
            <a:ext cx="2756416" cy="71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UC03 Asignar OT a mecánico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UC10 Cerrar OT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UC16 Visualizar OTs pend/abiertas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42984" y="7389413"/>
            <a:ext cx="2750445" cy="96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UC09 Consultar reportes/dashboards</a:t>
            </a:r>
          </a:p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UC13 Consultar historial por vehículo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2538" y="5097707"/>
            <a:ext cx="2395535" cy="32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4"/>
              </a:lnSpc>
              <a:spcBef>
                <a:spcPct val="0"/>
              </a:spcBef>
            </a:pPr>
            <a:r>
              <a:rPr lang="en-US" sz="2026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Guardia d</a:t>
            </a:r>
            <a:r>
              <a:rPr lang="en-US" sz="2026" b="1" u="none" strike="noStrike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 Acceso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3449" y="7072124"/>
            <a:ext cx="1561165" cy="32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4"/>
              </a:lnSpc>
            </a:pPr>
            <a:r>
              <a:rPr lang="en-US" sz="2026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Jefe de Taller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46958" y="7046507"/>
            <a:ext cx="2342497" cy="3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8"/>
              </a:lnSpc>
            </a:pPr>
            <a:r>
              <a:rPr lang="en-US" sz="2022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Supervisor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030441" y="6954061"/>
            <a:ext cx="2967091" cy="1585587"/>
            <a:chOff x="0" y="0"/>
            <a:chExt cx="2546984" cy="1361086"/>
          </a:xfrm>
        </p:grpSpPr>
        <p:sp>
          <p:nvSpPr>
            <p:cNvPr id="54" name="Freeform 54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142403" y="7389413"/>
            <a:ext cx="2750445" cy="71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UC12</a:t>
            </a:r>
            <a:r>
              <a:rPr lang="en-US" sz="1273" u="none" strike="noStrike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 Gestionar usuarios y roles</a:t>
            </a:r>
          </a:p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 u="none" strike="noStrike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UC14 Configurar catálogos y plantillas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22781" y="7055012"/>
            <a:ext cx="2182411" cy="3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8"/>
              </a:lnSpc>
            </a:pPr>
            <a:r>
              <a:rPr lang="en-US" sz="2022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Administrador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58512" y="3471954"/>
            <a:ext cx="7543501" cy="4950989"/>
            <a:chOff x="0" y="0"/>
            <a:chExt cx="3180560" cy="2087482"/>
          </a:xfrm>
        </p:grpSpPr>
        <p:sp>
          <p:nvSpPr>
            <p:cNvPr id="11" name="Freeform 11"/>
            <p:cNvSpPr/>
            <p:nvPr/>
          </p:nvSpPr>
          <p:spPr>
            <a:xfrm>
              <a:off x="40022" y="45156"/>
              <a:ext cx="3140538" cy="2041620"/>
            </a:xfrm>
            <a:custGeom>
              <a:avLst/>
              <a:gdLst/>
              <a:ahLst/>
              <a:cxnLst/>
              <a:rect l="l" t="t" r="r" b="b"/>
              <a:pathLst>
                <a:path w="3140538" h="2041620">
                  <a:moveTo>
                    <a:pt x="618" y="2011846"/>
                  </a:moveTo>
                  <a:cubicBezTo>
                    <a:pt x="-1922" y="2020736"/>
                    <a:pt x="3158" y="2027086"/>
                    <a:pt x="19860" y="2028356"/>
                  </a:cubicBezTo>
                  <a:cubicBezTo>
                    <a:pt x="39129" y="2029625"/>
                    <a:pt x="55990" y="2029625"/>
                    <a:pt x="75259" y="2029625"/>
                  </a:cubicBezTo>
                  <a:cubicBezTo>
                    <a:pt x="152337" y="2030896"/>
                    <a:pt x="229414" y="2030896"/>
                    <a:pt x="308901" y="2032166"/>
                  </a:cubicBezTo>
                  <a:cubicBezTo>
                    <a:pt x="352257" y="2033436"/>
                    <a:pt x="395613" y="2034706"/>
                    <a:pt x="436560" y="2035975"/>
                  </a:cubicBezTo>
                  <a:cubicBezTo>
                    <a:pt x="508821" y="2037246"/>
                    <a:pt x="578672" y="2037246"/>
                    <a:pt x="650932" y="2038516"/>
                  </a:cubicBezTo>
                  <a:cubicBezTo>
                    <a:pt x="679836" y="2038516"/>
                    <a:pt x="706332" y="2038516"/>
                    <a:pt x="735236" y="2037246"/>
                  </a:cubicBezTo>
                  <a:cubicBezTo>
                    <a:pt x="747279" y="2037246"/>
                    <a:pt x="761731" y="2035975"/>
                    <a:pt x="773775" y="2035975"/>
                  </a:cubicBezTo>
                  <a:cubicBezTo>
                    <a:pt x="821948" y="2037246"/>
                    <a:pt x="1785418" y="2028356"/>
                    <a:pt x="1833591" y="2029625"/>
                  </a:cubicBezTo>
                  <a:cubicBezTo>
                    <a:pt x="1901034" y="2030896"/>
                    <a:pt x="2086502" y="2030896"/>
                    <a:pt x="2153945" y="2030896"/>
                  </a:cubicBezTo>
                  <a:cubicBezTo>
                    <a:pt x="2180440" y="2030896"/>
                    <a:pt x="2204527" y="2029625"/>
                    <a:pt x="2231023" y="2029625"/>
                  </a:cubicBezTo>
                  <a:lnTo>
                    <a:pt x="2361091" y="2033436"/>
                  </a:lnTo>
                  <a:cubicBezTo>
                    <a:pt x="2455029" y="2035975"/>
                    <a:pt x="2546559" y="2033436"/>
                    <a:pt x="2640497" y="2037246"/>
                  </a:cubicBezTo>
                  <a:cubicBezTo>
                    <a:pt x="2797061" y="2042325"/>
                    <a:pt x="2956033" y="2035975"/>
                    <a:pt x="3077038" y="2041056"/>
                  </a:cubicBezTo>
                  <a:cubicBezTo>
                    <a:pt x="3097358" y="2042325"/>
                    <a:pt x="3117678" y="2041056"/>
                    <a:pt x="3140538" y="2041056"/>
                  </a:cubicBezTo>
                  <a:lnTo>
                    <a:pt x="3140538" y="1981366"/>
                  </a:lnTo>
                  <a:cubicBezTo>
                    <a:pt x="3139268" y="1908748"/>
                    <a:pt x="3137998" y="1834591"/>
                    <a:pt x="3137998" y="1755800"/>
                  </a:cubicBezTo>
                  <a:cubicBezTo>
                    <a:pt x="3137998" y="1664649"/>
                    <a:pt x="3141808" y="1571953"/>
                    <a:pt x="3135458" y="1480802"/>
                  </a:cubicBezTo>
                  <a:cubicBezTo>
                    <a:pt x="3127838" y="1420550"/>
                    <a:pt x="3116408" y="232498"/>
                    <a:pt x="3116408" y="172246"/>
                  </a:cubicBezTo>
                  <a:cubicBezTo>
                    <a:pt x="3113868" y="130533"/>
                    <a:pt x="3112598" y="87275"/>
                    <a:pt x="3110058" y="45562"/>
                  </a:cubicBezTo>
                  <a:cubicBezTo>
                    <a:pt x="3110058" y="33202"/>
                    <a:pt x="3108788" y="20843"/>
                    <a:pt x="3107518" y="5644"/>
                  </a:cubicBezTo>
                  <a:cubicBezTo>
                    <a:pt x="3097358" y="3104"/>
                    <a:pt x="3088468" y="1834"/>
                    <a:pt x="3078308" y="564"/>
                  </a:cubicBezTo>
                  <a:cubicBezTo>
                    <a:pt x="3070688" y="-706"/>
                    <a:pt x="3063068" y="564"/>
                    <a:pt x="3056718" y="564"/>
                  </a:cubicBezTo>
                  <a:lnTo>
                    <a:pt x="7816" y="5644"/>
                  </a:lnTo>
                  <a:lnTo>
                    <a:pt x="618" y="2011846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3119600" cy="2032872"/>
            </a:xfrm>
            <a:custGeom>
              <a:avLst/>
              <a:gdLst/>
              <a:ahLst/>
              <a:cxnLst/>
              <a:rect l="l" t="t" r="r" b="b"/>
              <a:pathLst>
                <a:path w="3119600" h="2032872">
                  <a:moveTo>
                    <a:pt x="3119600" y="2032872"/>
                  </a:moveTo>
                  <a:lnTo>
                    <a:pt x="0" y="2025252"/>
                  </a:lnTo>
                  <a:lnTo>
                    <a:pt x="0" y="719989"/>
                  </a:lnTo>
                  <a:lnTo>
                    <a:pt x="7620" y="20320"/>
                  </a:lnTo>
                  <a:lnTo>
                    <a:pt x="1561099" y="0"/>
                  </a:lnTo>
                  <a:lnTo>
                    <a:pt x="3098010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3143945" cy="2058836"/>
            </a:xfrm>
            <a:custGeom>
              <a:avLst/>
              <a:gdLst/>
              <a:ahLst/>
              <a:cxnLst/>
              <a:rect l="l" t="t" r="r" b="b"/>
              <a:pathLst>
                <a:path w="3143945" h="2058836">
                  <a:moveTo>
                    <a:pt x="3110925" y="21590"/>
                  </a:moveTo>
                  <a:cubicBezTo>
                    <a:pt x="3112195" y="34290"/>
                    <a:pt x="3112195" y="44450"/>
                    <a:pt x="3113465" y="55184"/>
                  </a:cubicBezTo>
                  <a:cubicBezTo>
                    <a:pt x="3116005" y="96897"/>
                    <a:pt x="3117275" y="140155"/>
                    <a:pt x="3119815" y="181868"/>
                  </a:cubicBezTo>
                  <a:cubicBezTo>
                    <a:pt x="3119815" y="242121"/>
                    <a:pt x="3132515" y="1430173"/>
                    <a:pt x="3138865" y="1490425"/>
                  </a:cubicBezTo>
                  <a:cubicBezTo>
                    <a:pt x="3145215" y="1581576"/>
                    <a:pt x="3141405" y="1674272"/>
                    <a:pt x="3141405" y="1765422"/>
                  </a:cubicBezTo>
                  <a:cubicBezTo>
                    <a:pt x="3141405" y="1845759"/>
                    <a:pt x="3142675" y="1919916"/>
                    <a:pt x="3143945" y="1998581"/>
                  </a:cubicBezTo>
                  <a:lnTo>
                    <a:pt x="3143945" y="2058272"/>
                  </a:lnTo>
                  <a:cubicBezTo>
                    <a:pt x="3121085" y="2058272"/>
                    <a:pt x="3100765" y="2059542"/>
                    <a:pt x="3080445" y="2058272"/>
                  </a:cubicBezTo>
                  <a:cubicBezTo>
                    <a:pt x="2926419" y="2053192"/>
                    <a:pt x="2767446" y="2059542"/>
                    <a:pt x="2610883" y="2054462"/>
                  </a:cubicBezTo>
                  <a:cubicBezTo>
                    <a:pt x="2516944" y="2050652"/>
                    <a:pt x="2425415" y="2053192"/>
                    <a:pt x="2331476" y="2050652"/>
                  </a:cubicBezTo>
                  <a:lnTo>
                    <a:pt x="2201408" y="2046842"/>
                  </a:lnTo>
                  <a:cubicBezTo>
                    <a:pt x="2174912" y="2046842"/>
                    <a:pt x="2150826" y="2048112"/>
                    <a:pt x="2124330" y="2048112"/>
                  </a:cubicBezTo>
                  <a:cubicBezTo>
                    <a:pt x="2056888" y="2046842"/>
                    <a:pt x="1871420" y="2048112"/>
                    <a:pt x="1803977" y="2046842"/>
                  </a:cubicBezTo>
                  <a:cubicBezTo>
                    <a:pt x="1755803" y="2045572"/>
                    <a:pt x="792334" y="2054462"/>
                    <a:pt x="744160" y="2053192"/>
                  </a:cubicBezTo>
                  <a:cubicBezTo>
                    <a:pt x="732117" y="2053192"/>
                    <a:pt x="717665" y="2054462"/>
                    <a:pt x="705621" y="2054462"/>
                  </a:cubicBezTo>
                  <a:cubicBezTo>
                    <a:pt x="676717" y="2054462"/>
                    <a:pt x="650222" y="2055731"/>
                    <a:pt x="621318" y="2055731"/>
                  </a:cubicBezTo>
                  <a:cubicBezTo>
                    <a:pt x="549058" y="2055731"/>
                    <a:pt x="479206" y="2054462"/>
                    <a:pt x="406946" y="2053192"/>
                  </a:cubicBezTo>
                  <a:cubicBezTo>
                    <a:pt x="363590" y="2051922"/>
                    <a:pt x="320234" y="2050652"/>
                    <a:pt x="279286" y="2049381"/>
                  </a:cubicBezTo>
                  <a:cubicBezTo>
                    <a:pt x="202209" y="2048112"/>
                    <a:pt x="125131" y="2046842"/>
                    <a:pt x="45645" y="2046842"/>
                  </a:cubicBezTo>
                  <a:cubicBezTo>
                    <a:pt x="34505" y="2046842"/>
                    <a:pt x="25615" y="2046842"/>
                    <a:pt x="15455" y="2045572"/>
                  </a:cubicBezTo>
                  <a:cubicBezTo>
                    <a:pt x="6565" y="2044302"/>
                    <a:pt x="1485" y="2037952"/>
                    <a:pt x="4025" y="2029062"/>
                  </a:cubicBezTo>
                  <a:cubicBezTo>
                    <a:pt x="12915" y="1997162"/>
                    <a:pt x="9105" y="1958539"/>
                    <a:pt x="7835" y="1918371"/>
                  </a:cubicBezTo>
                  <a:cubicBezTo>
                    <a:pt x="6565" y="1836489"/>
                    <a:pt x="2755" y="1756153"/>
                    <a:pt x="4025" y="1674272"/>
                  </a:cubicBezTo>
                  <a:cubicBezTo>
                    <a:pt x="1485" y="1572306"/>
                    <a:pt x="-3595" y="310098"/>
                    <a:pt x="4025" y="206587"/>
                  </a:cubicBezTo>
                  <a:cubicBezTo>
                    <a:pt x="5295" y="186503"/>
                    <a:pt x="4025" y="164874"/>
                    <a:pt x="5295" y="144790"/>
                  </a:cubicBezTo>
                  <a:cubicBezTo>
                    <a:pt x="6565" y="112347"/>
                    <a:pt x="9105" y="7681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14" y="30480"/>
                    <a:pt x="103453" y="29210"/>
                  </a:cubicBezTo>
                  <a:cubicBezTo>
                    <a:pt x="168487" y="25400"/>
                    <a:pt x="233521" y="22860"/>
                    <a:pt x="300964" y="20320"/>
                  </a:cubicBezTo>
                  <a:cubicBezTo>
                    <a:pt x="346729" y="17780"/>
                    <a:pt x="392494" y="16510"/>
                    <a:pt x="435850" y="13970"/>
                  </a:cubicBezTo>
                  <a:cubicBezTo>
                    <a:pt x="479206" y="11430"/>
                    <a:pt x="524971" y="8890"/>
                    <a:pt x="568327" y="8890"/>
                  </a:cubicBezTo>
                  <a:cubicBezTo>
                    <a:pt x="616500" y="7620"/>
                    <a:pt x="664674" y="10160"/>
                    <a:pt x="712847" y="8890"/>
                  </a:cubicBezTo>
                  <a:cubicBezTo>
                    <a:pt x="773064" y="8890"/>
                    <a:pt x="1864194" y="6350"/>
                    <a:pt x="1924411" y="5080"/>
                  </a:cubicBezTo>
                  <a:cubicBezTo>
                    <a:pt x="1982219" y="3810"/>
                    <a:pt x="2040027" y="2540"/>
                    <a:pt x="2100244" y="2540"/>
                  </a:cubicBezTo>
                  <a:cubicBezTo>
                    <a:pt x="2198999" y="1270"/>
                    <a:pt x="2295346" y="0"/>
                    <a:pt x="2394102" y="0"/>
                  </a:cubicBezTo>
                  <a:cubicBezTo>
                    <a:pt x="2435050" y="0"/>
                    <a:pt x="2478405" y="2540"/>
                    <a:pt x="2519353" y="2540"/>
                  </a:cubicBezTo>
                  <a:cubicBezTo>
                    <a:pt x="2632561" y="3810"/>
                    <a:pt x="2748177" y="5080"/>
                    <a:pt x="2861385" y="7620"/>
                  </a:cubicBezTo>
                  <a:cubicBezTo>
                    <a:pt x="2921601" y="8890"/>
                    <a:pt x="2981818" y="12700"/>
                    <a:pt x="3042035" y="16510"/>
                  </a:cubicBezTo>
                  <a:lnTo>
                    <a:pt x="3080445" y="16510"/>
                  </a:lnTo>
                  <a:cubicBezTo>
                    <a:pt x="3091875" y="17780"/>
                    <a:pt x="3100765" y="20320"/>
                    <a:pt x="3110925" y="21590"/>
                  </a:cubicBezTo>
                  <a:close/>
                  <a:moveTo>
                    <a:pt x="3121085" y="2041762"/>
                  </a:moveTo>
                  <a:cubicBezTo>
                    <a:pt x="3122355" y="2025252"/>
                    <a:pt x="3123625" y="2012552"/>
                    <a:pt x="3123625" y="1999852"/>
                  </a:cubicBezTo>
                  <a:cubicBezTo>
                    <a:pt x="3122355" y="1912191"/>
                    <a:pt x="3121085" y="1830310"/>
                    <a:pt x="3121085" y="1742249"/>
                  </a:cubicBezTo>
                  <a:cubicBezTo>
                    <a:pt x="3121085" y="1702080"/>
                    <a:pt x="3123625" y="1661912"/>
                    <a:pt x="3122355" y="1621744"/>
                  </a:cubicBezTo>
                  <a:cubicBezTo>
                    <a:pt x="3122355" y="1584666"/>
                    <a:pt x="3121085" y="1546042"/>
                    <a:pt x="3119815" y="1508964"/>
                  </a:cubicBezTo>
                  <a:cubicBezTo>
                    <a:pt x="3114735" y="1451802"/>
                    <a:pt x="3103305" y="268385"/>
                    <a:pt x="3103305" y="211222"/>
                  </a:cubicBezTo>
                  <a:cubicBezTo>
                    <a:pt x="3100765" y="163329"/>
                    <a:pt x="3098225" y="113891"/>
                    <a:pt x="3095685" y="65999"/>
                  </a:cubicBezTo>
                  <a:cubicBezTo>
                    <a:pt x="3094415" y="44450"/>
                    <a:pt x="3093145" y="43180"/>
                    <a:pt x="3075757" y="41910"/>
                  </a:cubicBezTo>
                  <a:cubicBezTo>
                    <a:pt x="3068531" y="41910"/>
                    <a:pt x="3063713" y="41910"/>
                    <a:pt x="3056487" y="40640"/>
                  </a:cubicBezTo>
                  <a:cubicBezTo>
                    <a:pt x="2996270" y="36830"/>
                    <a:pt x="2933645" y="31750"/>
                    <a:pt x="2873428" y="30480"/>
                  </a:cubicBezTo>
                  <a:cubicBezTo>
                    <a:pt x="2726499" y="26670"/>
                    <a:pt x="2577161" y="25400"/>
                    <a:pt x="2430232" y="22860"/>
                  </a:cubicBezTo>
                  <a:lnTo>
                    <a:pt x="2256807" y="22860"/>
                  </a:lnTo>
                  <a:cubicBezTo>
                    <a:pt x="2179730" y="22860"/>
                    <a:pt x="2102652" y="22860"/>
                    <a:pt x="2027983" y="24130"/>
                  </a:cubicBezTo>
                  <a:cubicBezTo>
                    <a:pt x="1962949" y="25400"/>
                    <a:pt x="867002" y="29210"/>
                    <a:pt x="801968" y="29210"/>
                  </a:cubicBezTo>
                  <a:cubicBezTo>
                    <a:pt x="695987" y="29210"/>
                    <a:pt x="590005" y="26670"/>
                    <a:pt x="484023" y="33020"/>
                  </a:cubicBezTo>
                  <a:cubicBezTo>
                    <a:pt x="428624" y="36830"/>
                    <a:pt x="375633" y="36830"/>
                    <a:pt x="322642" y="38100"/>
                  </a:cubicBezTo>
                  <a:cubicBezTo>
                    <a:pt x="231113" y="41910"/>
                    <a:pt x="139583" y="45720"/>
                    <a:pt x="48053" y="50800"/>
                  </a:cubicBezTo>
                  <a:cubicBezTo>
                    <a:pt x="33235" y="50800"/>
                    <a:pt x="30695" y="53639"/>
                    <a:pt x="29425" y="72178"/>
                  </a:cubicBezTo>
                  <a:cubicBezTo>
                    <a:pt x="28155" y="99987"/>
                    <a:pt x="28155" y="127796"/>
                    <a:pt x="26885" y="155605"/>
                  </a:cubicBezTo>
                  <a:cubicBezTo>
                    <a:pt x="25615" y="201953"/>
                    <a:pt x="23075" y="246756"/>
                    <a:pt x="21805" y="293103"/>
                  </a:cubicBezTo>
                  <a:cubicBezTo>
                    <a:pt x="16725" y="342541"/>
                    <a:pt x="23075" y="1550677"/>
                    <a:pt x="25615" y="1600115"/>
                  </a:cubicBezTo>
                  <a:cubicBezTo>
                    <a:pt x="25615" y="1652643"/>
                    <a:pt x="25615" y="1706715"/>
                    <a:pt x="26885" y="1759243"/>
                  </a:cubicBezTo>
                  <a:cubicBezTo>
                    <a:pt x="26885" y="1797866"/>
                    <a:pt x="29425" y="1836489"/>
                    <a:pt x="29425" y="1875113"/>
                  </a:cubicBezTo>
                  <a:cubicBezTo>
                    <a:pt x="29425" y="1916826"/>
                    <a:pt x="29425" y="1958539"/>
                    <a:pt x="28155" y="1999852"/>
                  </a:cubicBezTo>
                  <a:lnTo>
                    <a:pt x="28155" y="2010012"/>
                  </a:lnTo>
                  <a:cubicBezTo>
                    <a:pt x="28155" y="2020172"/>
                    <a:pt x="31965" y="2023982"/>
                    <a:pt x="40855" y="2023982"/>
                  </a:cubicBezTo>
                  <a:cubicBezTo>
                    <a:pt x="69731" y="2023982"/>
                    <a:pt x="103453" y="2025252"/>
                    <a:pt x="134766" y="2025252"/>
                  </a:cubicBezTo>
                  <a:cubicBezTo>
                    <a:pt x="180530" y="2025252"/>
                    <a:pt x="228704" y="2022712"/>
                    <a:pt x="274469" y="2025252"/>
                  </a:cubicBezTo>
                  <a:cubicBezTo>
                    <a:pt x="349138" y="2029062"/>
                    <a:pt x="423807" y="2031602"/>
                    <a:pt x="498475" y="2030332"/>
                  </a:cubicBezTo>
                  <a:cubicBezTo>
                    <a:pt x="546649" y="2029062"/>
                    <a:pt x="592414" y="2031602"/>
                    <a:pt x="640587" y="2031602"/>
                  </a:cubicBezTo>
                  <a:cubicBezTo>
                    <a:pt x="710439" y="2031602"/>
                    <a:pt x="780290" y="2030332"/>
                    <a:pt x="850142" y="2031602"/>
                  </a:cubicBezTo>
                  <a:cubicBezTo>
                    <a:pt x="953715" y="2032872"/>
                    <a:pt x="2090609" y="2022712"/>
                    <a:pt x="2196591" y="2025252"/>
                  </a:cubicBezTo>
                  <a:cubicBezTo>
                    <a:pt x="2242355" y="2026522"/>
                    <a:pt x="2288120" y="2027792"/>
                    <a:pt x="2331476" y="2027792"/>
                  </a:cubicBezTo>
                  <a:cubicBezTo>
                    <a:pt x="2410963" y="2030332"/>
                    <a:pt x="2488040" y="2026522"/>
                    <a:pt x="2567527" y="2030332"/>
                  </a:cubicBezTo>
                  <a:cubicBezTo>
                    <a:pt x="2632561" y="2032872"/>
                    <a:pt x="2697595" y="2032872"/>
                    <a:pt x="2762629" y="2035412"/>
                  </a:cubicBezTo>
                  <a:cubicBezTo>
                    <a:pt x="2858976" y="2039222"/>
                    <a:pt x="2955323" y="2041762"/>
                    <a:pt x="3051670" y="2043032"/>
                  </a:cubicBezTo>
                  <a:cubicBezTo>
                    <a:pt x="3082985" y="2043032"/>
                    <a:pt x="3100765" y="2041762"/>
                    <a:pt x="3121085" y="2041762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04787" y="2898450"/>
            <a:ext cx="8190558" cy="1147008"/>
            <a:chOff x="0" y="0"/>
            <a:chExt cx="2902023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95759" cy="406400"/>
            </a:xfrm>
            <a:custGeom>
              <a:avLst/>
              <a:gdLst/>
              <a:ahLst/>
              <a:cxnLst/>
              <a:rect l="l" t="t" r="r" b="b"/>
              <a:pathLst>
                <a:path w="2895759" h="406400">
                  <a:moveTo>
                    <a:pt x="2683700" y="0"/>
                  </a:moveTo>
                  <a:lnTo>
                    <a:pt x="15124" y="0"/>
                  </a:lnTo>
                  <a:cubicBezTo>
                    <a:pt x="6771" y="0"/>
                    <a:pt x="0" y="6771"/>
                    <a:pt x="0" y="15124"/>
                  </a:cubicBezTo>
                  <a:lnTo>
                    <a:pt x="0" y="391276"/>
                  </a:lnTo>
                  <a:cubicBezTo>
                    <a:pt x="0" y="399629"/>
                    <a:pt x="6771" y="406400"/>
                    <a:pt x="15124" y="406400"/>
                  </a:cubicBezTo>
                  <a:lnTo>
                    <a:pt x="2683700" y="406400"/>
                  </a:lnTo>
                  <a:cubicBezTo>
                    <a:pt x="2693383" y="406400"/>
                    <a:pt x="2702670" y="402553"/>
                    <a:pt x="2709517" y="395706"/>
                  </a:cubicBezTo>
                  <a:lnTo>
                    <a:pt x="2891329" y="213894"/>
                  </a:lnTo>
                  <a:cubicBezTo>
                    <a:pt x="2897235" y="207988"/>
                    <a:pt x="2897235" y="198412"/>
                    <a:pt x="2891329" y="192506"/>
                  </a:cubicBezTo>
                  <a:lnTo>
                    <a:pt x="2709517" y="10694"/>
                  </a:lnTo>
                  <a:cubicBezTo>
                    <a:pt x="2702670" y="3847"/>
                    <a:pt x="2693383" y="0"/>
                    <a:pt x="2683700" y="0"/>
                  </a:cubicBezTo>
                  <a:close/>
                </a:path>
              </a:pathLst>
            </a:custGeom>
            <a:solidFill>
              <a:srgbClr val="89E2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87723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Objetivos Específicos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6381" y="3483099"/>
            <a:ext cx="7543501" cy="4939844"/>
            <a:chOff x="0" y="0"/>
            <a:chExt cx="3187736" cy="2087482"/>
          </a:xfrm>
        </p:grpSpPr>
        <p:sp>
          <p:nvSpPr>
            <p:cNvPr id="18" name="Freeform 18"/>
            <p:cNvSpPr/>
            <p:nvPr/>
          </p:nvSpPr>
          <p:spPr>
            <a:xfrm>
              <a:off x="40023" y="45156"/>
              <a:ext cx="3147713" cy="2041620"/>
            </a:xfrm>
            <a:custGeom>
              <a:avLst/>
              <a:gdLst/>
              <a:ahLst/>
              <a:cxnLst/>
              <a:rect l="l" t="t" r="r" b="b"/>
              <a:pathLst>
                <a:path w="3147713" h="2041620">
                  <a:moveTo>
                    <a:pt x="617" y="2011846"/>
                  </a:moveTo>
                  <a:cubicBezTo>
                    <a:pt x="-1923" y="2020736"/>
                    <a:pt x="3157" y="2027086"/>
                    <a:pt x="19898" y="2028356"/>
                  </a:cubicBezTo>
                  <a:cubicBezTo>
                    <a:pt x="39213" y="2029625"/>
                    <a:pt x="56113" y="2029625"/>
                    <a:pt x="75428" y="2029625"/>
                  </a:cubicBezTo>
                  <a:cubicBezTo>
                    <a:pt x="152688" y="2030896"/>
                    <a:pt x="229948" y="2030896"/>
                    <a:pt x="309622" y="2032166"/>
                  </a:cubicBezTo>
                  <a:cubicBezTo>
                    <a:pt x="353081" y="2033436"/>
                    <a:pt x="396540" y="2034706"/>
                    <a:pt x="437584" y="2035975"/>
                  </a:cubicBezTo>
                  <a:cubicBezTo>
                    <a:pt x="510015" y="2037246"/>
                    <a:pt x="580032" y="2037246"/>
                    <a:pt x="652463" y="2038516"/>
                  </a:cubicBezTo>
                  <a:cubicBezTo>
                    <a:pt x="681435" y="2038516"/>
                    <a:pt x="707994" y="2038516"/>
                    <a:pt x="736966" y="2037246"/>
                  </a:cubicBezTo>
                  <a:cubicBezTo>
                    <a:pt x="749038" y="2037246"/>
                    <a:pt x="763524" y="2035975"/>
                    <a:pt x="775596" y="2035975"/>
                  </a:cubicBezTo>
                  <a:cubicBezTo>
                    <a:pt x="823883" y="2037246"/>
                    <a:pt x="1789632" y="2028356"/>
                    <a:pt x="1837919" y="2029625"/>
                  </a:cubicBezTo>
                  <a:cubicBezTo>
                    <a:pt x="1905521" y="2030896"/>
                    <a:pt x="2091428" y="2030896"/>
                    <a:pt x="2159030" y="2030896"/>
                  </a:cubicBezTo>
                  <a:cubicBezTo>
                    <a:pt x="2185589" y="2030896"/>
                    <a:pt x="2209732" y="2029625"/>
                    <a:pt x="2236290" y="2029625"/>
                  </a:cubicBezTo>
                  <a:lnTo>
                    <a:pt x="2366666" y="2033436"/>
                  </a:lnTo>
                  <a:cubicBezTo>
                    <a:pt x="2460827" y="2035975"/>
                    <a:pt x="2552573" y="2033436"/>
                    <a:pt x="2646733" y="2037246"/>
                  </a:cubicBezTo>
                  <a:cubicBezTo>
                    <a:pt x="2803667" y="2042325"/>
                    <a:pt x="2963016" y="2035975"/>
                    <a:pt x="3084213" y="2041056"/>
                  </a:cubicBezTo>
                  <a:cubicBezTo>
                    <a:pt x="3104533" y="2042325"/>
                    <a:pt x="3124853" y="2041056"/>
                    <a:pt x="3147713" y="2041056"/>
                  </a:cubicBezTo>
                  <a:lnTo>
                    <a:pt x="3147713" y="1981366"/>
                  </a:lnTo>
                  <a:cubicBezTo>
                    <a:pt x="3146443" y="1908748"/>
                    <a:pt x="3145173" y="1834591"/>
                    <a:pt x="3145173" y="1755800"/>
                  </a:cubicBezTo>
                  <a:cubicBezTo>
                    <a:pt x="3145173" y="1664649"/>
                    <a:pt x="3148983" y="1571953"/>
                    <a:pt x="3142633" y="1480802"/>
                  </a:cubicBezTo>
                  <a:cubicBezTo>
                    <a:pt x="3135013" y="1420550"/>
                    <a:pt x="3123583" y="232498"/>
                    <a:pt x="3123583" y="172246"/>
                  </a:cubicBezTo>
                  <a:cubicBezTo>
                    <a:pt x="3121043" y="130533"/>
                    <a:pt x="3119773" y="87275"/>
                    <a:pt x="3117233" y="45562"/>
                  </a:cubicBezTo>
                  <a:cubicBezTo>
                    <a:pt x="3117233" y="33202"/>
                    <a:pt x="3115963" y="20843"/>
                    <a:pt x="3114693" y="5644"/>
                  </a:cubicBezTo>
                  <a:cubicBezTo>
                    <a:pt x="3104533" y="3104"/>
                    <a:pt x="3095643" y="1834"/>
                    <a:pt x="3085483" y="564"/>
                  </a:cubicBezTo>
                  <a:cubicBezTo>
                    <a:pt x="3077863" y="-706"/>
                    <a:pt x="3070243" y="564"/>
                    <a:pt x="3063893" y="564"/>
                  </a:cubicBezTo>
                  <a:lnTo>
                    <a:pt x="7826" y="5644"/>
                  </a:lnTo>
                  <a:lnTo>
                    <a:pt x="617" y="2011846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3126776" cy="2032872"/>
            </a:xfrm>
            <a:custGeom>
              <a:avLst/>
              <a:gdLst/>
              <a:ahLst/>
              <a:cxnLst/>
              <a:rect l="l" t="t" r="r" b="b"/>
              <a:pathLst>
                <a:path w="3126776" h="2032872">
                  <a:moveTo>
                    <a:pt x="3126776" y="2032872"/>
                  </a:moveTo>
                  <a:lnTo>
                    <a:pt x="0" y="2025252"/>
                  </a:lnTo>
                  <a:lnTo>
                    <a:pt x="0" y="719989"/>
                  </a:lnTo>
                  <a:lnTo>
                    <a:pt x="7620" y="20320"/>
                  </a:lnTo>
                  <a:lnTo>
                    <a:pt x="1564716" y="0"/>
                  </a:lnTo>
                  <a:lnTo>
                    <a:pt x="3105186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3151120" cy="2058836"/>
            </a:xfrm>
            <a:custGeom>
              <a:avLst/>
              <a:gdLst/>
              <a:ahLst/>
              <a:cxnLst/>
              <a:rect l="l" t="t" r="r" b="b"/>
              <a:pathLst>
                <a:path w="3151120" h="2058836">
                  <a:moveTo>
                    <a:pt x="3118101" y="21590"/>
                  </a:moveTo>
                  <a:cubicBezTo>
                    <a:pt x="3119371" y="34290"/>
                    <a:pt x="3119371" y="44450"/>
                    <a:pt x="3120641" y="55184"/>
                  </a:cubicBezTo>
                  <a:cubicBezTo>
                    <a:pt x="3123181" y="96897"/>
                    <a:pt x="3124451" y="140155"/>
                    <a:pt x="3126991" y="181868"/>
                  </a:cubicBezTo>
                  <a:cubicBezTo>
                    <a:pt x="3126991" y="242121"/>
                    <a:pt x="3139691" y="1430173"/>
                    <a:pt x="3146041" y="1490425"/>
                  </a:cubicBezTo>
                  <a:cubicBezTo>
                    <a:pt x="3152391" y="1581576"/>
                    <a:pt x="3148581" y="1674272"/>
                    <a:pt x="3148581" y="1765422"/>
                  </a:cubicBezTo>
                  <a:cubicBezTo>
                    <a:pt x="3148581" y="1845759"/>
                    <a:pt x="3149851" y="1919916"/>
                    <a:pt x="3151121" y="1998581"/>
                  </a:cubicBezTo>
                  <a:lnTo>
                    <a:pt x="3151121" y="2058272"/>
                  </a:lnTo>
                  <a:cubicBezTo>
                    <a:pt x="3128261" y="2058272"/>
                    <a:pt x="3107941" y="2059542"/>
                    <a:pt x="3087621" y="2058272"/>
                  </a:cubicBezTo>
                  <a:cubicBezTo>
                    <a:pt x="2933237" y="2053192"/>
                    <a:pt x="2773889" y="2059542"/>
                    <a:pt x="2616955" y="2054462"/>
                  </a:cubicBezTo>
                  <a:cubicBezTo>
                    <a:pt x="2522794" y="2050652"/>
                    <a:pt x="2431048" y="2053192"/>
                    <a:pt x="2336887" y="2050652"/>
                  </a:cubicBezTo>
                  <a:lnTo>
                    <a:pt x="2206512" y="2046842"/>
                  </a:lnTo>
                  <a:cubicBezTo>
                    <a:pt x="2179953" y="2046842"/>
                    <a:pt x="2155810" y="2048112"/>
                    <a:pt x="2129252" y="2048112"/>
                  </a:cubicBezTo>
                  <a:cubicBezTo>
                    <a:pt x="2061649" y="2046842"/>
                    <a:pt x="1875743" y="2048112"/>
                    <a:pt x="1808140" y="2046842"/>
                  </a:cubicBezTo>
                  <a:cubicBezTo>
                    <a:pt x="1759853" y="2045572"/>
                    <a:pt x="794105" y="2054462"/>
                    <a:pt x="745817" y="2053192"/>
                  </a:cubicBezTo>
                  <a:cubicBezTo>
                    <a:pt x="733745" y="2053192"/>
                    <a:pt x="719259" y="2054462"/>
                    <a:pt x="707187" y="2054462"/>
                  </a:cubicBezTo>
                  <a:cubicBezTo>
                    <a:pt x="678215" y="2054462"/>
                    <a:pt x="651657" y="2055731"/>
                    <a:pt x="622684" y="2055731"/>
                  </a:cubicBezTo>
                  <a:cubicBezTo>
                    <a:pt x="550253" y="2055731"/>
                    <a:pt x="480236" y="2054462"/>
                    <a:pt x="407805" y="2053192"/>
                  </a:cubicBezTo>
                  <a:cubicBezTo>
                    <a:pt x="364347" y="2051922"/>
                    <a:pt x="320888" y="2050652"/>
                    <a:pt x="279844" y="2049381"/>
                  </a:cubicBezTo>
                  <a:cubicBezTo>
                    <a:pt x="202584" y="2048112"/>
                    <a:pt x="125324" y="2046842"/>
                    <a:pt x="45650" y="2046842"/>
                  </a:cubicBezTo>
                  <a:cubicBezTo>
                    <a:pt x="34505" y="2046842"/>
                    <a:pt x="25615" y="2046842"/>
                    <a:pt x="15455" y="2045572"/>
                  </a:cubicBezTo>
                  <a:cubicBezTo>
                    <a:pt x="6565" y="2044302"/>
                    <a:pt x="1485" y="2037952"/>
                    <a:pt x="4025" y="2029062"/>
                  </a:cubicBezTo>
                  <a:cubicBezTo>
                    <a:pt x="12915" y="1997162"/>
                    <a:pt x="9105" y="1958539"/>
                    <a:pt x="7835" y="1918371"/>
                  </a:cubicBezTo>
                  <a:cubicBezTo>
                    <a:pt x="6565" y="1836489"/>
                    <a:pt x="2755" y="1756153"/>
                    <a:pt x="4025" y="1674272"/>
                  </a:cubicBezTo>
                  <a:cubicBezTo>
                    <a:pt x="1485" y="1572306"/>
                    <a:pt x="-3595" y="310098"/>
                    <a:pt x="4025" y="206587"/>
                  </a:cubicBezTo>
                  <a:cubicBezTo>
                    <a:pt x="5295" y="186503"/>
                    <a:pt x="4025" y="164874"/>
                    <a:pt x="5295" y="144790"/>
                  </a:cubicBezTo>
                  <a:cubicBezTo>
                    <a:pt x="6565" y="112347"/>
                    <a:pt x="9105" y="7681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65" y="30480"/>
                    <a:pt x="103595" y="29210"/>
                  </a:cubicBezTo>
                  <a:cubicBezTo>
                    <a:pt x="168783" y="25400"/>
                    <a:pt x="233971" y="22860"/>
                    <a:pt x="301573" y="20320"/>
                  </a:cubicBezTo>
                  <a:cubicBezTo>
                    <a:pt x="347446" y="17780"/>
                    <a:pt x="393319" y="16510"/>
                    <a:pt x="436778" y="13970"/>
                  </a:cubicBezTo>
                  <a:cubicBezTo>
                    <a:pt x="480236" y="11430"/>
                    <a:pt x="526109" y="8890"/>
                    <a:pt x="569568" y="8890"/>
                  </a:cubicBezTo>
                  <a:cubicBezTo>
                    <a:pt x="617856" y="7620"/>
                    <a:pt x="666143" y="10160"/>
                    <a:pt x="714430" y="8890"/>
                  </a:cubicBezTo>
                  <a:cubicBezTo>
                    <a:pt x="774790" y="8890"/>
                    <a:pt x="1868500" y="6350"/>
                    <a:pt x="1928859" y="5080"/>
                  </a:cubicBezTo>
                  <a:cubicBezTo>
                    <a:pt x="1986804" y="3810"/>
                    <a:pt x="2044749" y="2540"/>
                    <a:pt x="2105108" y="2540"/>
                  </a:cubicBezTo>
                  <a:cubicBezTo>
                    <a:pt x="2204097" y="1270"/>
                    <a:pt x="2300672" y="0"/>
                    <a:pt x="2399661" y="0"/>
                  </a:cubicBezTo>
                  <a:cubicBezTo>
                    <a:pt x="2440706" y="0"/>
                    <a:pt x="2484164" y="2540"/>
                    <a:pt x="2525208" y="2540"/>
                  </a:cubicBezTo>
                  <a:cubicBezTo>
                    <a:pt x="2638684" y="3810"/>
                    <a:pt x="2754574" y="5080"/>
                    <a:pt x="2868049" y="7620"/>
                  </a:cubicBezTo>
                  <a:cubicBezTo>
                    <a:pt x="2928408" y="8890"/>
                    <a:pt x="2988768" y="12700"/>
                    <a:pt x="3049127" y="16510"/>
                  </a:cubicBezTo>
                  <a:lnTo>
                    <a:pt x="3087621" y="16510"/>
                  </a:lnTo>
                  <a:cubicBezTo>
                    <a:pt x="3099051" y="17780"/>
                    <a:pt x="3107941" y="20320"/>
                    <a:pt x="3118101" y="21590"/>
                  </a:cubicBezTo>
                  <a:close/>
                  <a:moveTo>
                    <a:pt x="3128261" y="2041762"/>
                  </a:moveTo>
                  <a:cubicBezTo>
                    <a:pt x="3129531" y="2025252"/>
                    <a:pt x="3130801" y="2012552"/>
                    <a:pt x="3130801" y="1999852"/>
                  </a:cubicBezTo>
                  <a:cubicBezTo>
                    <a:pt x="3129531" y="1912191"/>
                    <a:pt x="3128261" y="1830310"/>
                    <a:pt x="3128261" y="1742249"/>
                  </a:cubicBezTo>
                  <a:cubicBezTo>
                    <a:pt x="3128261" y="1702080"/>
                    <a:pt x="3130801" y="1661912"/>
                    <a:pt x="3129531" y="1621744"/>
                  </a:cubicBezTo>
                  <a:cubicBezTo>
                    <a:pt x="3129531" y="1584666"/>
                    <a:pt x="3128261" y="1546042"/>
                    <a:pt x="3126991" y="1508964"/>
                  </a:cubicBezTo>
                  <a:cubicBezTo>
                    <a:pt x="3121911" y="1451802"/>
                    <a:pt x="3110481" y="268385"/>
                    <a:pt x="3110481" y="211222"/>
                  </a:cubicBezTo>
                  <a:cubicBezTo>
                    <a:pt x="3107941" y="163329"/>
                    <a:pt x="3105401" y="113891"/>
                    <a:pt x="3102861" y="65999"/>
                  </a:cubicBezTo>
                  <a:cubicBezTo>
                    <a:pt x="3101591" y="44450"/>
                    <a:pt x="3100321" y="43180"/>
                    <a:pt x="3082928" y="41910"/>
                  </a:cubicBezTo>
                  <a:cubicBezTo>
                    <a:pt x="3075685" y="41910"/>
                    <a:pt x="3070856" y="41910"/>
                    <a:pt x="3063613" y="40640"/>
                  </a:cubicBezTo>
                  <a:cubicBezTo>
                    <a:pt x="3003254" y="36830"/>
                    <a:pt x="2940480" y="31750"/>
                    <a:pt x="2880121" y="30480"/>
                  </a:cubicBezTo>
                  <a:cubicBezTo>
                    <a:pt x="2732844" y="26670"/>
                    <a:pt x="2583153" y="25400"/>
                    <a:pt x="2435877" y="22860"/>
                  </a:cubicBezTo>
                  <a:lnTo>
                    <a:pt x="2262042" y="22860"/>
                  </a:lnTo>
                  <a:cubicBezTo>
                    <a:pt x="2184782" y="22860"/>
                    <a:pt x="2107522" y="22860"/>
                    <a:pt x="2032677" y="24130"/>
                  </a:cubicBezTo>
                  <a:cubicBezTo>
                    <a:pt x="1967489" y="25400"/>
                    <a:pt x="868950" y="29210"/>
                    <a:pt x="803762" y="29210"/>
                  </a:cubicBezTo>
                  <a:cubicBezTo>
                    <a:pt x="697530" y="29210"/>
                    <a:pt x="591297" y="26670"/>
                    <a:pt x="485065" y="33020"/>
                  </a:cubicBezTo>
                  <a:cubicBezTo>
                    <a:pt x="429535" y="36830"/>
                    <a:pt x="376418" y="36830"/>
                    <a:pt x="323302" y="38100"/>
                  </a:cubicBezTo>
                  <a:cubicBezTo>
                    <a:pt x="231556" y="41910"/>
                    <a:pt x="139810" y="45720"/>
                    <a:pt x="48064" y="50800"/>
                  </a:cubicBezTo>
                  <a:cubicBezTo>
                    <a:pt x="33235" y="50800"/>
                    <a:pt x="30695" y="53639"/>
                    <a:pt x="29425" y="72178"/>
                  </a:cubicBezTo>
                  <a:cubicBezTo>
                    <a:pt x="28155" y="99987"/>
                    <a:pt x="28155" y="127796"/>
                    <a:pt x="26885" y="155605"/>
                  </a:cubicBezTo>
                  <a:cubicBezTo>
                    <a:pt x="25615" y="201953"/>
                    <a:pt x="23075" y="246756"/>
                    <a:pt x="21805" y="293103"/>
                  </a:cubicBezTo>
                  <a:cubicBezTo>
                    <a:pt x="16725" y="342541"/>
                    <a:pt x="23075" y="1550677"/>
                    <a:pt x="25615" y="1600115"/>
                  </a:cubicBezTo>
                  <a:cubicBezTo>
                    <a:pt x="25615" y="1652643"/>
                    <a:pt x="25615" y="1706715"/>
                    <a:pt x="26885" y="1759243"/>
                  </a:cubicBezTo>
                  <a:cubicBezTo>
                    <a:pt x="26885" y="1797866"/>
                    <a:pt x="29425" y="1836489"/>
                    <a:pt x="29425" y="1875113"/>
                  </a:cubicBezTo>
                  <a:cubicBezTo>
                    <a:pt x="29425" y="1916826"/>
                    <a:pt x="29425" y="1958539"/>
                    <a:pt x="28155" y="1999852"/>
                  </a:cubicBezTo>
                  <a:lnTo>
                    <a:pt x="28155" y="2010012"/>
                  </a:lnTo>
                  <a:cubicBezTo>
                    <a:pt x="28155" y="2020172"/>
                    <a:pt x="31965" y="2023982"/>
                    <a:pt x="40855" y="2023982"/>
                  </a:cubicBezTo>
                  <a:cubicBezTo>
                    <a:pt x="69793" y="2023982"/>
                    <a:pt x="103595" y="2025252"/>
                    <a:pt x="134981" y="2025252"/>
                  </a:cubicBezTo>
                  <a:cubicBezTo>
                    <a:pt x="180854" y="2025252"/>
                    <a:pt x="229142" y="2022712"/>
                    <a:pt x="275015" y="2025252"/>
                  </a:cubicBezTo>
                  <a:cubicBezTo>
                    <a:pt x="349860" y="2029062"/>
                    <a:pt x="424706" y="2031602"/>
                    <a:pt x="499551" y="2030332"/>
                  </a:cubicBezTo>
                  <a:cubicBezTo>
                    <a:pt x="547839" y="2029062"/>
                    <a:pt x="593712" y="2031602"/>
                    <a:pt x="641999" y="2031602"/>
                  </a:cubicBezTo>
                  <a:cubicBezTo>
                    <a:pt x="712016" y="2031602"/>
                    <a:pt x="782033" y="2030332"/>
                    <a:pt x="852050" y="2031602"/>
                  </a:cubicBezTo>
                  <a:cubicBezTo>
                    <a:pt x="955867" y="2032872"/>
                    <a:pt x="2095450" y="2022712"/>
                    <a:pt x="2201683" y="2025252"/>
                  </a:cubicBezTo>
                  <a:cubicBezTo>
                    <a:pt x="2247556" y="2026522"/>
                    <a:pt x="2293429" y="2027792"/>
                    <a:pt x="2336887" y="2027792"/>
                  </a:cubicBezTo>
                  <a:cubicBezTo>
                    <a:pt x="2416562" y="2030332"/>
                    <a:pt x="2493822" y="2026522"/>
                    <a:pt x="2573496" y="2030332"/>
                  </a:cubicBezTo>
                  <a:cubicBezTo>
                    <a:pt x="2638684" y="2032872"/>
                    <a:pt x="2703872" y="2032872"/>
                    <a:pt x="2769060" y="2035412"/>
                  </a:cubicBezTo>
                  <a:cubicBezTo>
                    <a:pt x="2865635" y="2039222"/>
                    <a:pt x="2962210" y="2041762"/>
                    <a:pt x="3058785" y="2043032"/>
                  </a:cubicBezTo>
                  <a:cubicBezTo>
                    <a:pt x="3090161" y="2043032"/>
                    <a:pt x="3107941" y="2041762"/>
                    <a:pt x="3128261" y="2041762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2655" y="2910886"/>
            <a:ext cx="8190558" cy="1144426"/>
            <a:chOff x="0" y="0"/>
            <a:chExt cx="2908571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02306" cy="406400"/>
            </a:xfrm>
            <a:custGeom>
              <a:avLst/>
              <a:gdLst/>
              <a:ahLst/>
              <a:cxnLst/>
              <a:rect l="l" t="t" r="r" b="b"/>
              <a:pathLst>
                <a:path w="2902306" h="406400">
                  <a:moveTo>
                    <a:pt x="2690247" y="0"/>
                  </a:moveTo>
                  <a:lnTo>
                    <a:pt x="15124" y="0"/>
                  </a:lnTo>
                  <a:cubicBezTo>
                    <a:pt x="6771" y="0"/>
                    <a:pt x="0" y="6771"/>
                    <a:pt x="0" y="15124"/>
                  </a:cubicBezTo>
                  <a:lnTo>
                    <a:pt x="0" y="391276"/>
                  </a:lnTo>
                  <a:cubicBezTo>
                    <a:pt x="0" y="399629"/>
                    <a:pt x="6771" y="406400"/>
                    <a:pt x="15124" y="406400"/>
                  </a:cubicBezTo>
                  <a:lnTo>
                    <a:pt x="2690247" y="406400"/>
                  </a:lnTo>
                  <a:cubicBezTo>
                    <a:pt x="2699931" y="406400"/>
                    <a:pt x="2709217" y="402553"/>
                    <a:pt x="2716065" y="395706"/>
                  </a:cubicBezTo>
                  <a:lnTo>
                    <a:pt x="2897877" y="213894"/>
                  </a:lnTo>
                  <a:cubicBezTo>
                    <a:pt x="2903783" y="207988"/>
                    <a:pt x="2903783" y="198412"/>
                    <a:pt x="2897877" y="192506"/>
                  </a:cubicBezTo>
                  <a:lnTo>
                    <a:pt x="2716065" y="10694"/>
                  </a:lnTo>
                  <a:cubicBezTo>
                    <a:pt x="2709217" y="3847"/>
                    <a:pt x="2699931" y="0"/>
                    <a:pt x="2690247" y="0"/>
                  </a:cubicBezTo>
                  <a:close/>
                </a:path>
              </a:pathLst>
            </a:custGeom>
            <a:solidFill>
              <a:srgbClr val="8C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794271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Objetivo General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86192" y="4684306"/>
            <a:ext cx="7063879" cy="250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Desarrollar una plataforma centralizada para gestionar eficientemente el ingreso de vehículos al taller de PepsiCo Chile, optimizando tiempos, reduciendo errores y garantizando trazabilidad en un proceso actualmente manual.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69885" y="4272359"/>
            <a:ext cx="7120756" cy="3764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Diseñar un sistema de agenda para programar ingresos.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Implementar perfiles de usuario (chofer, supervisor, mecánico).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Incorporar carga y consulta de documentos, fotos e informes.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Automatizar notificaciones y reportes.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Evaluar impacto en reducción de tiempos y errores.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67497" y="3520040"/>
            <a:ext cx="7534740" cy="5258753"/>
            <a:chOff x="0" y="0"/>
            <a:chExt cx="3184034" cy="2222246"/>
          </a:xfrm>
        </p:grpSpPr>
        <p:sp>
          <p:nvSpPr>
            <p:cNvPr id="11" name="Freeform 11"/>
            <p:cNvSpPr/>
            <p:nvPr/>
          </p:nvSpPr>
          <p:spPr>
            <a:xfrm>
              <a:off x="40022" y="45156"/>
              <a:ext cx="3144011" cy="2176385"/>
            </a:xfrm>
            <a:custGeom>
              <a:avLst/>
              <a:gdLst/>
              <a:ahLst/>
              <a:cxnLst/>
              <a:rect l="l" t="t" r="r" b="b"/>
              <a:pathLst>
                <a:path w="3144011" h="2176385">
                  <a:moveTo>
                    <a:pt x="618" y="2146610"/>
                  </a:moveTo>
                  <a:cubicBezTo>
                    <a:pt x="-1922" y="2155500"/>
                    <a:pt x="3158" y="2161850"/>
                    <a:pt x="19879" y="2163120"/>
                  </a:cubicBezTo>
                  <a:cubicBezTo>
                    <a:pt x="39170" y="2164390"/>
                    <a:pt x="56050" y="2164390"/>
                    <a:pt x="75342" y="2164390"/>
                  </a:cubicBezTo>
                  <a:cubicBezTo>
                    <a:pt x="152507" y="2165660"/>
                    <a:pt x="229673" y="2165660"/>
                    <a:pt x="309251" y="2166930"/>
                  </a:cubicBezTo>
                  <a:cubicBezTo>
                    <a:pt x="352656" y="2168200"/>
                    <a:pt x="396062" y="2169470"/>
                    <a:pt x="437056" y="2170740"/>
                  </a:cubicBezTo>
                  <a:cubicBezTo>
                    <a:pt x="509399" y="2172010"/>
                    <a:pt x="579331" y="2172010"/>
                    <a:pt x="651674" y="2173280"/>
                  </a:cubicBezTo>
                  <a:cubicBezTo>
                    <a:pt x="680611" y="2173280"/>
                    <a:pt x="707137" y="2173280"/>
                    <a:pt x="736074" y="2172010"/>
                  </a:cubicBezTo>
                  <a:cubicBezTo>
                    <a:pt x="748131" y="2172010"/>
                    <a:pt x="762600" y="2170740"/>
                    <a:pt x="774657" y="2170740"/>
                  </a:cubicBezTo>
                  <a:cubicBezTo>
                    <a:pt x="822886" y="2172010"/>
                    <a:pt x="1787458" y="2163120"/>
                    <a:pt x="1835687" y="2164390"/>
                  </a:cubicBezTo>
                  <a:cubicBezTo>
                    <a:pt x="1903207" y="2165660"/>
                    <a:pt x="2088887" y="2165660"/>
                    <a:pt x="2156407" y="2165660"/>
                  </a:cubicBezTo>
                  <a:cubicBezTo>
                    <a:pt x="2182933" y="2165660"/>
                    <a:pt x="2207047" y="2164390"/>
                    <a:pt x="2233573" y="2164390"/>
                  </a:cubicBezTo>
                  <a:lnTo>
                    <a:pt x="2363791" y="2168200"/>
                  </a:lnTo>
                  <a:cubicBezTo>
                    <a:pt x="2457836" y="2170740"/>
                    <a:pt x="2549471" y="2168200"/>
                    <a:pt x="2643517" y="2172010"/>
                  </a:cubicBezTo>
                  <a:cubicBezTo>
                    <a:pt x="2800260" y="2177090"/>
                    <a:pt x="2959414" y="2170740"/>
                    <a:pt x="3080512" y="2175820"/>
                  </a:cubicBezTo>
                  <a:cubicBezTo>
                    <a:pt x="3100832" y="2177090"/>
                    <a:pt x="3121152" y="2175820"/>
                    <a:pt x="3144012" y="2175820"/>
                  </a:cubicBezTo>
                  <a:lnTo>
                    <a:pt x="3144012" y="2116130"/>
                  </a:lnTo>
                  <a:cubicBezTo>
                    <a:pt x="3142742" y="2040459"/>
                    <a:pt x="3141472" y="1961167"/>
                    <a:pt x="3141472" y="1876919"/>
                  </a:cubicBezTo>
                  <a:cubicBezTo>
                    <a:pt x="3141472" y="1779456"/>
                    <a:pt x="3145282" y="1680341"/>
                    <a:pt x="3138932" y="1582878"/>
                  </a:cubicBezTo>
                  <a:cubicBezTo>
                    <a:pt x="3131312" y="1518453"/>
                    <a:pt x="3119882" y="248128"/>
                    <a:pt x="3119882" y="183703"/>
                  </a:cubicBezTo>
                  <a:cubicBezTo>
                    <a:pt x="3117342" y="139101"/>
                    <a:pt x="3116072" y="92847"/>
                    <a:pt x="3113532" y="48246"/>
                  </a:cubicBezTo>
                  <a:cubicBezTo>
                    <a:pt x="3113532" y="35030"/>
                    <a:pt x="3112262" y="21815"/>
                    <a:pt x="3110992" y="5644"/>
                  </a:cubicBezTo>
                  <a:cubicBezTo>
                    <a:pt x="3100832" y="3104"/>
                    <a:pt x="3091942" y="1834"/>
                    <a:pt x="3081782" y="564"/>
                  </a:cubicBezTo>
                  <a:cubicBezTo>
                    <a:pt x="3074162" y="-706"/>
                    <a:pt x="3066542" y="564"/>
                    <a:pt x="3060192" y="564"/>
                  </a:cubicBezTo>
                  <a:lnTo>
                    <a:pt x="7822" y="5644"/>
                  </a:lnTo>
                  <a:lnTo>
                    <a:pt x="618" y="2146610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3123074" cy="2167636"/>
            </a:xfrm>
            <a:custGeom>
              <a:avLst/>
              <a:gdLst/>
              <a:ahLst/>
              <a:cxnLst/>
              <a:rect l="l" t="t" r="r" b="b"/>
              <a:pathLst>
                <a:path w="3123074" h="2167636">
                  <a:moveTo>
                    <a:pt x="3123074" y="2167636"/>
                  </a:moveTo>
                  <a:lnTo>
                    <a:pt x="0" y="2160016"/>
                  </a:lnTo>
                  <a:lnTo>
                    <a:pt x="0" y="767393"/>
                  </a:lnTo>
                  <a:lnTo>
                    <a:pt x="7620" y="20320"/>
                  </a:lnTo>
                  <a:lnTo>
                    <a:pt x="1562850" y="0"/>
                  </a:lnTo>
                  <a:lnTo>
                    <a:pt x="31014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3147419" cy="2193600"/>
            </a:xfrm>
            <a:custGeom>
              <a:avLst/>
              <a:gdLst/>
              <a:ahLst/>
              <a:cxnLst/>
              <a:rect l="l" t="t" r="r" b="b"/>
              <a:pathLst>
                <a:path w="3147419" h="2193600">
                  <a:moveTo>
                    <a:pt x="3114399" y="21590"/>
                  </a:moveTo>
                  <a:cubicBezTo>
                    <a:pt x="3115669" y="34290"/>
                    <a:pt x="3115669" y="44450"/>
                    <a:pt x="3116939" y="55408"/>
                  </a:cubicBezTo>
                  <a:cubicBezTo>
                    <a:pt x="3119479" y="100009"/>
                    <a:pt x="3120749" y="146263"/>
                    <a:pt x="3123289" y="190865"/>
                  </a:cubicBezTo>
                  <a:cubicBezTo>
                    <a:pt x="3123289" y="255290"/>
                    <a:pt x="3135989" y="1525615"/>
                    <a:pt x="3142339" y="1590039"/>
                  </a:cubicBezTo>
                  <a:cubicBezTo>
                    <a:pt x="3148689" y="1687503"/>
                    <a:pt x="3144879" y="1786618"/>
                    <a:pt x="3144879" y="1884081"/>
                  </a:cubicBezTo>
                  <a:cubicBezTo>
                    <a:pt x="3144879" y="1969981"/>
                    <a:pt x="3146149" y="2049272"/>
                    <a:pt x="3147419" y="2133346"/>
                  </a:cubicBezTo>
                  <a:lnTo>
                    <a:pt x="3147419" y="2193036"/>
                  </a:lnTo>
                  <a:cubicBezTo>
                    <a:pt x="3124559" y="2193036"/>
                    <a:pt x="3104239" y="2194306"/>
                    <a:pt x="3083919" y="2193036"/>
                  </a:cubicBezTo>
                  <a:cubicBezTo>
                    <a:pt x="2929720" y="2187956"/>
                    <a:pt x="2770565" y="2194306"/>
                    <a:pt x="2613822" y="2189226"/>
                  </a:cubicBezTo>
                  <a:cubicBezTo>
                    <a:pt x="2519776" y="2185416"/>
                    <a:pt x="2428142" y="2187956"/>
                    <a:pt x="2334096" y="2185416"/>
                  </a:cubicBezTo>
                  <a:lnTo>
                    <a:pt x="2203879" y="2181606"/>
                  </a:lnTo>
                  <a:cubicBezTo>
                    <a:pt x="2177353" y="2181606"/>
                    <a:pt x="2153239" y="2182876"/>
                    <a:pt x="2126713" y="2182876"/>
                  </a:cubicBezTo>
                  <a:cubicBezTo>
                    <a:pt x="2059193" y="2181606"/>
                    <a:pt x="1873512" y="2182876"/>
                    <a:pt x="1805992" y="2181606"/>
                  </a:cubicBezTo>
                  <a:cubicBezTo>
                    <a:pt x="1757764" y="2180336"/>
                    <a:pt x="793191" y="2189226"/>
                    <a:pt x="744962" y="2187956"/>
                  </a:cubicBezTo>
                  <a:cubicBezTo>
                    <a:pt x="732905" y="2187956"/>
                    <a:pt x="718437" y="2189226"/>
                    <a:pt x="706379" y="2189226"/>
                  </a:cubicBezTo>
                  <a:cubicBezTo>
                    <a:pt x="677442" y="2189226"/>
                    <a:pt x="650916" y="2190496"/>
                    <a:pt x="621979" y="2190496"/>
                  </a:cubicBezTo>
                  <a:cubicBezTo>
                    <a:pt x="549636" y="2190496"/>
                    <a:pt x="479705" y="2189226"/>
                    <a:pt x="407362" y="2187956"/>
                  </a:cubicBezTo>
                  <a:cubicBezTo>
                    <a:pt x="363956" y="2186686"/>
                    <a:pt x="320550" y="2185416"/>
                    <a:pt x="279556" y="2184146"/>
                  </a:cubicBezTo>
                  <a:cubicBezTo>
                    <a:pt x="202390" y="2182876"/>
                    <a:pt x="125224" y="2181606"/>
                    <a:pt x="45647" y="2181606"/>
                  </a:cubicBezTo>
                  <a:cubicBezTo>
                    <a:pt x="34505" y="2181606"/>
                    <a:pt x="25615" y="2181606"/>
                    <a:pt x="15455" y="2180336"/>
                  </a:cubicBezTo>
                  <a:cubicBezTo>
                    <a:pt x="6565" y="2179066"/>
                    <a:pt x="1485" y="2172716"/>
                    <a:pt x="4025" y="2163826"/>
                  </a:cubicBezTo>
                  <a:cubicBezTo>
                    <a:pt x="12915" y="2131869"/>
                    <a:pt x="9105" y="2090571"/>
                    <a:pt x="7835" y="2047621"/>
                  </a:cubicBezTo>
                  <a:cubicBezTo>
                    <a:pt x="6565" y="1960069"/>
                    <a:pt x="2755" y="1874169"/>
                    <a:pt x="4025" y="1786618"/>
                  </a:cubicBezTo>
                  <a:cubicBezTo>
                    <a:pt x="1485" y="1677591"/>
                    <a:pt x="-3595" y="327974"/>
                    <a:pt x="4025" y="217295"/>
                  </a:cubicBezTo>
                  <a:cubicBezTo>
                    <a:pt x="5295" y="195820"/>
                    <a:pt x="4025" y="172694"/>
                    <a:pt x="5295" y="151219"/>
                  </a:cubicBezTo>
                  <a:cubicBezTo>
                    <a:pt x="6565" y="116528"/>
                    <a:pt x="9105" y="785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39" y="30480"/>
                    <a:pt x="103522" y="29210"/>
                  </a:cubicBezTo>
                  <a:cubicBezTo>
                    <a:pt x="168630" y="25400"/>
                    <a:pt x="233739" y="22860"/>
                    <a:pt x="301259" y="20320"/>
                  </a:cubicBezTo>
                  <a:cubicBezTo>
                    <a:pt x="347076" y="17780"/>
                    <a:pt x="392893" y="16510"/>
                    <a:pt x="436299" y="13970"/>
                  </a:cubicBezTo>
                  <a:cubicBezTo>
                    <a:pt x="479705" y="11430"/>
                    <a:pt x="525522" y="8890"/>
                    <a:pt x="568928" y="8890"/>
                  </a:cubicBezTo>
                  <a:cubicBezTo>
                    <a:pt x="617157" y="7620"/>
                    <a:pt x="665385" y="10160"/>
                    <a:pt x="713614" y="8890"/>
                  </a:cubicBezTo>
                  <a:cubicBezTo>
                    <a:pt x="773900" y="8890"/>
                    <a:pt x="1866278" y="6350"/>
                    <a:pt x="1926564" y="5080"/>
                  </a:cubicBezTo>
                  <a:cubicBezTo>
                    <a:pt x="1984438" y="3810"/>
                    <a:pt x="2042313" y="2540"/>
                    <a:pt x="2102598" y="2540"/>
                  </a:cubicBezTo>
                  <a:cubicBezTo>
                    <a:pt x="2201467" y="1270"/>
                    <a:pt x="2297925" y="0"/>
                    <a:pt x="2396793" y="0"/>
                  </a:cubicBezTo>
                  <a:cubicBezTo>
                    <a:pt x="2437788" y="0"/>
                    <a:pt x="2481193" y="2540"/>
                    <a:pt x="2522188" y="2540"/>
                  </a:cubicBezTo>
                  <a:cubicBezTo>
                    <a:pt x="2635525" y="3810"/>
                    <a:pt x="2751274" y="5080"/>
                    <a:pt x="2864611" y="7620"/>
                  </a:cubicBezTo>
                  <a:cubicBezTo>
                    <a:pt x="2924897" y="8890"/>
                    <a:pt x="2985183" y="12700"/>
                    <a:pt x="3045468" y="16510"/>
                  </a:cubicBezTo>
                  <a:lnTo>
                    <a:pt x="3083919" y="16510"/>
                  </a:lnTo>
                  <a:cubicBezTo>
                    <a:pt x="3095349" y="17780"/>
                    <a:pt x="3104239" y="20320"/>
                    <a:pt x="3114399" y="21590"/>
                  </a:cubicBezTo>
                  <a:close/>
                  <a:moveTo>
                    <a:pt x="3124559" y="2176526"/>
                  </a:moveTo>
                  <a:cubicBezTo>
                    <a:pt x="3125829" y="2160016"/>
                    <a:pt x="3127099" y="2147316"/>
                    <a:pt x="3127099" y="2134616"/>
                  </a:cubicBezTo>
                  <a:cubicBezTo>
                    <a:pt x="3125829" y="2041013"/>
                    <a:pt x="3124559" y="1953461"/>
                    <a:pt x="3124559" y="1859302"/>
                  </a:cubicBezTo>
                  <a:cubicBezTo>
                    <a:pt x="3124559" y="1816352"/>
                    <a:pt x="3127099" y="1773402"/>
                    <a:pt x="3125829" y="1730453"/>
                  </a:cubicBezTo>
                  <a:cubicBezTo>
                    <a:pt x="3125829" y="1690806"/>
                    <a:pt x="3124559" y="1649508"/>
                    <a:pt x="3123289" y="1609862"/>
                  </a:cubicBezTo>
                  <a:cubicBezTo>
                    <a:pt x="3118209" y="1548742"/>
                    <a:pt x="3106779" y="283372"/>
                    <a:pt x="3106779" y="222251"/>
                  </a:cubicBezTo>
                  <a:cubicBezTo>
                    <a:pt x="3104239" y="171042"/>
                    <a:pt x="3101699" y="118180"/>
                    <a:pt x="3099159" y="66971"/>
                  </a:cubicBezTo>
                  <a:cubicBezTo>
                    <a:pt x="3097889" y="44450"/>
                    <a:pt x="3096619" y="43180"/>
                    <a:pt x="3079228" y="41910"/>
                  </a:cubicBezTo>
                  <a:cubicBezTo>
                    <a:pt x="3071994" y="41910"/>
                    <a:pt x="3067171" y="41910"/>
                    <a:pt x="3059937" y="40640"/>
                  </a:cubicBezTo>
                  <a:cubicBezTo>
                    <a:pt x="2999651" y="36830"/>
                    <a:pt x="2936954" y="31750"/>
                    <a:pt x="2876668" y="30480"/>
                  </a:cubicBezTo>
                  <a:cubicBezTo>
                    <a:pt x="2729571" y="26670"/>
                    <a:pt x="2580062" y="25400"/>
                    <a:pt x="2432965" y="22860"/>
                  </a:cubicBezTo>
                  <a:lnTo>
                    <a:pt x="2259342" y="22860"/>
                  </a:lnTo>
                  <a:cubicBezTo>
                    <a:pt x="2182176" y="22860"/>
                    <a:pt x="2105010" y="22860"/>
                    <a:pt x="2030256" y="24130"/>
                  </a:cubicBezTo>
                  <a:cubicBezTo>
                    <a:pt x="1965147" y="25400"/>
                    <a:pt x="867945" y="29210"/>
                    <a:pt x="802837" y="29210"/>
                  </a:cubicBezTo>
                  <a:cubicBezTo>
                    <a:pt x="696734" y="29210"/>
                    <a:pt x="590631" y="26670"/>
                    <a:pt x="484528" y="33020"/>
                  </a:cubicBezTo>
                  <a:cubicBezTo>
                    <a:pt x="429065" y="36830"/>
                    <a:pt x="376013" y="36830"/>
                    <a:pt x="322962" y="38100"/>
                  </a:cubicBezTo>
                  <a:cubicBezTo>
                    <a:pt x="231327" y="41910"/>
                    <a:pt x="139693" y="45720"/>
                    <a:pt x="48059" y="50800"/>
                  </a:cubicBezTo>
                  <a:cubicBezTo>
                    <a:pt x="33235" y="50800"/>
                    <a:pt x="30695" y="53756"/>
                    <a:pt x="29425" y="73579"/>
                  </a:cubicBezTo>
                  <a:cubicBezTo>
                    <a:pt x="28155" y="103313"/>
                    <a:pt x="28155" y="133048"/>
                    <a:pt x="26885" y="162782"/>
                  </a:cubicBezTo>
                  <a:cubicBezTo>
                    <a:pt x="25615" y="212340"/>
                    <a:pt x="23075" y="260245"/>
                    <a:pt x="21805" y="309803"/>
                  </a:cubicBezTo>
                  <a:cubicBezTo>
                    <a:pt x="16725" y="362664"/>
                    <a:pt x="23075" y="1654464"/>
                    <a:pt x="25615" y="1707326"/>
                  </a:cubicBezTo>
                  <a:cubicBezTo>
                    <a:pt x="25615" y="1763491"/>
                    <a:pt x="25615" y="1821308"/>
                    <a:pt x="26885" y="1877473"/>
                  </a:cubicBezTo>
                  <a:cubicBezTo>
                    <a:pt x="26885" y="1918771"/>
                    <a:pt x="29425" y="1960069"/>
                    <a:pt x="29425" y="2001367"/>
                  </a:cubicBezTo>
                  <a:cubicBezTo>
                    <a:pt x="29425" y="2045969"/>
                    <a:pt x="29425" y="2090571"/>
                    <a:pt x="28155" y="2134616"/>
                  </a:cubicBezTo>
                  <a:lnTo>
                    <a:pt x="28155" y="2144776"/>
                  </a:lnTo>
                  <a:cubicBezTo>
                    <a:pt x="28155" y="2154936"/>
                    <a:pt x="31965" y="2158746"/>
                    <a:pt x="40855" y="2158746"/>
                  </a:cubicBezTo>
                  <a:cubicBezTo>
                    <a:pt x="69761" y="2158746"/>
                    <a:pt x="103521" y="2160016"/>
                    <a:pt x="134870" y="2160016"/>
                  </a:cubicBezTo>
                  <a:cubicBezTo>
                    <a:pt x="180687" y="2160016"/>
                    <a:pt x="228916" y="2157476"/>
                    <a:pt x="274733" y="2160016"/>
                  </a:cubicBezTo>
                  <a:cubicBezTo>
                    <a:pt x="349488" y="2163826"/>
                    <a:pt x="424242" y="2166366"/>
                    <a:pt x="498996" y="2165096"/>
                  </a:cubicBezTo>
                  <a:cubicBezTo>
                    <a:pt x="547225" y="2163826"/>
                    <a:pt x="593042" y="2166366"/>
                    <a:pt x="641271" y="2166366"/>
                  </a:cubicBezTo>
                  <a:cubicBezTo>
                    <a:pt x="711202" y="2166366"/>
                    <a:pt x="781134" y="2165096"/>
                    <a:pt x="851065" y="2166366"/>
                  </a:cubicBezTo>
                  <a:cubicBezTo>
                    <a:pt x="954757" y="2167636"/>
                    <a:pt x="2092953" y="2157476"/>
                    <a:pt x="2199056" y="2160016"/>
                  </a:cubicBezTo>
                  <a:cubicBezTo>
                    <a:pt x="2244873" y="2161286"/>
                    <a:pt x="2290690" y="2162556"/>
                    <a:pt x="2334096" y="2162556"/>
                  </a:cubicBezTo>
                  <a:cubicBezTo>
                    <a:pt x="2413673" y="2165096"/>
                    <a:pt x="2490839" y="2161286"/>
                    <a:pt x="2570416" y="2165096"/>
                  </a:cubicBezTo>
                  <a:cubicBezTo>
                    <a:pt x="2635525" y="2167636"/>
                    <a:pt x="2700634" y="2167636"/>
                    <a:pt x="2765742" y="2170176"/>
                  </a:cubicBezTo>
                  <a:cubicBezTo>
                    <a:pt x="2862200" y="2173986"/>
                    <a:pt x="2958657" y="2176526"/>
                    <a:pt x="3055114" y="2177796"/>
                  </a:cubicBezTo>
                  <a:cubicBezTo>
                    <a:pt x="3086459" y="2177796"/>
                    <a:pt x="3104239" y="2176526"/>
                    <a:pt x="3124559" y="2176526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4299" y="2910886"/>
            <a:ext cx="8181046" cy="1218308"/>
            <a:chOff x="0" y="0"/>
            <a:chExt cx="2905193" cy="4326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99197" cy="432637"/>
            </a:xfrm>
            <a:custGeom>
              <a:avLst/>
              <a:gdLst/>
              <a:ahLst/>
              <a:cxnLst/>
              <a:rect l="l" t="t" r="r" b="b"/>
              <a:pathLst>
                <a:path w="2899197" h="432637">
                  <a:moveTo>
                    <a:pt x="2686852" y="0"/>
                  </a:moveTo>
                  <a:lnTo>
                    <a:pt x="15141" y="0"/>
                  </a:lnTo>
                  <a:cubicBezTo>
                    <a:pt x="11125" y="0"/>
                    <a:pt x="7274" y="1595"/>
                    <a:pt x="4435" y="4435"/>
                  </a:cubicBezTo>
                  <a:cubicBezTo>
                    <a:pt x="1595" y="7274"/>
                    <a:pt x="0" y="11125"/>
                    <a:pt x="0" y="15141"/>
                  </a:cubicBezTo>
                  <a:lnTo>
                    <a:pt x="0" y="417495"/>
                  </a:lnTo>
                  <a:cubicBezTo>
                    <a:pt x="0" y="421511"/>
                    <a:pt x="1595" y="425362"/>
                    <a:pt x="4435" y="428202"/>
                  </a:cubicBezTo>
                  <a:cubicBezTo>
                    <a:pt x="7274" y="431041"/>
                    <a:pt x="11125" y="432637"/>
                    <a:pt x="15141" y="432637"/>
                  </a:cubicBezTo>
                  <a:lnTo>
                    <a:pt x="2686852" y="432637"/>
                  </a:lnTo>
                  <a:cubicBezTo>
                    <a:pt x="2696513" y="432637"/>
                    <a:pt x="2705745" y="428643"/>
                    <a:pt x="2712360" y="421601"/>
                  </a:cubicBezTo>
                  <a:lnTo>
                    <a:pt x="2894826" y="227354"/>
                  </a:lnTo>
                  <a:cubicBezTo>
                    <a:pt x="2900654" y="221151"/>
                    <a:pt x="2900654" y="211486"/>
                    <a:pt x="2894826" y="205282"/>
                  </a:cubicBezTo>
                  <a:lnTo>
                    <a:pt x="2712360" y="11036"/>
                  </a:lnTo>
                  <a:cubicBezTo>
                    <a:pt x="2705745" y="3994"/>
                    <a:pt x="2696513" y="0"/>
                    <a:pt x="2686852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90893" cy="480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Limitaciones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6616" y="3520040"/>
            <a:ext cx="7523771" cy="5258753"/>
            <a:chOff x="0" y="0"/>
            <a:chExt cx="3188406" cy="2228542"/>
          </a:xfrm>
        </p:grpSpPr>
        <p:sp>
          <p:nvSpPr>
            <p:cNvPr id="18" name="Freeform 18"/>
            <p:cNvSpPr/>
            <p:nvPr/>
          </p:nvSpPr>
          <p:spPr>
            <a:xfrm>
              <a:off x="40023" y="45156"/>
              <a:ext cx="3148383" cy="2182681"/>
            </a:xfrm>
            <a:custGeom>
              <a:avLst/>
              <a:gdLst/>
              <a:ahLst/>
              <a:cxnLst/>
              <a:rect l="l" t="t" r="r" b="b"/>
              <a:pathLst>
                <a:path w="3148383" h="2182681">
                  <a:moveTo>
                    <a:pt x="617" y="2152906"/>
                  </a:moveTo>
                  <a:cubicBezTo>
                    <a:pt x="-1923" y="2161796"/>
                    <a:pt x="3157" y="2168146"/>
                    <a:pt x="19902" y="2169416"/>
                  </a:cubicBezTo>
                  <a:cubicBezTo>
                    <a:pt x="39221" y="2170686"/>
                    <a:pt x="56125" y="2170686"/>
                    <a:pt x="75444" y="2170686"/>
                  </a:cubicBezTo>
                  <a:cubicBezTo>
                    <a:pt x="152721" y="2171956"/>
                    <a:pt x="229998" y="2171956"/>
                    <a:pt x="309690" y="2173226"/>
                  </a:cubicBezTo>
                  <a:cubicBezTo>
                    <a:pt x="353158" y="2174496"/>
                    <a:pt x="396626" y="2175766"/>
                    <a:pt x="437680" y="2177036"/>
                  </a:cubicBezTo>
                  <a:cubicBezTo>
                    <a:pt x="510127" y="2178306"/>
                    <a:pt x="580159" y="2178306"/>
                    <a:pt x="652606" y="2179576"/>
                  </a:cubicBezTo>
                  <a:cubicBezTo>
                    <a:pt x="681585" y="2179576"/>
                    <a:pt x="708149" y="2179576"/>
                    <a:pt x="737128" y="2178306"/>
                  </a:cubicBezTo>
                  <a:cubicBezTo>
                    <a:pt x="749202" y="2178306"/>
                    <a:pt x="763692" y="2177036"/>
                    <a:pt x="775766" y="2177036"/>
                  </a:cubicBezTo>
                  <a:cubicBezTo>
                    <a:pt x="824064" y="2178306"/>
                    <a:pt x="1790025" y="2169416"/>
                    <a:pt x="1838323" y="2170686"/>
                  </a:cubicBezTo>
                  <a:cubicBezTo>
                    <a:pt x="1905940" y="2171956"/>
                    <a:pt x="2091888" y="2171956"/>
                    <a:pt x="2159505" y="2171956"/>
                  </a:cubicBezTo>
                  <a:cubicBezTo>
                    <a:pt x="2186069" y="2171956"/>
                    <a:pt x="2210218" y="2170686"/>
                    <a:pt x="2236782" y="2170686"/>
                  </a:cubicBezTo>
                  <a:lnTo>
                    <a:pt x="2367187" y="2174496"/>
                  </a:lnTo>
                  <a:cubicBezTo>
                    <a:pt x="2461368" y="2177036"/>
                    <a:pt x="2553134" y="2174496"/>
                    <a:pt x="2647316" y="2178306"/>
                  </a:cubicBezTo>
                  <a:cubicBezTo>
                    <a:pt x="2804284" y="2183386"/>
                    <a:pt x="2963668" y="2177036"/>
                    <a:pt x="3084883" y="2182116"/>
                  </a:cubicBezTo>
                  <a:cubicBezTo>
                    <a:pt x="3105203" y="2183386"/>
                    <a:pt x="3125523" y="2182116"/>
                    <a:pt x="3148383" y="2182116"/>
                  </a:cubicBezTo>
                  <a:lnTo>
                    <a:pt x="3148383" y="2122426"/>
                  </a:lnTo>
                  <a:cubicBezTo>
                    <a:pt x="3147113" y="2046612"/>
                    <a:pt x="3145843" y="1967080"/>
                    <a:pt x="3145843" y="1882577"/>
                  </a:cubicBezTo>
                  <a:cubicBezTo>
                    <a:pt x="3145843" y="1784819"/>
                    <a:pt x="3149653" y="1685404"/>
                    <a:pt x="3143303" y="1587646"/>
                  </a:cubicBezTo>
                  <a:cubicBezTo>
                    <a:pt x="3135683" y="1523026"/>
                    <a:pt x="3124253" y="248858"/>
                    <a:pt x="3124253" y="184238"/>
                  </a:cubicBezTo>
                  <a:cubicBezTo>
                    <a:pt x="3121713" y="139501"/>
                    <a:pt x="3120443" y="93108"/>
                    <a:pt x="3117903" y="48371"/>
                  </a:cubicBezTo>
                  <a:cubicBezTo>
                    <a:pt x="3117903" y="35116"/>
                    <a:pt x="3116633" y="21860"/>
                    <a:pt x="3115363" y="5644"/>
                  </a:cubicBezTo>
                  <a:cubicBezTo>
                    <a:pt x="3105203" y="3104"/>
                    <a:pt x="3096313" y="1834"/>
                    <a:pt x="3086153" y="564"/>
                  </a:cubicBezTo>
                  <a:cubicBezTo>
                    <a:pt x="3078533" y="-706"/>
                    <a:pt x="3070913" y="564"/>
                    <a:pt x="3064563" y="564"/>
                  </a:cubicBezTo>
                  <a:lnTo>
                    <a:pt x="7827" y="5644"/>
                  </a:lnTo>
                  <a:lnTo>
                    <a:pt x="617" y="2152906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3127446" cy="2173932"/>
            </a:xfrm>
            <a:custGeom>
              <a:avLst/>
              <a:gdLst/>
              <a:ahLst/>
              <a:cxnLst/>
              <a:rect l="l" t="t" r="r" b="b"/>
              <a:pathLst>
                <a:path w="3127446" h="2173932">
                  <a:moveTo>
                    <a:pt x="3127446" y="2173932"/>
                  </a:moveTo>
                  <a:lnTo>
                    <a:pt x="0" y="2166312"/>
                  </a:lnTo>
                  <a:lnTo>
                    <a:pt x="0" y="769608"/>
                  </a:lnTo>
                  <a:lnTo>
                    <a:pt x="7620" y="20320"/>
                  </a:lnTo>
                  <a:lnTo>
                    <a:pt x="1565053" y="0"/>
                  </a:lnTo>
                  <a:lnTo>
                    <a:pt x="3105856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3151790" cy="2199896"/>
            </a:xfrm>
            <a:custGeom>
              <a:avLst/>
              <a:gdLst/>
              <a:ahLst/>
              <a:cxnLst/>
              <a:rect l="l" t="t" r="r" b="b"/>
              <a:pathLst>
                <a:path w="3151790" h="2199896">
                  <a:moveTo>
                    <a:pt x="3118771" y="21590"/>
                  </a:moveTo>
                  <a:cubicBezTo>
                    <a:pt x="3120041" y="34290"/>
                    <a:pt x="3120041" y="44450"/>
                    <a:pt x="3121311" y="55418"/>
                  </a:cubicBezTo>
                  <a:cubicBezTo>
                    <a:pt x="3123851" y="100155"/>
                    <a:pt x="3125121" y="146548"/>
                    <a:pt x="3127661" y="191285"/>
                  </a:cubicBezTo>
                  <a:cubicBezTo>
                    <a:pt x="3127661" y="255905"/>
                    <a:pt x="3140361" y="1530073"/>
                    <a:pt x="3146711" y="1594693"/>
                  </a:cubicBezTo>
                  <a:cubicBezTo>
                    <a:pt x="3153061" y="1692451"/>
                    <a:pt x="3149251" y="1791866"/>
                    <a:pt x="3149251" y="1889624"/>
                  </a:cubicBezTo>
                  <a:cubicBezTo>
                    <a:pt x="3149251" y="1975784"/>
                    <a:pt x="3150521" y="2055316"/>
                    <a:pt x="3151791" y="2139642"/>
                  </a:cubicBezTo>
                  <a:lnTo>
                    <a:pt x="3151791" y="2199332"/>
                  </a:lnTo>
                  <a:cubicBezTo>
                    <a:pt x="3128931" y="2199332"/>
                    <a:pt x="3108611" y="2200602"/>
                    <a:pt x="3088291" y="2199332"/>
                  </a:cubicBezTo>
                  <a:cubicBezTo>
                    <a:pt x="2933874" y="2194252"/>
                    <a:pt x="2774490" y="2200602"/>
                    <a:pt x="2617521" y="2195522"/>
                  </a:cubicBezTo>
                  <a:cubicBezTo>
                    <a:pt x="2523340" y="2191712"/>
                    <a:pt x="2431574" y="2194252"/>
                    <a:pt x="2337393" y="2191712"/>
                  </a:cubicBezTo>
                  <a:lnTo>
                    <a:pt x="2206988" y="2187902"/>
                  </a:lnTo>
                  <a:cubicBezTo>
                    <a:pt x="2180424" y="2187902"/>
                    <a:pt x="2156275" y="2189172"/>
                    <a:pt x="2129711" y="2189172"/>
                  </a:cubicBezTo>
                  <a:cubicBezTo>
                    <a:pt x="2062094" y="2187902"/>
                    <a:pt x="1876146" y="2189172"/>
                    <a:pt x="1808529" y="2187902"/>
                  </a:cubicBezTo>
                  <a:cubicBezTo>
                    <a:pt x="1760231" y="2186632"/>
                    <a:pt x="794270" y="2195522"/>
                    <a:pt x="745972" y="2194252"/>
                  </a:cubicBezTo>
                  <a:cubicBezTo>
                    <a:pt x="733897" y="2194252"/>
                    <a:pt x="719408" y="2195522"/>
                    <a:pt x="707333" y="2195522"/>
                  </a:cubicBezTo>
                  <a:cubicBezTo>
                    <a:pt x="678355" y="2195522"/>
                    <a:pt x="651791" y="2196792"/>
                    <a:pt x="622812" y="2196792"/>
                  </a:cubicBezTo>
                  <a:cubicBezTo>
                    <a:pt x="550365" y="2196792"/>
                    <a:pt x="480333" y="2195522"/>
                    <a:pt x="407886" y="2194252"/>
                  </a:cubicBezTo>
                  <a:cubicBezTo>
                    <a:pt x="364417" y="2192982"/>
                    <a:pt x="320949" y="2191712"/>
                    <a:pt x="279896" y="2190442"/>
                  </a:cubicBezTo>
                  <a:cubicBezTo>
                    <a:pt x="202619" y="2189172"/>
                    <a:pt x="125342" y="2187902"/>
                    <a:pt x="45650" y="2187902"/>
                  </a:cubicBezTo>
                  <a:cubicBezTo>
                    <a:pt x="34505" y="2187902"/>
                    <a:pt x="25615" y="2187902"/>
                    <a:pt x="15455" y="2186632"/>
                  </a:cubicBezTo>
                  <a:cubicBezTo>
                    <a:pt x="6565" y="2185362"/>
                    <a:pt x="1485" y="2179012"/>
                    <a:pt x="4025" y="2170122"/>
                  </a:cubicBezTo>
                  <a:cubicBezTo>
                    <a:pt x="12915" y="2138162"/>
                    <a:pt x="9105" y="2096739"/>
                    <a:pt x="7835" y="2053659"/>
                  </a:cubicBezTo>
                  <a:cubicBezTo>
                    <a:pt x="6565" y="1965842"/>
                    <a:pt x="2755" y="1879683"/>
                    <a:pt x="4025" y="1791866"/>
                  </a:cubicBezTo>
                  <a:cubicBezTo>
                    <a:pt x="1485" y="1682510"/>
                    <a:pt x="-3595" y="328809"/>
                    <a:pt x="4025" y="217796"/>
                  </a:cubicBezTo>
                  <a:cubicBezTo>
                    <a:pt x="5295" y="196256"/>
                    <a:pt x="4025" y="173059"/>
                    <a:pt x="5295" y="151519"/>
                  </a:cubicBezTo>
                  <a:cubicBezTo>
                    <a:pt x="6565" y="116724"/>
                    <a:pt x="9105" y="7861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69" y="30480"/>
                    <a:pt x="103608" y="29210"/>
                  </a:cubicBezTo>
                  <a:cubicBezTo>
                    <a:pt x="168810" y="25400"/>
                    <a:pt x="234013" y="22860"/>
                    <a:pt x="301630" y="20320"/>
                  </a:cubicBezTo>
                  <a:cubicBezTo>
                    <a:pt x="347513" y="17780"/>
                    <a:pt x="393396" y="16510"/>
                    <a:pt x="436864" y="13970"/>
                  </a:cubicBezTo>
                  <a:cubicBezTo>
                    <a:pt x="480333" y="11430"/>
                    <a:pt x="526216" y="8890"/>
                    <a:pt x="569684" y="8890"/>
                  </a:cubicBezTo>
                  <a:cubicBezTo>
                    <a:pt x="617982" y="7620"/>
                    <a:pt x="666280" y="10160"/>
                    <a:pt x="714578" y="8890"/>
                  </a:cubicBezTo>
                  <a:cubicBezTo>
                    <a:pt x="774951" y="8890"/>
                    <a:pt x="1868902" y="6350"/>
                    <a:pt x="1929274" y="5080"/>
                  </a:cubicBezTo>
                  <a:cubicBezTo>
                    <a:pt x="1987232" y="3810"/>
                    <a:pt x="2045190" y="2540"/>
                    <a:pt x="2105562" y="2540"/>
                  </a:cubicBezTo>
                  <a:cubicBezTo>
                    <a:pt x="2204573" y="1270"/>
                    <a:pt x="2301169" y="0"/>
                    <a:pt x="2400180" y="0"/>
                  </a:cubicBezTo>
                  <a:cubicBezTo>
                    <a:pt x="2441234" y="0"/>
                    <a:pt x="2484702" y="2540"/>
                    <a:pt x="2525755" y="2540"/>
                  </a:cubicBezTo>
                  <a:cubicBezTo>
                    <a:pt x="2639256" y="3810"/>
                    <a:pt x="2755171" y="5080"/>
                    <a:pt x="2868671" y="7620"/>
                  </a:cubicBezTo>
                  <a:cubicBezTo>
                    <a:pt x="2929044" y="8890"/>
                    <a:pt x="2989416" y="12700"/>
                    <a:pt x="3049789" y="16510"/>
                  </a:cubicBezTo>
                  <a:lnTo>
                    <a:pt x="3088291" y="16510"/>
                  </a:lnTo>
                  <a:cubicBezTo>
                    <a:pt x="3099721" y="17780"/>
                    <a:pt x="3108611" y="20320"/>
                    <a:pt x="3118771" y="21590"/>
                  </a:cubicBezTo>
                  <a:close/>
                  <a:moveTo>
                    <a:pt x="3128931" y="2182822"/>
                  </a:moveTo>
                  <a:cubicBezTo>
                    <a:pt x="3130201" y="2166312"/>
                    <a:pt x="3131471" y="2153612"/>
                    <a:pt x="3131471" y="2140912"/>
                  </a:cubicBezTo>
                  <a:cubicBezTo>
                    <a:pt x="3130201" y="2047031"/>
                    <a:pt x="3128931" y="1959215"/>
                    <a:pt x="3128931" y="1864770"/>
                  </a:cubicBezTo>
                  <a:cubicBezTo>
                    <a:pt x="3128931" y="1821691"/>
                    <a:pt x="3131471" y="1778611"/>
                    <a:pt x="3130201" y="1735531"/>
                  </a:cubicBezTo>
                  <a:cubicBezTo>
                    <a:pt x="3130201" y="1695765"/>
                    <a:pt x="3128931" y="1654342"/>
                    <a:pt x="3127661" y="1614576"/>
                  </a:cubicBezTo>
                  <a:cubicBezTo>
                    <a:pt x="3122581" y="1553270"/>
                    <a:pt x="3111151" y="284072"/>
                    <a:pt x="3111151" y="222767"/>
                  </a:cubicBezTo>
                  <a:cubicBezTo>
                    <a:pt x="3108611" y="171402"/>
                    <a:pt x="3106071" y="118381"/>
                    <a:pt x="3103531" y="67016"/>
                  </a:cubicBezTo>
                  <a:cubicBezTo>
                    <a:pt x="3102261" y="44450"/>
                    <a:pt x="3100991" y="43180"/>
                    <a:pt x="3083598" y="41910"/>
                  </a:cubicBezTo>
                  <a:cubicBezTo>
                    <a:pt x="3076353" y="41910"/>
                    <a:pt x="3071523" y="41910"/>
                    <a:pt x="3064278" y="40640"/>
                  </a:cubicBezTo>
                  <a:cubicBezTo>
                    <a:pt x="3003906" y="36830"/>
                    <a:pt x="2941118" y="31750"/>
                    <a:pt x="2880746" y="30480"/>
                  </a:cubicBezTo>
                  <a:cubicBezTo>
                    <a:pt x="2733437" y="26670"/>
                    <a:pt x="2583713" y="25400"/>
                    <a:pt x="2436404" y="22860"/>
                  </a:cubicBezTo>
                  <a:lnTo>
                    <a:pt x="2262531" y="22860"/>
                  </a:lnTo>
                  <a:cubicBezTo>
                    <a:pt x="2185254" y="22860"/>
                    <a:pt x="2107977" y="22860"/>
                    <a:pt x="2033115" y="24130"/>
                  </a:cubicBezTo>
                  <a:cubicBezTo>
                    <a:pt x="1967913" y="25400"/>
                    <a:pt x="869132" y="29210"/>
                    <a:pt x="803930" y="29210"/>
                  </a:cubicBezTo>
                  <a:cubicBezTo>
                    <a:pt x="697674" y="29210"/>
                    <a:pt x="591418" y="26670"/>
                    <a:pt x="485162" y="33020"/>
                  </a:cubicBezTo>
                  <a:cubicBezTo>
                    <a:pt x="429620" y="36830"/>
                    <a:pt x="376492" y="36830"/>
                    <a:pt x="323364" y="38100"/>
                  </a:cubicBezTo>
                  <a:cubicBezTo>
                    <a:pt x="231598" y="41910"/>
                    <a:pt x="139831" y="45720"/>
                    <a:pt x="48065" y="50800"/>
                  </a:cubicBezTo>
                  <a:cubicBezTo>
                    <a:pt x="33235" y="50800"/>
                    <a:pt x="30695" y="53761"/>
                    <a:pt x="29425" y="73644"/>
                  </a:cubicBezTo>
                  <a:cubicBezTo>
                    <a:pt x="28155" y="103469"/>
                    <a:pt x="28155" y="133293"/>
                    <a:pt x="26885" y="163118"/>
                  </a:cubicBezTo>
                  <a:cubicBezTo>
                    <a:pt x="25615" y="212825"/>
                    <a:pt x="23075" y="260876"/>
                    <a:pt x="21805" y="310583"/>
                  </a:cubicBezTo>
                  <a:cubicBezTo>
                    <a:pt x="16725" y="363604"/>
                    <a:pt x="23075" y="1659313"/>
                    <a:pt x="25615" y="1712334"/>
                  </a:cubicBezTo>
                  <a:cubicBezTo>
                    <a:pt x="25615" y="1768669"/>
                    <a:pt x="25615" y="1826661"/>
                    <a:pt x="26885" y="1882996"/>
                  </a:cubicBezTo>
                  <a:cubicBezTo>
                    <a:pt x="26885" y="1924419"/>
                    <a:pt x="29425" y="1965842"/>
                    <a:pt x="29425" y="2007265"/>
                  </a:cubicBezTo>
                  <a:cubicBezTo>
                    <a:pt x="29425" y="2052002"/>
                    <a:pt x="29425" y="2096739"/>
                    <a:pt x="28155" y="2140912"/>
                  </a:cubicBezTo>
                  <a:lnTo>
                    <a:pt x="28155" y="2151072"/>
                  </a:lnTo>
                  <a:cubicBezTo>
                    <a:pt x="28155" y="2161232"/>
                    <a:pt x="31965" y="2165042"/>
                    <a:pt x="40855" y="2165042"/>
                  </a:cubicBezTo>
                  <a:cubicBezTo>
                    <a:pt x="69799" y="2165042"/>
                    <a:pt x="103608" y="2166312"/>
                    <a:pt x="135002" y="2166312"/>
                  </a:cubicBezTo>
                  <a:cubicBezTo>
                    <a:pt x="180885" y="2166312"/>
                    <a:pt x="229183" y="2163772"/>
                    <a:pt x="275066" y="2166312"/>
                  </a:cubicBezTo>
                  <a:cubicBezTo>
                    <a:pt x="349928" y="2170122"/>
                    <a:pt x="424790" y="2172662"/>
                    <a:pt x="499652" y="2171392"/>
                  </a:cubicBezTo>
                  <a:cubicBezTo>
                    <a:pt x="547950" y="2170122"/>
                    <a:pt x="593833" y="2172662"/>
                    <a:pt x="642131" y="2172662"/>
                  </a:cubicBezTo>
                  <a:cubicBezTo>
                    <a:pt x="712163" y="2172662"/>
                    <a:pt x="782195" y="2171392"/>
                    <a:pt x="852228" y="2172662"/>
                  </a:cubicBezTo>
                  <a:cubicBezTo>
                    <a:pt x="956068" y="2173932"/>
                    <a:pt x="2095903" y="2163772"/>
                    <a:pt x="2202158" y="2166312"/>
                  </a:cubicBezTo>
                  <a:cubicBezTo>
                    <a:pt x="2248041" y="2167582"/>
                    <a:pt x="2293924" y="2168852"/>
                    <a:pt x="2337393" y="2168852"/>
                  </a:cubicBezTo>
                  <a:cubicBezTo>
                    <a:pt x="2417085" y="2171392"/>
                    <a:pt x="2494361" y="2167582"/>
                    <a:pt x="2574053" y="2171392"/>
                  </a:cubicBezTo>
                  <a:cubicBezTo>
                    <a:pt x="2639256" y="2173932"/>
                    <a:pt x="2704458" y="2173932"/>
                    <a:pt x="2769660" y="2176472"/>
                  </a:cubicBezTo>
                  <a:cubicBezTo>
                    <a:pt x="2866257" y="2180282"/>
                    <a:pt x="2962853" y="2182822"/>
                    <a:pt x="3059449" y="2184092"/>
                  </a:cubicBezTo>
                  <a:cubicBezTo>
                    <a:pt x="3090831" y="2184092"/>
                    <a:pt x="3108611" y="2182822"/>
                    <a:pt x="3128931" y="2182822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4077" y="2910886"/>
            <a:ext cx="8169136" cy="1218308"/>
            <a:chOff x="0" y="0"/>
            <a:chExt cx="2909182" cy="4338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03189" cy="433862"/>
            </a:xfrm>
            <a:custGeom>
              <a:avLst/>
              <a:gdLst/>
              <a:ahLst/>
              <a:cxnLst/>
              <a:rect l="l" t="t" r="r" b="b"/>
              <a:pathLst>
                <a:path w="2903189" h="433862">
                  <a:moveTo>
                    <a:pt x="2690819" y="0"/>
                  </a:moveTo>
                  <a:lnTo>
                    <a:pt x="15163" y="0"/>
                  </a:lnTo>
                  <a:cubicBezTo>
                    <a:pt x="6789" y="0"/>
                    <a:pt x="0" y="6789"/>
                    <a:pt x="0" y="15163"/>
                  </a:cubicBezTo>
                  <a:lnTo>
                    <a:pt x="0" y="418699"/>
                  </a:lnTo>
                  <a:cubicBezTo>
                    <a:pt x="0" y="422721"/>
                    <a:pt x="1598" y="426577"/>
                    <a:pt x="4441" y="429421"/>
                  </a:cubicBezTo>
                  <a:cubicBezTo>
                    <a:pt x="7285" y="432265"/>
                    <a:pt x="11142" y="433862"/>
                    <a:pt x="15163" y="433862"/>
                  </a:cubicBezTo>
                  <a:lnTo>
                    <a:pt x="2690819" y="433862"/>
                  </a:lnTo>
                  <a:cubicBezTo>
                    <a:pt x="2700493" y="433862"/>
                    <a:pt x="2709735" y="429856"/>
                    <a:pt x="2716348" y="422796"/>
                  </a:cubicBezTo>
                  <a:lnTo>
                    <a:pt x="2898816" y="227998"/>
                  </a:lnTo>
                  <a:cubicBezTo>
                    <a:pt x="2904647" y="221772"/>
                    <a:pt x="2904647" y="212090"/>
                    <a:pt x="2898816" y="205865"/>
                  </a:cubicBezTo>
                  <a:lnTo>
                    <a:pt x="2716348" y="11067"/>
                  </a:lnTo>
                  <a:cubicBezTo>
                    <a:pt x="2709735" y="4006"/>
                    <a:pt x="2700493" y="0"/>
                    <a:pt x="2690819" y="0"/>
                  </a:cubicBezTo>
                  <a:close/>
                </a:path>
              </a:pathLst>
            </a:custGeom>
            <a:solidFill>
              <a:srgbClr val="FFD30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794882" cy="48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Alcances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96562" y="4712133"/>
            <a:ext cx="7063879" cy="341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proyecto contempla el desarrollo de una plataforma web que digitaliza el ingreso y gestión operativa de vehículos en los talleres de PepsiCo, incorporando registro de ingresos, creación de Órdenes de Trabajo, administración de estados y pausas, carga de evidencias, reportes y control de usuarios. Incluye análisis, diseño, desarrollo y pruebas dentro de un entorno piloto, excluyendo integraciones externas y aplicación móvil.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74489" y="4521633"/>
            <a:ext cx="7120756" cy="379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contempla sistemas externos corporativos (como SAP u otros ERP).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plataforma funciona únicamente vía web; no incluye aplicación móvil.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entorno piloto opera con datos simulados, no productivos.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base de datos SQLite es adecuada para uso académico, pero no para alta concurrencia real.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arquitectura monolítica limita escalabilidad inmediata hacia arquitecturas distribuidas.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019580"/>
            <a:ext cx="4482759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Metodología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97662" y="3401151"/>
            <a:ext cx="13892677" cy="4315462"/>
            <a:chOff x="0" y="0"/>
            <a:chExt cx="5061941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9" y="45156"/>
              <a:ext cx="5021882" cy="1526522"/>
            </a:xfrm>
            <a:custGeom>
              <a:avLst/>
              <a:gdLst/>
              <a:ahLst/>
              <a:cxnLst/>
              <a:rect l="l" t="t" r="r" b="b"/>
              <a:pathLst>
                <a:path w="5021882" h="1526522">
                  <a:moveTo>
                    <a:pt x="581" y="1496747"/>
                  </a:moveTo>
                  <a:cubicBezTo>
                    <a:pt x="-1959" y="1505637"/>
                    <a:pt x="3121" y="1511987"/>
                    <a:pt x="30070" y="1513258"/>
                  </a:cubicBezTo>
                  <a:cubicBezTo>
                    <a:pt x="61288" y="1514527"/>
                    <a:pt x="88604" y="1514527"/>
                    <a:pt x="119822" y="1514527"/>
                  </a:cubicBezTo>
                  <a:cubicBezTo>
                    <a:pt x="244694" y="1515797"/>
                    <a:pt x="369567" y="1515797"/>
                    <a:pt x="498342" y="1517068"/>
                  </a:cubicBezTo>
                  <a:cubicBezTo>
                    <a:pt x="568583" y="1518337"/>
                    <a:pt x="638824" y="1519608"/>
                    <a:pt x="705162" y="1520877"/>
                  </a:cubicBezTo>
                  <a:cubicBezTo>
                    <a:pt x="822230" y="1522147"/>
                    <a:pt x="935396" y="1522147"/>
                    <a:pt x="1052464" y="1523418"/>
                  </a:cubicBezTo>
                  <a:cubicBezTo>
                    <a:pt x="1099292" y="1523418"/>
                    <a:pt x="1142217" y="1523418"/>
                    <a:pt x="1189044" y="1522147"/>
                  </a:cubicBezTo>
                  <a:cubicBezTo>
                    <a:pt x="1208555" y="1522147"/>
                    <a:pt x="1231969" y="1520877"/>
                    <a:pt x="1251480" y="1520877"/>
                  </a:cubicBezTo>
                  <a:cubicBezTo>
                    <a:pt x="1329526" y="1522147"/>
                    <a:pt x="2890434" y="1513258"/>
                    <a:pt x="2968479" y="1514527"/>
                  </a:cubicBezTo>
                  <a:cubicBezTo>
                    <a:pt x="3077742" y="1515797"/>
                    <a:pt x="3378217" y="1515797"/>
                    <a:pt x="3487481" y="1515797"/>
                  </a:cubicBezTo>
                  <a:cubicBezTo>
                    <a:pt x="3530406" y="1515797"/>
                    <a:pt x="3569429" y="1514527"/>
                    <a:pt x="3612354" y="1514527"/>
                  </a:cubicBezTo>
                  <a:lnTo>
                    <a:pt x="3823076" y="1518337"/>
                  </a:lnTo>
                  <a:cubicBezTo>
                    <a:pt x="3975265" y="1520877"/>
                    <a:pt x="4123551" y="1518337"/>
                    <a:pt x="4275740" y="1522147"/>
                  </a:cubicBezTo>
                  <a:cubicBezTo>
                    <a:pt x="4529387" y="1527227"/>
                    <a:pt x="4786937" y="1520877"/>
                    <a:pt x="4958382" y="1525958"/>
                  </a:cubicBezTo>
                  <a:cubicBezTo>
                    <a:pt x="4978702" y="1527227"/>
                    <a:pt x="4999022" y="1525958"/>
                    <a:pt x="5021882" y="1525958"/>
                  </a:cubicBezTo>
                  <a:lnTo>
                    <a:pt x="5021882" y="1466268"/>
                  </a:lnTo>
                  <a:cubicBezTo>
                    <a:pt x="5020612" y="1405322"/>
                    <a:pt x="5019342" y="1350794"/>
                    <a:pt x="5019342" y="1292858"/>
                  </a:cubicBezTo>
                  <a:cubicBezTo>
                    <a:pt x="5019342" y="1225834"/>
                    <a:pt x="5023152" y="1157674"/>
                    <a:pt x="5016802" y="1090649"/>
                  </a:cubicBezTo>
                  <a:cubicBezTo>
                    <a:pt x="5009182" y="1046345"/>
                    <a:pt x="4997752" y="172759"/>
                    <a:pt x="4997752" y="128455"/>
                  </a:cubicBezTo>
                  <a:cubicBezTo>
                    <a:pt x="4995212" y="97782"/>
                    <a:pt x="4993942" y="65974"/>
                    <a:pt x="4991402" y="35302"/>
                  </a:cubicBezTo>
                  <a:cubicBezTo>
                    <a:pt x="4991402" y="26214"/>
                    <a:pt x="4990132" y="17126"/>
                    <a:pt x="4988862" y="5644"/>
                  </a:cubicBezTo>
                  <a:cubicBezTo>
                    <a:pt x="4978702" y="3104"/>
                    <a:pt x="4969812" y="1834"/>
                    <a:pt x="4959652" y="564"/>
                  </a:cubicBezTo>
                  <a:cubicBezTo>
                    <a:pt x="4952032" y="-706"/>
                    <a:pt x="4944412" y="564"/>
                    <a:pt x="4938062" y="564"/>
                  </a:cubicBezTo>
                  <a:lnTo>
                    <a:pt x="10558" y="5644"/>
                  </a:lnTo>
                  <a:lnTo>
                    <a:pt x="581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5000981" cy="1517774"/>
            </a:xfrm>
            <a:custGeom>
              <a:avLst/>
              <a:gdLst/>
              <a:ahLst/>
              <a:cxnLst/>
              <a:rect l="l" t="t" r="r" b="b"/>
              <a:pathLst>
                <a:path w="5000981" h="1517774">
                  <a:moveTo>
                    <a:pt x="5000981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509324" y="0"/>
                  </a:lnTo>
                  <a:lnTo>
                    <a:pt x="497939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5025326" cy="1543738"/>
            </a:xfrm>
            <a:custGeom>
              <a:avLst/>
              <a:gdLst/>
              <a:ahLst/>
              <a:cxnLst/>
              <a:rect l="l" t="t" r="r" b="b"/>
              <a:pathLst>
                <a:path w="5025326" h="1543738">
                  <a:moveTo>
                    <a:pt x="4992306" y="21590"/>
                  </a:moveTo>
                  <a:cubicBezTo>
                    <a:pt x="4993576" y="34290"/>
                    <a:pt x="4993576" y="44450"/>
                    <a:pt x="4994846" y="54330"/>
                  </a:cubicBezTo>
                  <a:cubicBezTo>
                    <a:pt x="4997386" y="85002"/>
                    <a:pt x="4998656" y="116810"/>
                    <a:pt x="5001196" y="147482"/>
                  </a:cubicBezTo>
                  <a:cubicBezTo>
                    <a:pt x="5001196" y="191787"/>
                    <a:pt x="5013896" y="1065373"/>
                    <a:pt x="5020246" y="1109677"/>
                  </a:cubicBezTo>
                  <a:cubicBezTo>
                    <a:pt x="5026596" y="1176701"/>
                    <a:pt x="5022786" y="1244862"/>
                    <a:pt x="5022786" y="1311886"/>
                  </a:cubicBezTo>
                  <a:cubicBezTo>
                    <a:pt x="5022786" y="1370958"/>
                    <a:pt x="5024056" y="1425486"/>
                    <a:pt x="5025326" y="1483483"/>
                  </a:cubicBezTo>
                  <a:lnTo>
                    <a:pt x="5025326" y="1543174"/>
                  </a:lnTo>
                  <a:cubicBezTo>
                    <a:pt x="5002466" y="1543174"/>
                    <a:pt x="4982146" y="1544443"/>
                    <a:pt x="4961826" y="1543174"/>
                  </a:cubicBezTo>
                  <a:cubicBezTo>
                    <a:pt x="4714045" y="1538093"/>
                    <a:pt x="4456495" y="1544443"/>
                    <a:pt x="4202848" y="1539364"/>
                  </a:cubicBezTo>
                  <a:cubicBezTo>
                    <a:pt x="4050659" y="1535553"/>
                    <a:pt x="3902373" y="1538093"/>
                    <a:pt x="3750184" y="1535553"/>
                  </a:cubicBezTo>
                  <a:lnTo>
                    <a:pt x="3539462" y="1531743"/>
                  </a:lnTo>
                  <a:cubicBezTo>
                    <a:pt x="3496537" y="1531743"/>
                    <a:pt x="3457514" y="1533014"/>
                    <a:pt x="3414589" y="1533014"/>
                  </a:cubicBezTo>
                  <a:cubicBezTo>
                    <a:pt x="3305326" y="1531743"/>
                    <a:pt x="3004851" y="1533014"/>
                    <a:pt x="2895587" y="1531743"/>
                  </a:cubicBezTo>
                  <a:cubicBezTo>
                    <a:pt x="2817542" y="1530474"/>
                    <a:pt x="1256634" y="1539364"/>
                    <a:pt x="1178588" y="1538093"/>
                  </a:cubicBezTo>
                  <a:cubicBezTo>
                    <a:pt x="1159077" y="1538093"/>
                    <a:pt x="1135663" y="1539364"/>
                    <a:pt x="1116152" y="1539364"/>
                  </a:cubicBezTo>
                  <a:cubicBezTo>
                    <a:pt x="1069325" y="1539364"/>
                    <a:pt x="1026400" y="1540633"/>
                    <a:pt x="979572" y="1540633"/>
                  </a:cubicBezTo>
                  <a:cubicBezTo>
                    <a:pt x="862504" y="1540633"/>
                    <a:pt x="749338" y="1539364"/>
                    <a:pt x="632270" y="1538093"/>
                  </a:cubicBezTo>
                  <a:cubicBezTo>
                    <a:pt x="562030" y="1536824"/>
                    <a:pt x="491789" y="1535553"/>
                    <a:pt x="425450" y="1534283"/>
                  </a:cubicBezTo>
                  <a:cubicBezTo>
                    <a:pt x="300577" y="1533014"/>
                    <a:pt x="175705" y="1531743"/>
                    <a:pt x="46930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8148" y="30480"/>
                    <a:pt x="140584" y="29210"/>
                  </a:cubicBezTo>
                  <a:cubicBezTo>
                    <a:pt x="245946" y="25400"/>
                    <a:pt x="351307" y="22860"/>
                    <a:pt x="460571" y="20320"/>
                  </a:cubicBezTo>
                  <a:cubicBezTo>
                    <a:pt x="534714" y="17780"/>
                    <a:pt x="608857" y="16510"/>
                    <a:pt x="679098" y="13970"/>
                  </a:cubicBezTo>
                  <a:cubicBezTo>
                    <a:pt x="749339" y="11430"/>
                    <a:pt x="823482" y="8890"/>
                    <a:pt x="893723" y="8890"/>
                  </a:cubicBezTo>
                  <a:cubicBezTo>
                    <a:pt x="971768" y="7620"/>
                    <a:pt x="1049813" y="10160"/>
                    <a:pt x="1127859" y="8890"/>
                  </a:cubicBezTo>
                  <a:cubicBezTo>
                    <a:pt x="1225416" y="8890"/>
                    <a:pt x="2993144" y="6350"/>
                    <a:pt x="3090701" y="5080"/>
                  </a:cubicBezTo>
                  <a:cubicBezTo>
                    <a:pt x="3184355" y="3810"/>
                    <a:pt x="3278010" y="2540"/>
                    <a:pt x="3375566" y="2540"/>
                  </a:cubicBezTo>
                  <a:cubicBezTo>
                    <a:pt x="3535560" y="1270"/>
                    <a:pt x="3691650" y="0"/>
                    <a:pt x="3851643" y="0"/>
                  </a:cubicBezTo>
                  <a:cubicBezTo>
                    <a:pt x="3917982" y="0"/>
                    <a:pt x="3988223" y="2540"/>
                    <a:pt x="4054561" y="2540"/>
                  </a:cubicBezTo>
                  <a:cubicBezTo>
                    <a:pt x="4237968" y="3810"/>
                    <a:pt x="4425277" y="5080"/>
                    <a:pt x="4608684" y="7620"/>
                  </a:cubicBezTo>
                  <a:cubicBezTo>
                    <a:pt x="4706241" y="8890"/>
                    <a:pt x="4803797" y="12700"/>
                    <a:pt x="4901354" y="16510"/>
                  </a:cubicBezTo>
                  <a:lnTo>
                    <a:pt x="4961826" y="16510"/>
                  </a:lnTo>
                  <a:cubicBezTo>
                    <a:pt x="4973256" y="17780"/>
                    <a:pt x="4982146" y="20320"/>
                    <a:pt x="4992306" y="21590"/>
                  </a:cubicBezTo>
                  <a:close/>
                  <a:moveTo>
                    <a:pt x="5002466" y="1526664"/>
                  </a:moveTo>
                  <a:cubicBezTo>
                    <a:pt x="5003736" y="1510153"/>
                    <a:pt x="5005006" y="1497453"/>
                    <a:pt x="5005006" y="1484753"/>
                  </a:cubicBezTo>
                  <a:cubicBezTo>
                    <a:pt x="5003736" y="1419806"/>
                    <a:pt x="5002466" y="1359598"/>
                    <a:pt x="5002466" y="1294846"/>
                  </a:cubicBezTo>
                  <a:cubicBezTo>
                    <a:pt x="5002466" y="1265310"/>
                    <a:pt x="5005006" y="1235774"/>
                    <a:pt x="5003736" y="1206238"/>
                  </a:cubicBezTo>
                  <a:cubicBezTo>
                    <a:pt x="5003736" y="1178973"/>
                    <a:pt x="5002466" y="1150573"/>
                    <a:pt x="5001196" y="1123309"/>
                  </a:cubicBezTo>
                  <a:cubicBezTo>
                    <a:pt x="4996116" y="1081277"/>
                    <a:pt x="4984686" y="211099"/>
                    <a:pt x="4984686" y="169067"/>
                  </a:cubicBezTo>
                  <a:cubicBezTo>
                    <a:pt x="4982146" y="133850"/>
                    <a:pt x="4979606" y="97498"/>
                    <a:pt x="4977066" y="62282"/>
                  </a:cubicBezTo>
                  <a:cubicBezTo>
                    <a:pt x="4975796" y="44450"/>
                    <a:pt x="4974526" y="43180"/>
                    <a:pt x="4955986" y="41910"/>
                  </a:cubicBezTo>
                  <a:cubicBezTo>
                    <a:pt x="4944279" y="41910"/>
                    <a:pt x="4936475" y="41910"/>
                    <a:pt x="4924768" y="40640"/>
                  </a:cubicBezTo>
                  <a:cubicBezTo>
                    <a:pt x="4827211" y="36830"/>
                    <a:pt x="4725752" y="31750"/>
                    <a:pt x="4628195" y="30480"/>
                  </a:cubicBezTo>
                  <a:cubicBezTo>
                    <a:pt x="4390157" y="26670"/>
                    <a:pt x="4148216" y="25400"/>
                    <a:pt x="3910178" y="22860"/>
                  </a:cubicBezTo>
                  <a:lnTo>
                    <a:pt x="3629214" y="22860"/>
                  </a:lnTo>
                  <a:cubicBezTo>
                    <a:pt x="3504341" y="22860"/>
                    <a:pt x="3379469" y="22860"/>
                    <a:pt x="3258498" y="24130"/>
                  </a:cubicBezTo>
                  <a:cubicBezTo>
                    <a:pt x="3153137" y="25400"/>
                    <a:pt x="1377604" y="29210"/>
                    <a:pt x="1272243" y="29210"/>
                  </a:cubicBezTo>
                  <a:cubicBezTo>
                    <a:pt x="1100543" y="29210"/>
                    <a:pt x="928843" y="26670"/>
                    <a:pt x="757143" y="33020"/>
                  </a:cubicBezTo>
                  <a:cubicBezTo>
                    <a:pt x="667391" y="36830"/>
                    <a:pt x="581541" y="36830"/>
                    <a:pt x="495691" y="38100"/>
                  </a:cubicBezTo>
                  <a:cubicBezTo>
                    <a:pt x="347405" y="41910"/>
                    <a:pt x="199118" y="45720"/>
                    <a:pt x="50832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5953" y="1508884"/>
                    <a:pt x="140584" y="1510153"/>
                    <a:pt x="191314" y="1510153"/>
                  </a:cubicBezTo>
                  <a:cubicBezTo>
                    <a:pt x="265457" y="1510153"/>
                    <a:pt x="343502" y="1507614"/>
                    <a:pt x="417646" y="1510153"/>
                  </a:cubicBezTo>
                  <a:cubicBezTo>
                    <a:pt x="538616" y="1513964"/>
                    <a:pt x="659586" y="1516503"/>
                    <a:pt x="780557" y="1515234"/>
                  </a:cubicBezTo>
                  <a:cubicBezTo>
                    <a:pt x="858602" y="1513964"/>
                    <a:pt x="932745" y="1516503"/>
                    <a:pt x="1010791" y="1516503"/>
                  </a:cubicBezTo>
                  <a:cubicBezTo>
                    <a:pt x="1123956" y="1516503"/>
                    <a:pt x="1237122" y="1515234"/>
                    <a:pt x="1350288" y="1516503"/>
                  </a:cubicBezTo>
                  <a:cubicBezTo>
                    <a:pt x="1518086" y="1517774"/>
                    <a:pt x="3359957" y="1507614"/>
                    <a:pt x="3531657" y="1510153"/>
                  </a:cubicBezTo>
                  <a:cubicBezTo>
                    <a:pt x="3605800" y="1511424"/>
                    <a:pt x="3679943" y="1512694"/>
                    <a:pt x="3750184" y="1512694"/>
                  </a:cubicBezTo>
                  <a:cubicBezTo>
                    <a:pt x="3878959" y="1515234"/>
                    <a:pt x="4003832" y="1511424"/>
                    <a:pt x="4132607" y="1515234"/>
                  </a:cubicBezTo>
                  <a:cubicBezTo>
                    <a:pt x="4237968" y="1517774"/>
                    <a:pt x="4343329" y="1517774"/>
                    <a:pt x="4448691" y="1520314"/>
                  </a:cubicBezTo>
                  <a:cubicBezTo>
                    <a:pt x="4604782" y="1524124"/>
                    <a:pt x="4760872" y="1526664"/>
                    <a:pt x="4916963" y="1527934"/>
                  </a:cubicBezTo>
                  <a:cubicBezTo>
                    <a:pt x="4964366" y="1527934"/>
                    <a:pt x="4982146" y="1526664"/>
                    <a:pt x="5002466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86754" y="4493035"/>
            <a:ext cx="12914492" cy="215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proyecto se desarrolló utilizando la metodología tradicional en cascada, ejecutando cada fase del ciclo de vida del software de manera secuencial y estructurada. Este enfoque permitió una definición precisa de los requisitos, una planificación controlada y una trazabilidad completa entre análisis, diseño, desarrollo y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88037" y="5193462"/>
            <a:ext cx="4872302" cy="997530"/>
            <a:chOff x="0" y="0"/>
            <a:chExt cx="2032556" cy="416135"/>
          </a:xfrm>
        </p:grpSpPr>
        <p:sp>
          <p:nvSpPr>
            <p:cNvPr id="3" name="Freeform 3"/>
            <p:cNvSpPr/>
            <p:nvPr/>
          </p:nvSpPr>
          <p:spPr>
            <a:xfrm>
              <a:off x="3679" y="0"/>
              <a:ext cx="2026288" cy="416135"/>
            </a:xfrm>
            <a:custGeom>
              <a:avLst/>
              <a:gdLst/>
              <a:ahLst/>
              <a:cxnLst/>
              <a:rect l="l" t="t" r="r" b="b"/>
              <a:pathLst>
                <a:path w="2026288" h="416135">
                  <a:moveTo>
                    <a:pt x="2677" y="0"/>
                  </a:moveTo>
                  <a:lnTo>
                    <a:pt x="1819321" y="0"/>
                  </a:lnTo>
                  <a:cubicBezTo>
                    <a:pt x="1823385" y="0"/>
                    <a:pt x="1827278" y="1639"/>
                    <a:pt x="1830118" y="4547"/>
                  </a:cubicBezTo>
                  <a:lnTo>
                    <a:pt x="2024436" y="203520"/>
                  </a:lnTo>
                  <a:cubicBezTo>
                    <a:pt x="2026906" y="206049"/>
                    <a:pt x="2026906" y="210086"/>
                    <a:pt x="2024436" y="212615"/>
                  </a:cubicBezTo>
                  <a:lnTo>
                    <a:pt x="1830118" y="411588"/>
                  </a:lnTo>
                  <a:cubicBezTo>
                    <a:pt x="1827278" y="414496"/>
                    <a:pt x="1823385" y="416135"/>
                    <a:pt x="1819321" y="416135"/>
                  </a:cubicBezTo>
                  <a:lnTo>
                    <a:pt x="2677" y="416135"/>
                  </a:lnTo>
                  <a:cubicBezTo>
                    <a:pt x="1600" y="416135"/>
                    <a:pt x="628" y="415490"/>
                    <a:pt x="210" y="414497"/>
                  </a:cubicBezTo>
                  <a:cubicBezTo>
                    <a:pt x="-208" y="413505"/>
                    <a:pt x="9" y="412359"/>
                    <a:pt x="762" y="411588"/>
                  </a:cubicBezTo>
                  <a:lnTo>
                    <a:pt x="195080" y="212615"/>
                  </a:lnTo>
                  <a:cubicBezTo>
                    <a:pt x="197550" y="210086"/>
                    <a:pt x="197550" y="206049"/>
                    <a:pt x="195080" y="203520"/>
                  </a:cubicBezTo>
                  <a:lnTo>
                    <a:pt x="762" y="4547"/>
                  </a:lnTo>
                  <a:cubicBezTo>
                    <a:pt x="9" y="3777"/>
                    <a:pt x="-208" y="2630"/>
                    <a:pt x="210" y="1638"/>
                  </a:cubicBezTo>
                  <a:cubicBezTo>
                    <a:pt x="628" y="645"/>
                    <a:pt x="1600" y="0"/>
                    <a:pt x="2677" y="0"/>
                  </a:cubicBezTo>
                  <a:close/>
                </a:path>
              </a:pathLst>
            </a:custGeom>
            <a:solidFill>
              <a:srgbClr val="FFD30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-47625"/>
              <a:ext cx="1778556" cy="46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Septiembre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08" y="5193462"/>
            <a:ext cx="4872302" cy="997530"/>
            <a:chOff x="0" y="0"/>
            <a:chExt cx="2132885" cy="436676"/>
          </a:xfrm>
        </p:grpSpPr>
        <p:sp>
          <p:nvSpPr>
            <p:cNvPr id="6" name="Freeform 6"/>
            <p:cNvSpPr/>
            <p:nvPr/>
          </p:nvSpPr>
          <p:spPr>
            <a:xfrm>
              <a:off x="3588" y="0"/>
              <a:ext cx="2126797" cy="436676"/>
            </a:xfrm>
            <a:custGeom>
              <a:avLst/>
              <a:gdLst/>
              <a:ahLst/>
              <a:cxnLst/>
              <a:rect l="l" t="t" r="r" b="b"/>
              <a:pathLst>
                <a:path w="2126797" h="436676">
                  <a:moveTo>
                    <a:pt x="2768" y="0"/>
                  </a:moveTo>
                  <a:lnTo>
                    <a:pt x="1919742" y="0"/>
                  </a:lnTo>
                  <a:cubicBezTo>
                    <a:pt x="1923795" y="0"/>
                    <a:pt x="1927666" y="1685"/>
                    <a:pt x="1930427" y="4653"/>
                  </a:cubicBezTo>
                  <a:lnTo>
                    <a:pt x="2124967" y="213685"/>
                  </a:lnTo>
                  <a:cubicBezTo>
                    <a:pt x="2127407" y="216307"/>
                    <a:pt x="2127407" y="220369"/>
                    <a:pt x="2124967" y="222991"/>
                  </a:cubicBezTo>
                  <a:lnTo>
                    <a:pt x="1930427" y="432023"/>
                  </a:lnTo>
                  <a:cubicBezTo>
                    <a:pt x="1927666" y="434991"/>
                    <a:pt x="1923795" y="436676"/>
                    <a:pt x="1919742" y="436676"/>
                  </a:cubicBezTo>
                  <a:lnTo>
                    <a:pt x="2768" y="436676"/>
                  </a:lnTo>
                  <a:cubicBezTo>
                    <a:pt x="1667" y="436676"/>
                    <a:pt x="670" y="436023"/>
                    <a:pt x="231" y="435014"/>
                  </a:cubicBezTo>
                  <a:cubicBezTo>
                    <a:pt x="-209" y="434004"/>
                    <a:pt x="-8" y="432830"/>
                    <a:pt x="742" y="432023"/>
                  </a:cubicBezTo>
                  <a:lnTo>
                    <a:pt x="195282" y="222991"/>
                  </a:lnTo>
                  <a:cubicBezTo>
                    <a:pt x="197722" y="220369"/>
                    <a:pt x="197722" y="216307"/>
                    <a:pt x="195282" y="213685"/>
                  </a:cubicBezTo>
                  <a:lnTo>
                    <a:pt x="742" y="4653"/>
                  </a:lnTo>
                  <a:cubicBezTo>
                    <a:pt x="-8" y="3847"/>
                    <a:pt x="-209" y="2672"/>
                    <a:pt x="231" y="1663"/>
                  </a:cubicBezTo>
                  <a:cubicBezTo>
                    <a:pt x="670" y="653"/>
                    <a:pt x="1667" y="0"/>
                    <a:pt x="2768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47625"/>
              <a:ext cx="1878885" cy="48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Octubre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04974" y="5193462"/>
            <a:ext cx="4894989" cy="997530"/>
            <a:chOff x="0" y="0"/>
            <a:chExt cx="2142817" cy="436676"/>
          </a:xfrm>
        </p:grpSpPr>
        <p:sp>
          <p:nvSpPr>
            <p:cNvPr id="9" name="Freeform 9"/>
            <p:cNvSpPr/>
            <p:nvPr/>
          </p:nvSpPr>
          <p:spPr>
            <a:xfrm>
              <a:off x="3572" y="0"/>
              <a:ext cx="2136757" cy="436676"/>
            </a:xfrm>
            <a:custGeom>
              <a:avLst/>
              <a:gdLst/>
              <a:ahLst/>
              <a:cxnLst/>
              <a:rect l="l" t="t" r="r" b="b"/>
              <a:pathLst>
                <a:path w="2136757" h="436676">
                  <a:moveTo>
                    <a:pt x="2754" y="0"/>
                  </a:moveTo>
                  <a:lnTo>
                    <a:pt x="1929719" y="0"/>
                  </a:lnTo>
                  <a:cubicBezTo>
                    <a:pt x="1933753" y="0"/>
                    <a:pt x="1937606" y="1678"/>
                    <a:pt x="1940355" y="4631"/>
                  </a:cubicBezTo>
                  <a:lnTo>
                    <a:pt x="2134935" y="213707"/>
                  </a:lnTo>
                  <a:cubicBezTo>
                    <a:pt x="2137364" y="216317"/>
                    <a:pt x="2137364" y="220359"/>
                    <a:pt x="2134935" y="222969"/>
                  </a:cubicBezTo>
                  <a:lnTo>
                    <a:pt x="1940355" y="432045"/>
                  </a:lnTo>
                  <a:cubicBezTo>
                    <a:pt x="1937606" y="434999"/>
                    <a:pt x="1933753" y="436676"/>
                    <a:pt x="1929719" y="436676"/>
                  </a:cubicBezTo>
                  <a:lnTo>
                    <a:pt x="2754" y="436676"/>
                  </a:lnTo>
                  <a:cubicBezTo>
                    <a:pt x="1658" y="436676"/>
                    <a:pt x="666" y="436026"/>
                    <a:pt x="229" y="435021"/>
                  </a:cubicBezTo>
                  <a:cubicBezTo>
                    <a:pt x="-209" y="434016"/>
                    <a:pt x="-9" y="432847"/>
                    <a:pt x="738" y="432045"/>
                  </a:cubicBezTo>
                  <a:lnTo>
                    <a:pt x="195318" y="222969"/>
                  </a:lnTo>
                  <a:cubicBezTo>
                    <a:pt x="197747" y="220359"/>
                    <a:pt x="197747" y="216317"/>
                    <a:pt x="195318" y="213707"/>
                  </a:cubicBezTo>
                  <a:lnTo>
                    <a:pt x="738" y="4631"/>
                  </a:lnTo>
                  <a:cubicBezTo>
                    <a:pt x="-9" y="3829"/>
                    <a:pt x="-209" y="2660"/>
                    <a:pt x="229" y="1655"/>
                  </a:cubicBezTo>
                  <a:cubicBezTo>
                    <a:pt x="666" y="650"/>
                    <a:pt x="1658" y="0"/>
                    <a:pt x="2754" y="0"/>
                  </a:cubicBezTo>
                  <a:close/>
                </a:path>
              </a:pathLst>
            </a:custGeom>
            <a:solidFill>
              <a:srgbClr val="8C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1888817" cy="48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Noviembre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31033" y="2058544"/>
            <a:ext cx="2701086" cy="2197935"/>
            <a:chOff x="0" y="0"/>
            <a:chExt cx="1932334" cy="1572383"/>
          </a:xfrm>
        </p:grpSpPr>
        <p:sp>
          <p:nvSpPr>
            <p:cNvPr id="12" name="Freeform 12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Freeform 15"/>
          <p:cNvSpPr/>
          <p:nvPr/>
        </p:nvSpPr>
        <p:spPr>
          <a:xfrm rot="1658374">
            <a:off x="2254560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2385278" y="2785925"/>
            <a:ext cx="2392596" cy="7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1 – Planificación Inicial</a:t>
            </a:r>
          </a:p>
        </p:txBody>
      </p:sp>
      <p:sp>
        <p:nvSpPr>
          <p:cNvPr id="17" name="Freeform 17"/>
          <p:cNvSpPr/>
          <p:nvPr/>
        </p:nvSpPr>
        <p:spPr>
          <a:xfrm rot="5400000" flipH="1" flipV="1">
            <a:off x="3128482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6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6" y="0"/>
                </a:lnTo>
                <a:lnTo>
                  <a:pt x="708256" y="19284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2806950" y="4467450"/>
            <a:ext cx="1304821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879100" y="7276809"/>
            <a:ext cx="2701086" cy="2197935"/>
            <a:chOff x="0" y="0"/>
            <a:chExt cx="1932334" cy="1572383"/>
          </a:xfrm>
        </p:grpSpPr>
        <p:sp>
          <p:nvSpPr>
            <p:cNvPr id="20" name="Freeform 20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3" name="Freeform 23"/>
          <p:cNvSpPr/>
          <p:nvPr/>
        </p:nvSpPr>
        <p:spPr>
          <a:xfrm rot="1658374">
            <a:off x="4886882" y="710294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6" y="0"/>
                </a:lnTo>
                <a:lnTo>
                  <a:pt x="292926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TextBox 24"/>
          <p:cNvSpPr txBox="1"/>
          <p:nvPr/>
        </p:nvSpPr>
        <p:spPr>
          <a:xfrm>
            <a:off x="5033345" y="7945392"/>
            <a:ext cx="2392596" cy="70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2 – Análisis y Diseño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5875515" y="5685686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0" y="0"/>
                </a:moveTo>
                <a:lnTo>
                  <a:pt x="708256" y="0"/>
                </a:lnTo>
                <a:lnTo>
                  <a:pt x="708256" y="1928420"/>
                </a:lnTo>
                <a:lnTo>
                  <a:pt x="0" y="19284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5368316" y="6729492"/>
            <a:ext cx="1722653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1"/>
              </a:lnSpc>
              <a:spcBef>
                <a:spcPct val="0"/>
              </a:spcBef>
            </a:pPr>
            <a:r>
              <a:rPr lang="en-US" sz="1399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</a:t>
            </a:r>
            <a:r>
              <a:rPr lang="en-US" sz="1399" b="1" u="none" strike="noStrike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2 - semana 4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822297" y="2058544"/>
            <a:ext cx="2701086" cy="2197935"/>
            <a:chOff x="0" y="0"/>
            <a:chExt cx="1932334" cy="1572383"/>
          </a:xfrm>
        </p:grpSpPr>
        <p:sp>
          <p:nvSpPr>
            <p:cNvPr id="28" name="Freeform 28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1" name="Freeform 31"/>
          <p:cNvSpPr/>
          <p:nvPr/>
        </p:nvSpPr>
        <p:spPr>
          <a:xfrm rot="1658374">
            <a:off x="7845825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6" y="0"/>
                </a:lnTo>
                <a:lnTo>
                  <a:pt x="292926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Box 32"/>
          <p:cNvSpPr txBox="1"/>
          <p:nvPr/>
        </p:nvSpPr>
        <p:spPr>
          <a:xfrm>
            <a:off x="7976542" y="2748672"/>
            <a:ext cx="2392596" cy="7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3 – Construcción</a:t>
            </a:r>
          </a:p>
        </p:txBody>
      </p:sp>
      <p:sp>
        <p:nvSpPr>
          <p:cNvPr id="33" name="Freeform 33"/>
          <p:cNvSpPr/>
          <p:nvPr/>
        </p:nvSpPr>
        <p:spPr>
          <a:xfrm rot="5400000" flipH="1" flipV="1">
            <a:off x="8719746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7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7" y="0"/>
                </a:lnTo>
                <a:lnTo>
                  <a:pt x="708257" y="192842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4" name="TextBox 34"/>
          <p:cNvSpPr txBox="1"/>
          <p:nvPr/>
        </p:nvSpPr>
        <p:spPr>
          <a:xfrm>
            <a:off x="8225115" y="4467450"/>
            <a:ext cx="1720961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1"/>
              </a:lnSpc>
              <a:spcBef>
                <a:spcPct val="0"/>
              </a:spcBef>
            </a:pPr>
            <a:r>
              <a:rPr lang="en-US" sz="1399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5 - Semana 9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85701" y="7276809"/>
            <a:ext cx="2701086" cy="2197935"/>
            <a:chOff x="0" y="0"/>
            <a:chExt cx="1932334" cy="1572383"/>
          </a:xfrm>
        </p:grpSpPr>
        <p:sp>
          <p:nvSpPr>
            <p:cNvPr id="36" name="Freeform 36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9" name="Freeform 39"/>
          <p:cNvSpPr/>
          <p:nvPr/>
        </p:nvSpPr>
        <p:spPr>
          <a:xfrm rot="1658374">
            <a:off x="9793482" y="710294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0" name="TextBox 40"/>
          <p:cNvSpPr txBox="1"/>
          <p:nvPr/>
        </p:nvSpPr>
        <p:spPr>
          <a:xfrm>
            <a:off x="9905659" y="7831403"/>
            <a:ext cx="2392596" cy="1060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4 – Integración y Pruebas</a:t>
            </a:r>
          </a:p>
        </p:txBody>
      </p:sp>
      <p:sp>
        <p:nvSpPr>
          <p:cNvPr id="41" name="Freeform 41"/>
          <p:cNvSpPr/>
          <p:nvPr/>
        </p:nvSpPr>
        <p:spPr>
          <a:xfrm rot="5400000">
            <a:off x="10782116" y="5685686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0" y="0"/>
                </a:moveTo>
                <a:lnTo>
                  <a:pt x="708256" y="0"/>
                </a:lnTo>
                <a:lnTo>
                  <a:pt x="708256" y="1928420"/>
                </a:lnTo>
                <a:lnTo>
                  <a:pt x="0" y="19284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TextBox 42"/>
          <p:cNvSpPr txBox="1"/>
          <p:nvPr/>
        </p:nvSpPr>
        <p:spPr>
          <a:xfrm>
            <a:off x="10265127" y="6729492"/>
            <a:ext cx="1742233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9 - Semana 11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3498877" y="2058544"/>
            <a:ext cx="2701086" cy="2197935"/>
            <a:chOff x="0" y="0"/>
            <a:chExt cx="1932334" cy="1572383"/>
          </a:xfrm>
        </p:grpSpPr>
        <p:sp>
          <p:nvSpPr>
            <p:cNvPr id="44" name="Freeform 44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7" name="Freeform 47"/>
          <p:cNvSpPr/>
          <p:nvPr/>
        </p:nvSpPr>
        <p:spPr>
          <a:xfrm rot="1658374">
            <a:off x="13522404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Box 48"/>
          <p:cNvSpPr txBox="1"/>
          <p:nvPr/>
        </p:nvSpPr>
        <p:spPr>
          <a:xfrm>
            <a:off x="13654508" y="2608849"/>
            <a:ext cx="2392596" cy="106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5 – Implementación y Cierre </a:t>
            </a:r>
          </a:p>
        </p:txBody>
      </p:sp>
      <p:sp>
        <p:nvSpPr>
          <p:cNvPr id="49" name="Freeform 49"/>
          <p:cNvSpPr/>
          <p:nvPr/>
        </p:nvSpPr>
        <p:spPr>
          <a:xfrm rot="5400000" flipH="1" flipV="1">
            <a:off x="14396326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6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6" y="0"/>
                </a:lnTo>
                <a:lnTo>
                  <a:pt x="708256" y="192842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0" name="TextBox 50"/>
          <p:cNvSpPr txBox="1"/>
          <p:nvPr/>
        </p:nvSpPr>
        <p:spPr>
          <a:xfrm>
            <a:off x="13844439" y="4467450"/>
            <a:ext cx="1812030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11 - Semana 1</a:t>
            </a:r>
            <a:r>
              <a:rPr lang="en-US" sz="1400" b="1" u="none" strike="noStrike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0" y="1019580"/>
            <a:ext cx="4482759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Cronograma </a:t>
            </a:r>
          </a:p>
        </p:txBody>
      </p:sp>
      <p:sp>
        <p:nvSpPr>
          <p:cNvPr id="56" name="Freeform 5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7" name="Group 5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788" y="2770381"/>
            <a:ext cx="3146641" cy="6320472"/>
            <a:chOff x="0" y="0"/>
            <a:chExt cx="1640838" cy="3295854"/>
          </a:xfrm>
        </p:grpSpPr>
        <p:sp>
          <p:nvSpPr>
            <p:cNvPr id="3" name="Freeform 3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70338" y="2770381"/>
            <a:ext cx="3146641" cy="6320472"/>
            <a:chOff x="0" y="0"/>
            <a:chExt cx="1640838" cy="3295854"/>
          </a:xfrm>
        </p:grpSpPr>
        <p:sp>
          <p:nvSpPr>
            <p:cNvPr id="7" name="Freeform 7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7079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34986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0903" y="3434118"/>
            <a:ext cx="2680287" cy="295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Acta</a:t>
            </a: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 de Constitución del Proyecto 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EDT y Diccionario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Matriz de Responsabilidades (RACI)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Matriz de Riesgos inicial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Pruebas Inicial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3681" y="3296589"/>
            <a:ext cx="2860439" cy="502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Levantamiento de requerimientos (StRS, SyRS, SRS),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Validación de ERS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Elaborar los Casos de uso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Documento de los Casos de uso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Diagrama Proceso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Modelo Entidad–Relación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Modelo Lógico de BD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Diccionario de Datos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Arquitectura del Sistema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Entregable asociado: Prototipos validados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64525" y="2306669"/>
            <a:ext cx="3416550" cy="927424"/>
            <a:chOff x="0" y="0"/>
            <a:chExt cx="1497142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FFD30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81075" y="2306669"/>
            <a:ext cx="3416550" cy="927424"/>
            <a:chOff x="0" y="0"/>
            <a:chExt cx="1497142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D8D24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56457">
            <a:off x="65558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 rot="-556457">
            <a:off x="407213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265382" y="2407917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1 – Planificación Inicial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81932" y="2407917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2 – </a:t>
            </a:r>
          </a:p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nálisis y Diseño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86889" y="2770381"/>
            <a:ext cx="3146641" cy="6320472"/>
            <a:chOff x="0" y="0"/>
            <a:chExt cx="1640838" cy="3295854"/>
          </a:xfrm>
        </p:grpSpPr>
        <p:sp>
          <p:nvSpPr>
            <p:cNvPr id="25" name="Freeform 25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450455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57914" y="3319131"/>
            <a:ext cx="2895973" cy="531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Administración del Sistema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Acceso e Identificacion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Panel Principal (Dashboard)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Ingreso de Vehículos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Ordenes de Trabajos (OT)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Repuesto e Inventario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Notificaciones Internas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Reportes y Supervision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Seguridad y Control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Verificación de Alcances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397625" y="2306669"/>
            <a:ext cx="3416550" cy="927424"/>
            <a:chOff x="0" y="0"/>
            <a:chExt cx="1497142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 rot="-556457">
            <a:off x="748868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Box 34"/>
          <p:cNvSpPr txBox="1"/>
          <p:nvPr/>
        </p:nvSpPr>
        <p:spPr>
          <a:xfrm>
            <a:off x="8099037" y="2447256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3 – 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Construcción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003439" y="2770381"/>
            <a:ext cx="3146641" cy="6320472"/>
            <a:chOff x="0" y="0"/>
            <a:chExt cx="1640838" cy="3295854"/>
          </a:xfrm>
        </p:grpSpPr>
        <p:sp>
          <p:nvSpPr>
            <p:cNvPr id="36" name="Freeform 36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868086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24055" y="3434118"/>
            <a:ext cx="2894641" cy="295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Unitarias (Unit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Integración (Smoke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Rendimiento (Performance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Seguridad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Pruebas de Estrés (Stress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Pruebas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814175" y="2306669"/>
            <a:ext cx="3416550" cy="927424"/>
            <a:chOff x="0" y="0"/>
            <a:chExt cx="1497142" cy="406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89E2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 rot="-556457">
            <a:off x="1090523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8" y="0"/>
                </a:lnTo>
                <a:lnTo>
                  <a:pt x="443088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Box 45"/>
          <p:cNvSpPr txBox="1"/>
          <p:nvPr/>
        </p:nvSpPr>
        <p:spPr>
          <a:xfrm>
            <a:off x="11448912" y="2407917"/>
            <a:ext cx="2649769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3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</a:t>
            </a:r>
            <a:r>
              <a:rPr lang="en-US" sz="17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ase 4 –</a:t>
            </a:r>
          </a:p>
          <a:p>
            <a:pPr marL="0" lvl="0" indent="0" algn="l">
              <a:lnSpc>
                <a:spcPts val="2303"/>
              </a:lnSpc>
              <a:spcBef>
                <a:spcPct val="0"/>
              </a:spcBef>
            </a:pPr>
            <a:r>
              <a:rPr lang="en-US" sz="17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Integración y Pruebas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4419989" y="2770381"/>
            <a:ext cx="3146641" cy="6320472"/>
            <a:chOff x="0" y="0"/>
            <a:chExt cx="1640838" cy="3295854"/>
          </a:xfrm>
        </p:grpSpPr>
        <p:sp>
          <p:nvSpPr>
            <p:cNvPr id="47" name="Freeform 47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283555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543331" y="3469695"/>
            <a:ext cx="2694059" cy="236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Informe de Hallazgos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Documentacion del Proyecto (Verificar la documentacion)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Implantación y Soporte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Manuales de Usuario y Administrador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306925" y="2306669"/>
            <a:ext cx="3416550" cy="927424"/>
            <a:chOff x="0" y="0"/>
            <a:chExt cx="1497142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8CA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 rot="-556457">
            <a:off x="14321788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Box 56"/>
          <p:cNvSpPr txBox="1"/>
          <p:nvPr/>
        </p:nvSpPr>
        <p:spPr>
          <a:xfrm>
            <a:off x="14830800" y="2407917"/>
            <a:ext cx="2710693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5 – </a:t>
            </a:r>
          </a:p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Implementación y Ci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erre 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74335" y="699918"/>
            <a:ext cx="3950416" cy="1170294"/>
            <a:chOff x="0" y="0"/>
            <a:chExt cx="5267221" cy="156039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267221" cy="1560391"/>
            </a:xfrm>
            <a:custGeom>
              <a:avLst/>
              <a:gdLst/>
              <a:ahLst/>
              <a:cxnLst/>
              <a:rect l="l" t="t" r="r" b="b"/>
              <a:pathLst>
                <a:path w="5267221" h="1560391">
                  <a:moveTo>
                    <a:pt x="0" y="0"/>
                  </a:moveTo>
                  <a:lnTo>
                    <a:pt x="5267221" y="0"/>
                  </a:lnTo>
                  <a:lnTo>
                    <a:pt x="5267221" y="1560391"/>
                  </a:lnTo>
                  <a:lnTo>
                    <a:pt x="0" y="15603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5267221" cy="15889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Etapas principales de implementación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5" name="Group 65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10762" y="0"/>
            <a:ext cx="8423487" cy="10287000"/>
            <a:chOff x="0" y="0"/>
            <a:chExt cx="11231316" cy="13716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231316" cy="13716000"/>
              <a:chOff x="0" y="0"/>
              <a:chExt cx="1932334" cy="23598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9991" y="45156"/>
                <a:ext cx="1892342" cy="2313959"/>
              </a:xfrm>
              <a:custGeom>
                <a:avLst/>
                <a:gdLst/>
                <a:ahLst/>
                <a:cxnLst/>
                <a:rect l="l" t="t" r="r" b="b"/>
                <a:pathLst>
                  <a:path w="1892342" h="2313959">
                    <a:moveTo>
                      <a:pt x="649" y="2284184"/>
                    </a:moveTo>
                    <a:cubicBezTo>
                      <a:pt x="-1891" y="2293074"/>
                      <a:pt x="3189" y="2299424"/>
                      <a:pt x="13092" y="2300694"/>
                    </a:cubicBezTo>
                    <a:cubicBezTo>
                      <a:pt x="24434" y="2301964"/>
                      <a:pt x="34358" y="2301964"/>
                      <a:pt x="45700" y="2301964"/>
                    </a:cubicBezTo>
                    <a:cubicBezTo>
                      <a:pt x="91068" y="2303234"/>
                      <a:pt x="136435" y="2303234"/>
                      <a:pt x="183220" y="2304504"/>
                    </a:cubicBezTo>
                    <a:cubicBezTo>
                      <a:pt x="208739" y="2305774"/>
                      <a:pt x="234258" y="2307044"/>
                      <a:pt x="258360" y="2308314"/>
                    </a:cubicBezTo>
                    <a:cubicBezTo>
                      <a:pt x="300891" y="2309584"/>
                      <a:pt x="342005" y="2309584"/>
                      <a:pt x="384537" y="2310854"/>
                    </a:cubicBezTo>
                    <a:cubicBezTo>
                      <a:pt x="401550" y="2310854"/>
                      <a:pt x="417145" y="2310854"/>
                      <a:pt x="434158" y="2309584"/>
                    </a:cubicBezTo>
                    <a:cubicBezTo>
                      <a:pt x="441246" y="2309584"/>
                      <a:pt x="449753" y="2308314"/>
                      <a:pt x="456842" y="2308314"/>
                    </a:cubicBezTo>
                    <a:cubicBezTo>
                      <a:pt x="485196" y="2309584"/>
                      <a:pt x="1052287" y="2300694"/>
                      <a:pt x="1080642" y="2301964"/>
                    </a:cubicBezTo>
                    <a:cubicBezTo>
                      <a:pt x="1120338" y="2303234"/>
                      <a:pt x="1229504" y="2303234"/>
                      <a:pt x="1269200" y="2303234"/>
                    </a:cubicBezTo>
                    <a:cubicBezTo>
                      <a:pt x="1284795" y="2303234"/>
                      <a:pt x="1298972" y="2301964"/>
                      <a:pt x="1314567" y="2301964"/>
                    </a:cubicBezTo>
                    <a:lnTo>
                      <a:pt x="1391125" y="2305774"/>
                    </a:lnTo>
                    <a:cubicBezTo>
                      <a:pt x="1446416" y="2308314"/>
                      <a:pt x="1500290" y="2305774"/>
                      <a:pt x="1555581" y="2309584"/>
                    </a:cubicBezTo>
                    <a:cubicBezTo>
                      <a:pt x="1647734" y="2314664"/>
                      <a:pt x="1741304" y="2308314"/>
                      <a:pt x="1828843" y="2313394"/>
                    </a:cubicBezTo>
                    <a:cubicBezTo>
                      <a:pt x="1849163" y="2314664"/>
                      <a:pt x="1869483" y="2313394"/>
                      <a:pt x="1892343" y="2313394"/>
                    </a:cubicBezTo>
                    <a:lnTo>
                      <a:pt x="1892343" y="2253704"/>
                    </a:lnTo>
                    <a:cubicBezTo>
                      <a:pt x="1891073" y="2174915"/>
                      <a:pt x="1889803" y="2090381"/>
                      <a:pt x="1889803" y="2000563"/>
                    </a:cubicBezTo>
                    <a:cubicBezTo>
                      <a:pt x="1889803" y="1896656"/>
                      <a:pt x="1893613" y="1790988"/>
                      <a:pt x="1887263" y="1687081"/>
                    </a:cubicBezTo>
                    <a:cubicBezTo>
                      <a:pt x="1879643" y="1618397"/>
                      <a:pt x="1868213" y="264083"/>
                      <a:pt x="1868213" y="195399"/>
                    </a:cubicBezTo>
                    <a:cubicBezTo>
                      <a:pt x="1865673" y="147848"/>
                      <a:pt x="1864403" y="98536"/>
                      <a:pt x="1861863" y="50986"/>
                    </a:cubicBezTo>
                    <a:cubicBezTo>
                      <a:pt x="1861863" y="36897"/>
                      <a:pt x="1860593" y="22808"/>
                      <a:pt x="1859323" y="5644"/>
                    </a:cubicBezTo>
                    <a:cubicBezTo>
                      <a:pt x="1849163" y="3104"/>
                      <a:pt x="1840273" y="1834"/>
                      <a:pt x="1830113" y="564"/>
                    </a:cubicBezTo>
                    <a:cubicBezTo>
                      <a:pt x="1822493" y="-706"/>
                      <a:pt x="1814873" y="564"/>
                      <a:pt x="1808523" y="564"/>
                    </a:cubicBezTo>
                    <a:lnTo>
                      <a:pt x="6004" y="5644"/>
                    </a:lnTo>
                    <a:lnTo>
                      <a:pt x="649" y="2284184"/>
                    </a:lnTo>
                    <a:close/>
                  </a:path>
                </a:pathLst>
              </a:custGeom>
              <a:solidFill>
                <a:srgbClr val="678AE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1430" y="16510"/>
                <a:ext cx="1871374" cy="2305210"/>
              </a:xfrm>
              <a:custGeom>
                <a:avLst/>
                <a:gdLst/>
                <a:ahLst/>
                <a:cxnLst/>
                <a:rect l="l" t="t" r="r" b="b"/>
                <a:pathLst>
                  <a:path w="1871374" h="2305210">
                    <a:moveTo>
                      <a:pt x="1871374" y="2305210"/>
                    </a:moveTo>
                    <a:lnTo>
                      <a:pt x="0" y="2297590"/>
                    </a:lnTo>
                    <a:lnTo>
                      <a:pt x="0" y="815786"/>
                    </a:lnTo>
                    <a:lnTo>
                      <a:pt x="7620" y="20320"/>
                    </a:lnTo>
                    <a:lnTo>
                      <a:pt x="931987" y="0"/>
                    </a:lnTo>
                    <a:lnTo>
                      <a:pt x="1849784" y="8890"/>
                    </a:ln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-215" y="0"/>
                <a:ext cx="1895718" cy="2331175"/>
              </a:xfrm>
              <a:custGeom>
                <a:avLst/>
                <a:gdLst/>
                <a:ahLst/>
                <a:cxnLst/>
                <a:rect l="l" t="t" r="r" b="b"/>
                <a:pathLst>
                  <a:path w="1895718" h="2331175">
                    <a:moveTo>
                      <a:pt x="1862699" y="21590"/>
                    </a:moveTo>
                    <a:cubicBezTo>
                      <a:pt x="1863969" y="34290"/>
                      <a:pt x="1863969" y="44450"/>
                      <a:pt x="1865239" y="55636"/>
                    </a:cubicBezTo>
                    <a:cubicBezTo>
                      <a:pt x="1867779" y="103186"/>
                      <a:pt x="1869049" y="152498"/>
                      <a:pt x="1871589" y="200049"/>
                    </a:cubicBezTo>
                    <a:cubicBezTo>
                      <a:pt x="1871589" y="268733"/>
                      <a:pt x="1884289" y="1623046"/>
                      <a:pt x="1890639" y="1691731"/>
                    </a:cubicBezTo>
                    <a:cubicBezTo>
                      <a:pt x="1896989" y="1795638"/>
                      <a:pt x="1893179" y="1901306"/>
                      <a:pt x="1893179" y="2005213"/>
                    </a:cubicBezTo>
                    <a:cubicBezTo>
                      <a:pt x="1893179" y="2096792"/>
                      <a:pt x="1894449" y="2181326"/>
                      <a:pt x="1895719" y="2270920"/>
                    </a:cubicBezTo>
                    <a:lnTo>
                      <a:pt x="1895719" y="2330610"/>
                    </a:lnTo>
                    <a:cubicBezTo>
                      <a:pt x="1872859" y="2330610"/>
                      <a:pt x="1852539" y="2331880"/>
                      <a:pt x="1832219" y="2330610"/>
                    </a:cubicBezTo>
                    <a:cubicBezTo>
                      <a:pt x="1740395" y="2325530"/>
                      <a:pt x="1646825" y="2331880"/>
                      <a:pt x="1554673" y="2326800"/>
                    </a:cubicBezTo>
                    <a:cubicBezTo>
                      <a:pt x="1499382" y="2322990"/>
                      <a:pt x="1445508" y="2325530"/>
                      <a:pt x="1390216" y="2322990"/>
                    </a:cubicBezTo>
                    <a:lnTo>
                      <a:pt x="1313659" y="2319180"/>
                    </a:lnTo>
                    <a:cubicBezTo>
                      <a:pt x="1298064" y="2319180"/>
                      <a:pt x="1283887" y="2320450"/>
                      <a:pt x="1268292" y="2320450"/>
                    </a:cubicBezTo>
                    <a:cubicBezTo>
                      <a:pt x="1228595" y="2319180"/>
                      <a:pt x="1119430" y="2320450"/>
                      <a:pt x="1079734" y="2319180"/>
                    </a:cubicBezTo>
                    <a:cubicBezTo>
                      <a:pt x="1051379" y="2317910"/>
                      <a:pt x="484288" y="2326800"/>
                      <a:pt x="455933" y="2325530"/>
                    </a:cubicBezTo>
                    <a:cubicBezTo>
                      <a:pt x="448845" y="2325530"/>
                      <a:pt x="440338" y="2326800"/>
                      <a:pt x="433250" y="2326800"/>
                    </a:cubicBezTo>
                    <a:cubicBezTo>
                      <a:pt x="416237" y="2326800"/>
                      <a:pt x="400642" y="2328070"/>
                      <a:pt x="383629" y="2328070"/>
                    </a:cubicBezTo>
                    <a:cubicBezTo>
                      <a:pt x="341097" y="2328070"/>
                      <a:pt x="299983" y="2326800"/>
                      <a:pt x="257451" y="2325530"/>
                    </a:cubicBezTo>
                    <a:cubicBezTo>
                      <a:pt x="231932" y="2324260"/>
                      <a:pt x="206413" y="2322990"/>
                      <a:pt x="182312" y="2321720"/>
                    </a:cubicBezTo>
                    <a:cubicBezTo>
                      <a:pt x="136944" y="2320450"/>
                      <a:pt x="91577" y="2319180"/>
                      <a:pt x="44792" y="2319180"/>
                    </a:cubicBezTo>
                    <a:cubicBezTo>
                      <a:pt x="34505" y="2319180"/>
                      <a:pt x="25615" y="2319180"/>
                      <a:pt x="15455" y="2317910"/>
                    </a:cubicBezTo>
                    <a:cubicBezTo>
                      <a:pt x="6565" y="2316640"/>
                      <a:pt x="1485" y="2310290"/>
                      <a:pt x="4025" y="2301400"/>
                    </a:cubicBezTo>
                    <a:cubicBezTo>
                      <a:pt x="12915" y="2269383"/>
                      <a:pt x="9105" y="2225355"/>
                      <a:pt x="7835" y="2179565"/>
                    </a:cubicBezTo>
                    <a:cubicBezTo>
                      <a:pt x="6565" y="2086225"/>
                      <a:pt x="2755" y="1994646"/>
                      <a:pt x="4025" y="1901306"/>
                    </a:cubicBezTo>
                    <a:cubicBezTo>
                      <a:pt x="1485" y="1785071"/>
                      <a:pt x="-3595" y="346223"/>
                      <a:pt x="4025" y="228227"/>
                    </a:cubicBezTo>
                    <a:cubicBezTo>
                      <a:pt x="5295" y="205332"/>
                      <a:pt x="4025" y="180676"/>
                      <a:pt x="5295" y="157781"/>
                    </a:cubicBezTo>
                    <a:cubicBezTo>
                      <a:pt x="6565" y="120798"/>
                      <a:pt x="9105" y="80291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6134" y="30480"/>
                      <a:pt x="78818" y="29210"/>
                    </a:cubicBezTo>
                    <a:cubicBezTo>
                      <a:pt x="117096" y="25400"/>
                      <a:pt x="155375" y="22860"/>
                      <a:pt x="195071" y="20320"/>
                    </a:cubicBezTo>
                    <a:cubicBezTo>
                      <a:pt x="222008" y="17780"/>
                      <a:pt x="248945" y="16510"/>
                      <a:pt x="274464" y="13970"/>
                    </a:cubicBezTo>
                    <a:cubicBezTo>
                      <a:pt x="299983" y="11430"/>
                      <a:pt x="326920" y="8890"/>
                      <a:pt x="352439" y="8890"/>
                    </a:cubicBezTo>
                    <a:cubicBezTo>
                      <a:pt x="380794" y="7620"/>
                      <a:pt x="409148" y="10160"/>
                      <a:pt x="437503" y="8890"/>
                    </a:cubicBezTo>
                    <a:cubicBezTo>
                      <a:pt x="472946" y="8890"/>
                      <a:pt x="1115177" y="6350"/>
                      <a:pt x="1150620" y="5080"/>
                    </a:cubicBezTo>
                    <a:cubicBezTo>
                      <a:pt x="1184646" y="3810"/>
                      <a:pt x="1218671" y="2540"/>
                      <a:pt x="1254115" y="2540"/>
                    </a:cubicBezTo>
                    <a:cubicBezTo>
                      <a:pt x="1312241" y="1270"/>
                      <a:pt x="1368951" y="0"/>
                      <a:pt x="1427077" y="0"/>
                    </a:cubicBezTo>
                    <a:cubicBezTo>
                      <a:pt x="1451179" y="0"/>
                      <a:pt x="1476698" y="2540"/>
                      <a:pt x="1500799" y="2540"/>
                    </a:cubicBezTo>
                    <a:cubicBezTo>
                      <a:pt x="1567433" y="3810"/>
                      <a:pt x="1635483" y="5080"/>
                      <a:pt x="1702117" y="7620"/>
                    </a:cubicBezTo>
                    <a:cubicBezTo>
                      <a:pt x="1737560" y="8890"/>
                      <a:pt x="1773003" y="12700"/>
                      <a:pt x="1808446" y="16510"/>
                    </a:cubicBezTo>
                    <a:lnTo>
                      <a:pt x="1832219" y="16510"/>
                    </a:lnTo>
                    <a:cubicBezTo>
                      <a:pt x="1843649" y="17780"/>
                      <a:pt x="1852539" y="20320"/>
                      <a:pt x="1862699" y="21590"/>
                    </a:cubicBezTo>
                    <a:close/>
                    <a:moveTo>
                      <a:pt x="1872859" y="2314100"/>
                    </a:moveTo>
                    <a:cubicBezTo>
                      <a:pt x="1874129" y="2297590"/>
                      <a:pt x="1875399" y="2284890"/>
                      <a:pt x="1875399" y="2272190"/>
                    </a:cubicBezTo>
                    <a:cubicBezTo>
                      <a:pt x="1874129" y="2172521"/>
                      <a:pt x="1872859" y="2079181"/>
                      <a:pt x="1872859" y="1978796"/>
                    </a:cubicBezTo>
                    <a:cubicBezTo>
                      <a:pt x="1872859" y="1933006"/>
                      <a:pt x="1875399" y="1887217"/>
                      <a:pt x="1874129" y="1841427"/>
                    </a:cubicBezTo>
                    <a:cubicBezTo>
                      <a:pt x="1874129" y="1799160"/>
                      <a:pt x="1872859" y="1755132"/>
                      <a:pt x="1871589" y="1712864"/>
                    </a:cubicBezTo>
                    <a:cubicBezTo>
                      <a:pt x="1866509" y="1647702"/>
                      <a:pt x="1855079" y="298672"/>
                      <a:pt x="1855079" y="233510"/>
                    </a:cubicBezTo>
                    <a:cubicBezTo>
                      <a:pt x="1852539" y="178915"/>
                      <a:pt x="1849999" y="122559"/>
                      <a:pt x="1847459" y="67964"/>
                    </a:cubicBezTo>
                    <a:cubicBezTo>
                      <a:pt x="1846189" y="44450"/>
                      <a:pt x="1844919" y="43180"/>
                      <a:pt x="1828295" y="41910"/>
                    </a:cubicBezTo>
                    <a:cubicBezTo>
                      <a:pt x="1824041" y="41910"/>
                      <a:pt x="1821206" y="41910"/>
                      <a:pt x="1816953" y="40640"/>
                    </a:cubicBezTo>
                    <a:cubicBezTo>
                      <a:pt x="1781510" y="36830"/>
                      <a:pt x="1744649" y="31750"/>
                      <a:pt x="1709205" y="30480"/>
                    </a:cubicBezTo>
                    <a:cubicBezTo>
                      <a:pt x="1622724" y="26670"/>
                      <a:pt x="1534825" y="25400"/>
                      <a:pt x="1448343" y="22860"/>
                    </a:cubicBezTo>
                    <a:lnTo>
                      <a:pt x="1346267" y="22860"/>
                    </a:lnTo>
                    <a:cubicBezTo>
                      <a:pt x="1300900" y="22860"/>
                      <a:pt x="1255532" y="22860"/>
                      <a:pt x="1211583" y="24130"/>
                    </a:cubicBezTo>
                    <a:cubicBezTo>
                      <a:pt x="1173304" y="25400"/>
                      <a:pt x="528238" y="29210"/>
                      <a:pt x="489959" y="29210"/>
                    </a:cubicBezTo>
                    <a:cubicBezTo>
                      <a:pt x="427579" y="29210"/>
                      <a:pt x="365199" y="26670"/>
                      <a:pt x="302819" y="33020"/>
                    </a:cubicBezTo>
                    <a:cubicBezTo>
                      <a:pt x="270211" y="36830"/>
                      <a:pt x="239021" y="36830"/>
                      <a:pt x="207831" y="38100"/>
                    </a:cubicBezTo>
                    <a:cubicBezTo>
                      <a:pt x="153957" y="41910"/>
                      <a:pt x="100084" y="45720"/>
                      <a:pt x="46210" y="50800"/>
                    </a:cubicBezTo>
                    <a:cubicBezTo>
                      <a:pt x="33235" y="50800"/>
                      <a:pt x="30695" y="53874"/>
                      <a:pt x="29425" y="75008"/>
                    </a:cubicBezTo>
                    <a:cubicBezTo>
                      <a:pt x="28155" y="106709"/>
                      <a:pt x="28155" y="138409"/>
                      <a:pt x="26885" y="170109"/>
                    </a:cubicBezTo>
                    <a:cubicBezTo>
                      <a:pt x="25615" y="222944"/>
                      <a:pt x="23075" y="274016"/>
                      <a:pt x="21805" y="326851"/>
                    </a:cubicBezTo>
                    <a:cubicBezTo>
                      <a:pt x="16725" y="383207"/>
                      <a:pt x="23075" y="1760415"/>
                      <a:pt x="25615" y="1816771"/>
                    </a:cubicBezTo>
                    <a:cubicBezTo>
                      <a:pt x="25615" y="1876650"/>
                      <a:pt x="25615" y="1938290"/>
                      <a:pt x="26885" y="1998168"/>
                    </a:cubicBezTo>
                    <a:cubicBezTo>
                      <a:pt x="26885" y="2042197"/>
                      <a:pt x="29425" y="2086225"/>
                      <a:pt x="29425" y="2130253"/>
                    </a:cubicBezTo>
                    <a:cubicBezTo>
                      <a:pt x="29425" y="2177804"/>
                      <a:pt x="29425" y="2225355"/>
                      <a:pt x="28155" y="2272190"/>
                    </a:cubicBezTo>
                    <a:lnTo>
                      <a:pt x="28155" y="2282350"/>
                    </a:lnTo>
                    <a:cubicBezTo>
                      <a:pt x="28155" y="2292510"/>
                      <a:pt x="31965" y="2296320"/>
                      <a:pt x="40855" y="2296320"/>
                    </a:cubicBezTo>
                    <a:cubicBezTo>
                      <a:pt x="58969" y="2296320"/>
                      <a:pt x="78818" y="2297590"/>
                      <a:pt x="97248" y="2297590"/>
                    </a:cubicBezTo>
                    <a:cubicBezTo>
                      <a:pt x="124185" y="2297590"/>
                      <a:pt x="152539" y="2295050"/>
                      <a:pt x="179476" y="2297590"/>
                    </a:cubicBezTo>
                    <a:cubicBezTo>
                      <a:pt x="223426" y="2301400"/>
                      <a:pt x="267375" y="2303940"/>
                      <a:pt x="311325" y="2302670"/>
                    </a:cubicBezTo>
                    <a:cubicBezTo>
                      <a:pt x="339680" y="2301400"/>
                      <a:pt x="366616" y="2303940"/>
                      <a:pt x="394971" y="2303940"/>
                    </a:cubicBezTo>
                    <a:cubicBezTo>
                      <a:pt x="436085" y="2303940"/>
                      <a:pt x="477199" y="2302670"/>
                      <a:pt x="518313" y="2303940"/>
                    </a:cubicBezTo>
                    <a:cubicBezTo>
                      <a:pt x="579276" y="2305210"/>
                      <a:pt x="1248444" y="2295050"/>
                      <a:pt x="1310824" y="2297590"/>
                    </a:cubicBezTo>
                    <a:cubicBezTo>
                      <a:pt x="1337761" y="2298860"/>
                      <a:pt x="1364697" y="2300130"/>
                      <a:pt x="1390216" y="2300130"/>
                    </a:cubicBezTo>
                    <a:cubicBezTo>
                      <a:pt x="1437002" y="2302670"/>
                      <a:pt x="1482369" y="2298860"/>
                      <a:pt x="1529154" y="2302670"/>
                    </a:cubicBezTo>
                    <a:cubicBezTo>
                      <a:pt x="1567433" y="2305210"/>
                      <a:pt x="1605711" y="2305210"/>
                      <a:pt x="1643990" y="2307750"/>
                    </a:cubicBezTo>
                    <a:cubicBezTo>
                      <a:pt x="1700699" y="2311560"/>
                      <a:pt x="1757408" y="2314100"/>
                      <a:pt x="1814117" y="2315370"/>
                    </a:cubicBezTo>
                    <a:cubicBezTo>
                      <a:pt x="1834759" y="2315370"/>
                      <a:pt x="1852539" y="2314100"/>
                      <a:pt x="1872859" y="2314100"/>
                    </a:cubicBez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52994" y="339778"/>
              <a:ext cx="10702658" cy="12951767"/>
            </a:xfrm>
            <a:custGeom>
              <a:avLst/>
              <a:gdLst/>
              <a:ahLst/>
              <a:cxnLst/>
              <a:rect l="l" t="t" r="r" b="b"/>
              <a:pathLst>
                <a:path w="10702658" h="12951767">
                  <a:moveTo>
                    <a:pt x="0" y="0"/>
                  </a:moveTo>
                  <a:lnTo>
                    <a:pt x="10702657" y="0"/>
                  </a:lnTo>
                  <a:lnTo>
                    <a:pt x="10702657" y="12951767"/>
                  </a:lnTo>
                  <a:lnTo>
                    <a:pt x="0" y="1295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" y="728123"/>
            <a:ext cx="4441012" cy="103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Topología del proyecto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3751" y="3806643"/>
            <a:ext cx="7867605" cy="2673714"/>
            <a:chOff x="0" y="0"/>
            <a:chExt cx="5628417" cy="1912752"/>
          </a:xfrm>
        </p:grpSpPr>
        <p:sp>
          <p:nvSpPr>
            <p:cNvPr id="17" name="Freeform 17"/>
            <p:cNvSpPr/>
            <p:nvPr/>
          </p:nvSpPr>
          <p:spPr>
            <a:xfrm>
              <a:off x="40068" y="45156"/>
              <a:ext cx="5588348" cy="1866891"/>
            </a:xfrm>
            <a:custGeom>
              <a:avLst/>
              <a:gdLst/>
              <a:ahLst/>
              <a:cxnLst/>
              <a:rect l="l" t="t" r="r" b="b"/>
              <a:pathLst>
                <a:path w="5588348" h="1866891">
                  <a:moveTo>
                    <a:pt x="572" y="1837116"/>
                  </a:moveTo>
                  <a:cubicBezTo>
                    <a:pt x="-1968" y="1846006"/>
                    <a:pt x="3112" y="1852356"/>
                    <a:pt x="33146" y="1853626"/>
                  </a:cubicBezTo>
                  <a:cubicBezTo>
                    <a:pt x="67962" y="1854896"/>
                    <a:pt x="98426" y="1854896"/>
                    <a:pt x="133241" y="1854896"/>
                  </a:cubicBezTo>
                  <a:cubicBezTo>
                    <a:pt x="272505" y="1856166"/>
                    <a:pt x="411769" y="1856166"/>
                    <a:pt x="555384" y="1857436"/>
                  </a:cubicBezTo>
                  <a:cubicBezTo>
                    <a:pt x="633720" y="1858706"/>
                    <a:pt x="712055" y="1859976"/>
                    <a:pt x="786039" y="1861246"/>
                  </a:cubicBezTo>
                  <a:cubicBezTo>
                    <a:pt x="916599" y="1862516"/>
                    <a:pt x="1042806" y="1862516"/>
                    <a:pt x="1173366" y="1863786"/>
                  </a:cubicBezTo>
                  <a:cubicBezTo>
                    <a:pt x="1225590" y="1863786"/>
                    <a:pt x="1273462" y="1863786"/>
                    <a:pt x="1325685" y="1862516"/>
                  </a:cubicBezTo>
                  <a:cubicBezTo>
                    <a:pt x="1347445" y="1862516"/>
                    <a:pt x="1373557" y="1861246"/>
                    <a:pt x="1395317" y="1861246"/>
                  </a:cubicBezTo>
                  <a:cubicBezTo>
                    <a:pt x="1482357" y="1862516"/>
                    <a:pt x="3223151" y="1853626"/>
                    <a:pt x="3310191" y="1854896"/>
                  </a:cubicBezTo>
                  <a:cubicBezTo>
                    <a:pt x="3432046" y="1856166"/>
                    <a:pt x="3767149" y="1856166"/>
                    <a:pt x="3889005" y="1856166"/>
                  </a:cubicBezTo>
                  <a:cubicBezTo>
                    <a:pt x="3936877" y="1856166"/>
                    <a:pt x="3980397" y="1854896"/>
                    <a:pt x="4028269" y="1854896"/>
                  </a:cubicBezTo>
                  <a:lnTo>
                    <a:pt x="4263276" y="1858706"/>
                  </a:lnTo>
                  <a:cubicBezTo>
                    <a:pt x="4433003" y="1861246"/>
                    <a:pt x="4598378" y="1858706"/>
                    <a:pt x="4768106" y="1862516"/>
                  </a:cubicBezTo>
                  <a:cubicBezTo>
                    <a:pt x="5050985" y="1867596"/>
                    <a:pt x="5338216" y="1861246"/>
                    <a:pt x="5524849" y="1866326"/>
                  </a:cubicBezTo>
                  <a:cubicBezTo>
                    <a:pt x="5545169" y="1867596"/>
                    <a:pt x="5565489" y="1866326"/>
                    <a:pt x="5588349" y="1866326"/>
                  </a:cubicBezTo>
                  <a:lnTo>
                    <a:pt x="5588349" y="1806636"/>
                  </a:lnTo>
                  <a:cubicBezTo>
                    <a:pt x="5587079" y="1737978"/>
                    <a:pt x="5585809" y="1670479"/>
                    <a:pt x="5585809" y="1598762"/>
                  </a:cubicBezTo>
                  <a:cubicBezTo>
                    <a:pt x="5585809" y="1515796"/>
                    <a:pt x="5589619" y="1431423"/>
                    <a:pt x="5583269" y="1348456"/>
                  </a:cubicBezTo>
                  <a:cubicBezTo>
                    <a:pt x="5575649" y="1293614"/>
                    <a:pt x="5564219" y="212233"/>
                    <a:pt x="5564219" y="157391"/>
                  </a:cubicBezTo>
                  <a:cubicBezTo>
                    <a:pt x="5561679" y="119423"/>
                    <a:pt x="5560409" y="80049"/>
                    <a:pt x="5557869" y="42081"/>
                  </a:cubicBezTo>
                  <a:cubicBezTo>
                    <a:pt x="5557869" y="30832"/>
                    <a:pt x="5556599" y="19582"/>
                    <a:pt x="5555329" y="5644"/>
                  </a:cubicBezTo>
                  <a:cubicBezTo>
                    <a:pt x="5545169" y="3104"/>
                    <a:pt x="5536279" y="1834"/>
                    <a:pt x="5526119" y="564"/>
                  </a:cubicBezTo>
                  <a:cubicBezTo>
                    <a:pt x="5518499" y="-706"/>
                    <a:pt x="5510879" y="564"/>
                    <a:pt x="5504529" y="564"/>
                  </a:cubicBezTo>
                  <a:lnTo>
                    <a:pt x="11386" y="5644"/>
                  </a:lnTo>
                  <a:lnTo>
                    <a:pt x="572" y="1837116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430" y="16510"/>
              <a:ext cx="5567457" cy="1858142"/>
            </a:xfrm>
            <a:custGeom>
              <a:avLst/>
              <a:gdLst/>
              <a:ahLst/>
              <a:cxnLst/>
              <a:rect l="l" t="t" r="r" b="b"/>
              <a:pathLst>
                <a:path w="5567457" h="1858142">
                  <a:moveTo>
                    <a:pt x="5567457" y="1858142"/>
                  </a:moveTo>
                  <a:lnTo>
                    <a:pt x="0" y="1850522"/>
                  </a:lnTo>
                  <a:lnTo>
                    <a:pt x="0" y="658526"/>
                  </a:lnTo>
                  <a:lnTo>
                    <a:pt x="7620" y="20320"/>
                  </a:lnTo>
                  <a:lnTo>
                    <a:pt x="2794831" y="0"/>
                  </a:lnTo>
                  <a:lnTo>
                    <a:pt x="5545867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-215" y="0"/>
              <a:ext cx="5591802" cy="1884106"/>
            </a:xfrm>
            <a:custGeom>
              <a:avLst/>
              <a:gdLst/>
              <a:ahLst/>
              <a:cxnLst/>
              <a:rect l="l" t="t" r="r" b="b"/>
              <a:pathLst>
                <a:path w="5591802" h="1884106">
                  <a:moveTo>
                    <a:pt x="5558782" y="21590"/>
                  </a:moveTo>
                  <a:cubicBezTo>
                    <a:pt x="5560052" y="34290"/>
                    <a:pt x="5560052" y="44450"/>
                    <a:pt x="5561322" y="54894"/>
                  </a:cubicBezTo>
                  <a:cubicBezTo>
                    <a:pt x="5563862" y="92862"/>
                    <a:pt x="5565132" y="132236"/>
                    <a:pt x="5567672" y="170204"/>
                  </a:cubicBezTo>
                  <a:cubicBezTo>
                    <a:pt x="5567672" y="225047"/>
                    <a:pt x="5580372" y="1306427"/>
                    <a:pt x="5586722" y="1361269"/>
                  </a:cubicBezTo>
                  <a:cubicBezTo>
                    <a:pt x="5593072" y="1444236"/>
                    <a:pt x="5589262" y="1528609"/>
                    <a:pt x="5589262" y="1611575"/>
                  </a:cubicBezTo>
                  <a:cubicBezTo>
                    <a:pt x="5589262" y="1684699"/>
                    <a:pt x="5590532" y="1752197"/>
                    <a:pt x="5591802" y="1823852"/>
                  </a:cubicBezTo>
                  <a:lnTo>
                    <a:pt x="5591802" y="1883542"/>
                  </a:lnTo>
                  <a:cubicBezTo>
                    <a:pt x="5568942" y="1883542"/>
                    <a:pt x="5548622" y="1884812"/>
                    <a:pt x="5528302" y="1883542"/>
                  </a:cubicBezTo>
                  <a:cubicBezTo>
                    <a:pt x="5252291" y="1878462"/>
                    <a:pt x="4965060" y="1884812"/>
                    <a:pt x="4682181" y="1879732"/>
                  </a:cubicBezTo>
                  <a:cubicBezTo>
                    <a:pt x="4512454" y="1875922"/>
                    <a:pt x="4347079" y="1878462"/>
                    <a:pt x="4177351" y="1875922"/>
                  </a:cubicBezTo>
                  <a:lnTo>
                    <a:pt x="3942344" y="1872112"/>
                  </a:lnTo>
                  <a:cubicBezTo>
                    <a:pt x="3894472" y="1872112"/>
                    <a:pt x="3850952" y="1873382"/>
                    <a:pt x="3803080" y="1873382"/>
                  </a:cubicBezTo>
                  <a:cubicBezTo>
                    <a:pt x="3681225" y="1872112"/>
                    <a:pt x="3346122" y="1873382"/>
                    <a:pt x="3224266" y="1872112"/>
                  </a:cubicBezTo>
                  <a:cubicBezTo>
                    <a:pt x="3137226" y="1870842"/>
                    <a:pt x="1396432" y="1879732"/>
                    <a:pt x="1309393" y="1878462"/>
                  </a:cubicBezTo>
                  <a:cubicBezTo>
                    <a:pt x="1287633" y="1878462"/>
                    <a:pt x="1261521" y="1879732"/>
                    <a:pt x="1239761" y="1879732"/>
                  </a:cubicBezTo>
                  <a:cubicBezTo>
                    <a:pt x="1187537" y="1879732"/>
                    <a:pt x="1139665" y="1881002"/>
                    <a:pt x="1087441" y="1881002"/>
                  </a:cubicBezTo>
                  <a:cubicBezTo>
                    <a:pt x="956882" y="1881002"/>
                    <a:pt x="830674" y="1879732"/>
                    <a:pt x="700115" y="1878462"/>
                  </a:cubicBezTo>
                  <a:cubicBezTo>
                    <a:pt x="621779" y="1877192"/>
                    <a:pt x="543443" y="1875922"/>
                    <a:pt x="469459" y="1874652"/>
                  </a:cubicBezTo>
                  <a:cubicBezTo>
                    <a:pt x="330196" y="1873382"/>
                    <a:pt x="190932" y="1872112"/>
                    <a:pt x="47317" y="1872112"/>
                  </a:cubicBezTo>
                  <a:cubicBezTo>
                    <a:pt x="34505" y="1872112"/>
                    <a:pt x="25615" y="1872112"/>
                    <a:pt x="15455" y="1870842"/>
                  </a:cubicBezTo>
                  <a:cubicBezTo>
                    <a:pt x="6565" y="1869572"/>
                    <a:pt x="1485" y="1863222"/>
                    <a:pt x="4025" y="1854332"/>
                  </a:cubicBezTo>
                  <a:cubicBezTo>
                    <a:pt x="12915" y="1822508"/>
                    <a:pt x="9105" y="1787352"/>
                    <a:pt x="7835" y="1750791"/>
                  </a:cubicBezTo>
                  <a:cubicBezTo>
                    <a:pt x="6565" y="1676261"/>
                    <a:pt x="2755" y="1603138"/>
                    <a:pt x="4025" y="1528609"/>
                  </a:cubicBezTo>
                  <a:cubicBezTo>
                    <a:pt x="1485" y="1435798"/>
                    <a:pt x="-3595" y="286920"/>
                    <a:pt x="4025" y="192704"/>
                  </a:cubicBezTo>
                  <a:cubicBezTo>
                    <a:pt x="5295" y="174423"/>
                    <a:pt x="4025" y="154736"/>
                    <a:pt x="5295" y="136455"/>
                  </a:cubicBezTo>
                  <a:cubicBezTo>
                    <a:pt x="6565" y="106924"/>
                    <a:pt x="9105" y="7458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2133" y="30480"/>
                    <a:pt x="151765" y="29210"/>
                  </a:cubicBezTo>
                  <a:cubicBezTo>
                    <a:pt x="269268" y="25400"/>
                    <a:pt x="386772" y="22860"/>
                    <a:pt x="508627" y="20320"/>
                  </a:cubicBezTo>
                  <a:cubicBezTo>
                    <a:pt x="591315" y="17780"/>
                    <a:pt x="674003" y="16510"/>
                    <a:pt x="752339" y="13970"/>
                  </a:cubicBezTo>
                  <a:cubicBezTo>
                    <a:pt x="830674" y="11430"/>
                    <a:pt x="913362" y="8890"/>
                    <a:pt x="991698" y="8890"/>
                  </a:cubicBezTo>
                  <a:cubicBezTo>
                    <a:pt x="1078737" y="7620"/>
                    <a:pt x="1165777" y="10160"/>
                    <a:pt x="1252817" y="8890"/>
                  </a:cubicBezTo>
                  <a:cubicBezTo>
                    <a:pt x="1361616" y="8890"/>
                    <a:pt x="3333066" y="6350"/>
                    <a:pt x="3441865" y="5080"/>
                  </a:cubicBezTo>
                  <a:cubicBezTo>
                    <a:pt x="3546313" y="3810"/>
                    <a:pt x="3650761" y="2540"/>
                    <a:pt x="3759560" y="2540"/>
                  </a:cubicBezTo>
                  <a:cubicBezTo>
                    <a:pt x="3937992" y="1270"/>
                    <a:pt x="4112071" y="0"/>
                    <a:pt x="4290503" y="0"/>
                  </a:cubicBezTo>
                  <a:cubicBezTo>
                    <a:pt x="4364487" y="0"/>
                    <a:pt x="4442822" y="2540"/>
                    <a:pt x="4516806" y="2540"/>
                  </a:cubicBezTo>
                  <a:cubicBezTo>
                    <a:pt x="4721349" y="3810"/>
                    <a:pt x="4930244" y="5080"/>
                    <a:pt x="5134788" y="7620"/>
                  </a:cubicBezTo>
                  <a:cubicBezTo>
                    <a:pt x="5243588" y="8890"/>
                    <a:pt x="5352387" y="12700"/>
                    <a:pt x="5461187" y="16510"/>
                  </a:cubicBezTo>
                  <a:lnTo>
                    <a:pt x="5528302" y="16510"/>
                  </a:lnTo>
                  <a:cubicBezTo>
                    <a:pt x="5539732" y="17780"/>
                    <a:pt x="5548622" y="20320"/>
                    <a:pt x="5558782" y="21590"/>
                  </a:cubicBezTo>
                  <a:close/>
                  <a:moveTo>
                    <a:pt x="5568942" y="1867032"/>
                  </a:moveTo>
                  <a:cubicBezTo>
                    <a:pt x="5570212" y="1850522"/>
                    <a:pt x="5571482" y="1837822"/>
                    <a:pt x="5571482" y="1825122"/>
                  </a:cubicBezTo>
                  <a:cubicBezTo>
                    <a:pt x="5570212" y="1745166"/>
                    <a:pt x="5568942" y="1670637"/>
                    <a:pt x="5568942" y="1590482"/>
                  </a:cubicBezTo>
                  <a:cubicBezTo>
                    <a:pt x="5568942" y="1553921"/>
                    <a:pt x="5571482" y="1517359"/>
                    <a:pt x="5570212" y="1480797"/>
                  </a:cubicBezTo>
                  <a:cubicBezTo>
                    <a:pt x="5570212" y="1447048"/>
                    <a:pt x="5568942" y="1411893"/>
                    <a:pt x="5567672" y="1378144"/>
                  </a:cubicBezTo>
                  <a:cubicBezTo>
                    <a:pt x="5562592" y="1326114"/>
                    <a:pt x="5551162" y="248952"/>
                    <a:pt x="5551162" y="196922"/>
                  </a:cubicBezTo>
                  <a:cubicBezTo>
                    <a:pt x="5548622" y="153330"/>
                    <a:pt x="5546082" y="108331"/>
                    <a:pt x="5543542" y="64738"/>
                  </a:cubicBezTo>
                  <a:cubicBezTo>
                    <a:pt x="5542272" y="44450"/>
                    <a:pt x="5541002" y="43180"/>
                    <a:pt x="5522115" y="41910"/>
                  </a:cubicBezTo>
                  <a:cubicBezTo>
                    <a:pt x="5509059" y="41910"/>
                    <a:pt x="5500355" y="41910"/>
                    <a:pt x="5487299" y="40640"/>
                  </a:cubicBezTo>
                  <a:cubicBezTo>
                    <a:pt x="5378499" y="36830"/>
                    <a:pt x="5265347" y="31750"/>
                    <a:pt x="5156548" y="30480"/>
                  </a:cubicBezTo>
                  <a:cubicBezTo>
                    <a:pt x="4891077" y="26670"/>
                    <a:pt x="4621253" y="25400"/>
                    <a:pt x="4355782" y="22860"/>
                  </a:cubicBezTo>
                  <a:lnTo>
                    <a:pt x="4042440" y="22860"/>
                  </a:lnTo>
                  <a:cubicBezTo>
                    <a:pt x="3903176" y="22860"/>
                    <a:pt x="3763912" y="22860"/>
                    <a:pt x="3629001" y="24130"/>
                  </a:cubicBezTo>
                  <a:cubicBezTo>
                    <a:pt x="3511497" y="25400"/>
                    <a:pt x="1531344" y="29210"/>
                    <a:pt x="1413840" y="29210"/>
                  </a:cubicBezTo>
                  <a:cubicBezTo>
                    <a:pt x="1222353" y="29210"/>
                    <a:pt x="1030865" y="26670"/>
                    <a:pt x="839378" y="33020"/>
                  </a:cubicBezTo>
                  <a:cubicBezTo>
                    <a:pt x="739283" y="36830"/>
                    <a:pt x="643539" y="36830"/>
                    <a:pt x="547795" y="38100"/>
                  </a:cubicBezTo>
                  <a:cubicBezTo>
                    <a:pt x="382420" y="41910"/>
                    <a:pt x="217044" y="45720"/>
                    <a:pt x="51669" y="50800"/>
                  </a:cubicBezTo>
                  <a:cubicBezTo>
                    <a:pt x="33235" y="50800"/>
                    <a:pt x="30695" y="53488"/>
                    <a:pt x="29425" y="70363"/>
                  </a:cubicBezTo>
                  <a:cubicBezTo>
                    <a:pt x="28155" y="95675"/>
                    <a:pt x="28155" y="120987"/>
                    <a:pt x="26885" y="146299"/>
                  </a:cubicBezTo>
                  <a:cubicBezTo>
                    <a:pt x="25615" y="188485"/>
                    <a:pt x="23075" y="229265"/>
                    <a:pt x="21805" y="271452"/>
                  </a:cubicBezTo>
                  <a:cubicBezTo>
                    <a:pt x="16725" y="316451"/>
                    <a:pt x="23075" y="1416112"/>
                    <a:pt x="25615" y="1461110"/>
                  </a:cubicBezTo>
                  <a:cubicBezTo>
                    <a:pt x="25615" y="1508922"/>
                    <a:pt x="25615" y="1558139"/>
                    <a:pt x="26885" y="1605951"/>
                  </a:cubicBezTo>
                  <a:cubicBezTo>
                    <a:pt x="26885" y="1641106"/>
                    <a:pt x="29425" y="1676261"/>
                    <a:pt x="29425" y="1711417"/>
                  </a:cubicBezTo>
                  <a:cubicBezTo>
                    <a:pt x="29425" y="1749384"/>
                    <a:pt x="29425" y="1787352"/>
                    <a:pt x="28155" y="1825122"/>
                  </a:cubicBezTo>
                  <a:lnTo>
                    <a:pt x="28155" y="1835282"/>
                  </a:lnTo>
                  <a:cubicBezTo>
                    <a:pt x="28155" y="1845442"/>
                    <a:pt x="31965" y="1849252"/>
                    <a:pt x="40855" y="1849252"/>
                  </a:cubicBezTo>
                  <a:cubicBezTo>
                    <a:pt x="90837" y="1849252"/>
                    <a:pt x="151765" y="1850522"/>
                    <a:pt x="208340" y="1850522"/>
                  </a:cubicBezTo>
                  <a:cubicBezTo>
                    <a:pt x="291028" y="1850522"/>
                    <a:pt x="378068" y="1847982"/>
                    <a:pt x="460755" y="1850522"/>
                  </a:cubicBezTo>
                  <a:cubicBezTo>
                    <a:pt x="595667" y="1854332"/>
                    <a:pt x="730579" y="1856872"/>
                    <a:pt x="865490" y="1855602"/>
                  </a:cubicBezTo>
                  <a:cubicBezTo>
                    <a:pt x="952530" y="1854332"/>
                    <a:pt x="1035218" y="1856872"/>
                    <a:pt x="1122257" y="1856872"/>
                  </a:cubicBezTo>
                  <a:cubicBezTo>
                    <a:pt x="1248465" y="1856872"/>
                    <a:pt x="1374672" y="1855602"/>
                    <a:pt x="1500880" y="1856872"/>
                  </a:cubicBezTo>
                  <a:cubicBezTo>
                    <a:pt x="1688015" y="1858142"/>
                    <a:pt x="3742152" y="1847982"/>
                    <a:pt x="3933640" y="1850522"/>
                  </a:cubicBezTo>
                  <a:cubicBezTo>
                    <a:pt x="4016328" y="1851792"/>
                    <a:pt x="4099015" y="1853062"/>
                    <a:pt x="4177351" y="1853062"/>
                  </a:cubicBezTo>
                  <a:cubicBezTo>
                    <a:pt x="4320967" y="1855602"/>
                    <a:pt x="4460230" y="1851792"/>
                    <a:pt x="4603846" y="1855602"/>
                  </a:cubicBezTo>
                  <a:cubicBezTo>
                    <a:pt x="4721349" y="1858142"/>
                    <a:pt x="4838853" y="1858142"/>
                    <a:pt x="4956357" y="1860682"/>
                  </a:cubicBezTo>
                  <a:cubicBezTo>
                    <a:pt x="5130436" y="1864492"/>
                    <a:pt x="5304515" y="1867032"/>
                    <a:pt x="5478595" y="1868302"/>
                  </a:cubicBezTo>
                  <a:cubicBezTo>
                    <a:pt x="5530842" y="1868302"/>
                    <a:pt x="5548622" y="1867032"/>
                    <a:pt x="5568942" y="1867032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6568" y="4366260"/>
            <a:ext cx="7681971" cy="149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arquitectura del sistema corresponde a un modelo web monolítico basado en Django, bajo una estructura cliente-servidor.</a:t>
            </a:r>
          </a:p>
          <a:p>
            <a:pPr algn="ct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usuario accede mediante un navegador; el servidor gestiona la lógica de negocio, la seguridad y la conexión con la base de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613894" y="9187773"/>
            <a:ext cx="3411151" cy="634474"/>
            <a:chOff x="0" y="0"/>
            <a:chExt cx="4548201" cy="8459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49000" y="935540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88748" y="723849"/>
            <a:ext cx="4407450" cy="103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Modelo de 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093" y="4894667"/>
            <a:ext cx="2977894" cy="2423179"/>
            <a:chOff x="0" y="0"/>
            <a:chExt cx="1932334" cy="1572383"/>
          </a:xfrm>
        </p:grpSpPr>
        <p:sp>
          <p:nvSpPr>
            <p:cNvPr id="11" name="Freeform 11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 rot="1658374">
            <a:off x="908031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158660" y="5938378"/>
            <a:ext cx="2424759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cuentas, perfiles y permisos del sistema.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145" y="5368883"/>
            <a:ext cx="2637789" cy="34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Usuarios y Roles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307972" y="4894667"/>
            <a:ext cx="2977894" cy="2423179"/>
            <a:chOff x="0" y="0"/>
            <a:chExt cx="1932334" cy="1572383"/>
          </a:xfrm>
        </p:grpSpPr>
        <p:sp>
          <p:nvSpPr>
            <p:cNvPr id="18" name="Freeform 18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1" name="Freeform 21"/>
          <p:cNvSpPr/>
          <p:nvPr/>
        </p:nvSpPr>
        <p:spPr>
          <a:xfrm rot="1658374">
            <a:off x="4333911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4584540" y="5938378"/>
            <a:ext cx="2424759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 del vehículo, taller asociado y eventos de ingreso/salida.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8024" y="5334372"/>
            <a:ext cx="2637789" cy="34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Vehículos y T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aller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733852" y="4894667"/>
            <a:ext cx="2977894" cy="2423179"/>
            <a:chOff x="0" y="0"/>
            <a:chExt cx="1932334" cy="1572383"/>
          </a:xfrm>
        </p:grpSpPr>
        <p:sp>
          <p:nvSpPr>
            <p:cNvPr id="25" name="Freeform 25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Freeform 28"/>
          <p:cNvSpPr/>
          <p:nvPr/>
        </p:nvSpPr>
        <p:spPr>
          <a:xfrm rot="1658374">
            <a:off x="7759790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7879256" y="5938378"/>
            <a:ext cx="2682250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 completo de la OT: creación, estado, historial, pausas y prioridades.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01487" y="5200984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Órdenes 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 Trabajo (OT)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154897" y="4870228"/>
            <a:ext cx="2977894" cy="2423179"/>
            <a:chOff x="0" y="0"/>
            <a:chExt cx="1932334" cy="1572383"/>
          </a:xfrm>
        </p:grpSpPr>
        <p:sp>
          <p:nvSpPr>
            <p:cNvPr id="32" name="Freeform 32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5" name="Freeform 35"/>
          <p:cNvSpPr/>
          <p:nvPr/>
        </p:nvSpPr>
        <p:spPr>
          <a:xfrm rot="1658374">
            <a:off x="11163476" y="4678546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6" name="TextBox 36"/>
          <p:cNvSpPr txBox="1"/>
          <p:nvPr/>
        </p:nvSpPr>
        <p:spPr>
          <a:xfrm>
            <a:off x="11342363" y="5938378"/>
            <a:ext cx="2602962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8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65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ontrol de stock, movimientos, consumos y costos asociados a las OT.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24949" y="5176545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entario y Repuestos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580777" y="4870228"/>
            <a:ext cx="2977894" cy="2423179"/>
            <a:chOff x="0" y="0"/>
            <a:chExt cx="1932334" cy="1572383"/>
          </a:xfrm>
        </p:grpSpPr>
        <p:sp>
          <p:nvSpPr>
            <p:cNvPr id="39" name="Freeform 39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2" name="Freeform 42"/>
          <p:cNvSpPr/>
          <p:nvPr/>
        </p:nvSpPr>
        <p:spPr>
          <a:xfrm rot="1658374">
            <a:off x="14589356" y="4678546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TextBox 43"/>
          <p:cNvSpPr txBox="1"/>
          <p:nvPr/>
        </p:nvSpPr>
        <p:spPr>
          <a:xfrm>
            <a:off x="14768243" y="5938378"/>
            <a:ext cx="2602962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8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5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lertas automáticas, reportes, documentos y evidencia del proceso.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750829" y="5166473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Notificaciones y Docum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entación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556842" y="2969153"/>
            <a:ext cx="13327079" cy="1374812"/>
            <a:chOff x="0" y="0"/>
            <a:chExt cx="5626467" cy="580422"/>
          </a:xfrm>
        </p:grpSpPr>
        <p:sp>
          <p:nvSpPr>
            <p:cNvPr id="46" name="Freeform 46"/>
            <p:cNvSpPr/>
            <p:nvPr/>
          </p:nvSpPr>
          <p:spPr>
            <a:xfrm>
              <a:off x="1114" y="0"/>
              <a:ext cx="5624620" cy="580422"/>
            </a:xfrm>
            <a:custGeom>
              <a:avLst/>
              <a:gdLst/>
              <a:ahLst/>
              <a:cxnLst/>
              <a:rect l="l" t="t" r="r" b="b"/>
              <a:pathLst>
                <a:path w="5624620" h="580422">
                  <a:moveTo>
                    <a:pt x="1210" y="0"/>
                  </a:moveTo>
                  <a:lnTo>
                    <a:pt x="5419830" y="0"/>
                  </a:lnTo>
                  <a:cubicBezTo>
                    <a:pt x="5421286" y="0"/>
                    <a:pt x="5422651" y="710"/>
                    <a:pt x="5423486" y="1903"/>
                  </a:cubicBezTo>
                  <a:lnTo>
                    <a:pt x="5624020" y="288308"/>
                  </a:lnTo>
                  <a:cubicBezTo>
                    <a:pt x="5624821" y="289451"/>
                    <a:pt x="5624821" y="290972"/>
                    <a:pt x="5624020" y="292115"/>
                  </a:cubicBezTo>
                  <a:lnTo>
                    <a:pt x="5423486" y="578519"/>
                  </a:lnTo>
                  <a:cubicBezTo>
                    <a:pt x="5422651" y="579712"/>
                    <a:pt x="5421286" y="580422"/>
                    <a:pt x="5419830" y="580422"/>
                  </a:cubicBezTo>
                  <a:lnTo>
                    <a:pt x="1210" y="580422"/>
                  </a:lnTo>
                  <a:cubicBezTo>
                    <a:pt x="759" y="580422"/>
                    <a:pt x="345" y="580171"/>
                    <a:pt x="137" y="579771"/>
                  </a:cubicBezTo>
                  <a:cubicBezTo>
                    <a:pt x="-72" y="579371"/>
                    <a:pt x="-40" y="578888"/>
                    <a:pt x="219" y="578519"/>
                  </a:cubicBezTo>
                  <a:lnTo>
                    <a:pt x="200753" y="292115"/>
                  </a:lnTo>
                  <a:cubicBezTo>
                    <a:pt x="201553" y="290972"/>
                    <a:pt x="201553" y="289451"/>
                    <a:pt x="200753" y="288308"/>
                  </a:cubicBezTo>
                  <a:lnTo>
                    <a:pt x="219" y="1903"/>
                  </a:lnTo>
                  <a:cubicBezTo>
                    <a:pt x="-40" y="1534"/>
                    <a:pt x="-72" y="1051"/>
                    <a:pt x="137" y="651"/>
                  </a:cubicBezTo>
                  <a:cubicBezTo>
                    <a:pt x="345" y="251"/>
                    <a:pt x="759" y="0"/>
                    <a:pt x="1210" y="0"/>
                  </a:cubicBezTo>
                  <a:close/>
                </a:path>
              </a:pathLst>
            </a:custGeom>
            <a:solidFill>
              <a:srgbClr val="E5E9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7800" y="-38100"/>
              <a:ext cx="5372467" cy="618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Debido a que el modelo lógico completo es muy extenso, lo presento resumido por módulos funcionales para facilitar su comprensión.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" y="72812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Tecnologías del proyecto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028" y="2375131"/>
            <a:ext cx="16083272" cy="1917646"/>
            <a:chOff x="0" y="0"/>
            <a:chExt cx="10821310" cy="1290250"/>
          </a:xfrm>
        </p:grpSpPr>
        <p:sp>
          <p:nvSpPr>
            <p:cNvPr id="8" name="Freeform 8"/>
            <p:cNvSpPr/>
            <p:nvPr/>
          </p:nvSpPr>
          <p:spPr>
            <a:xfrm>
              <a:off x="40133" y="45156"/>
              <a:ext cx="10781177" cy="1244389"/>
            </a:xfrm>
            <a:custGeom>
              <a:avLst/>
              <a:gdLst/>
              <a:ahLst/>
              <a:cxnLst/>
              <a:rect l="l" t="t" r="r" b="b"/>
              <a:pathLst>
                <a:path w="10781177" h="1244389">
                  <a:moveTo>
                    <a:pt x="507" y="1214614"/>
                  </a:moveTo>
                  <a:cubicBezTo>
                    <a:pt x="-2033" y="1223504"/>
                    <a:pt x="3047" y="1229854"/>
                    <a:pt x="61363" y="1231124"/>
                  </a:cubicBezTo>
                  <a:cubicBezTo>
                    <a:pt x="129160" y="1232394"/>
                    <a:pt x="188481" y="1232394"/>
                    <a:pt x="256278" y="1232394"/>
                  </a:cubicBezTo>
                  <a:cubicBezTo>
                    <a:pt x="527463" y="1233664"/>
                    <a:pt x="798648" y="1233664"/>
                    <a:pt x="1078307" y="1234934"/>
                  </a:cubicBezTo>
                  <a:cubicBezTo>
                    <a:pt x="1230849" y="1236204"/>
                    <a:pt x="1383390" y="1237474"/>
                    <a:pt x="1527458" y="1238744"/>
                  </a:cubicBezTo>
                  <a:cubicBezTo>
                    <a:pt x="1781694" y="1240014"/>
                    <a:pt x="2027455" y="1240014"/>
                    <a:pt x="2281691" y="1241284"/>
                  </a:cubicBezTo>
                  <a:cubicBezTo>
                    <a:pt x="2383386" y="1241284"/>
                    <a:pt x="2476605" y="1241284"/>
                    <a:pt x="2578300" y="1240014"/>
                  </a:cubicBezTo>
                  <a:cubicBezTo>
                    <a:pt x="2620672" y="1240014"/>
                    <a:pt x="2671520" y="1238744"/>
                    <a:pt x="2713893" y="1238744"/>
                  </a:cubicBezTo>
                  <a:cubicBezTo>
                    <a:pt x="2883383" y="1240014"/>
                    <a:pt x="6273197" y="1231124"/>
                    <a:pt x="6442688" y="1232394"/>
                  </a:cubicBezTo>
                  <a:cubicBezTo>
                    <a:pt x="6679974" y="1233664"/>
                    <a:pt x="7332513" y="1233664"/>
                    <a:pt x="7569800" y="1233664"/>
                  </a:cubicBezTo>
                  <a:cubicBezTo>
                    <a:pt x="7663020" y="1233664"/>
                    <a:pt x="7747766" y="1232394"/>
                    <a:pt x="7840985" y="1232394"/>
                  </a:cubicBezTo>
                  <a:lnTo>
                    <a:pt x="8298611" y="1236204"/>
                  </a:lnTo>
                  <a:cubicBezTo>
                    <a:pt x="8629118" y="1238744"/>
                    <a:pt x="8951149" y="1236204"/>
                    <a:pt x="9281656" y="1240014"/>
                  </a:cubicBezTo>
                  <a:cubicBezTo>
                    <a:pt x="9832501" y="1245094"/>
                    <a:pt x="10391820" y="1238744"/>
                    <a:pt x="10717677" y="1243824"/>
                  </a:cubicBezTo>
                  <a:cubicBezTo>
                    <a:pt x="10737997" y="1245094"/>
                    <a:pt x="10758317" y="1243824"/>
                    <a:pt x="10781177" y="1243824"/>
                  </a:cubicBezTo>
                  <a:lnTo>
                    <a:pt x="10781177" y="1184134"/>
                  </a:lnTo>
                  <a:cubicBezTo>
                    <a:pt x="10779907" y="1129582"/>
                    <a:pt x="10778638" y="1085805"/>
                    <a:pt x="10778638" y="1039292"/>
                  </a:cubicBezTo>
                  <a:cubicBezTo>
                    <a:pt x="10778638" y="985483"/>
                    <a:pt x="10782447" y="930761"/>
                    <a:pt x="10776097" y="876952"/>
                  </a:cubicBezTo>
                  <a:cubicBezTo>
                    <a:pt x="10768477" y="841383"/>
                    <a:pt x="10757047" y="140038"/>
                    <a:pt x="10757047" y="104469"/>
                  </a:cubicBezTo>
                  <a:cubicBezTo>
                    <a:pt x="10754507" y="79844"/>
                    <a:pt x="10753238" y="54308"/>
                    <a:pt x="10750697" y="29683"/>
                  </a:cubicBezTo>
                  <a:cubicBezTo>
                    <a:pt x="10750697" y="22387"/>
                    <a:pt x="10749427" y="15091"/>
                    <a:pt x="10748157" y="5644"/>
                  </a:cubicBezTo>
                  <a:cubicBezTo>
                    <a:pt x="10737997" y="3104"/>
                    <a:pt x="10729107" y="1834"/>
                    <a:pt x="10718947" y="564"/>
                  </a:cubicBezTo>
                  <a:cubicBezTo>
                    <a:pt x="10711327" y="-706"/>
                    <a:pt x="10703707" y="564"/>
                    <a:pt x="10697357" y="564"/>
                  </a:cubicBezTo>
                  <a:lnTo>
                    <a:pt x="18991" y="5644"/>
                  </a:lnTo>
                  <a:lnTo>
                    <a:pt x="507" y="1214614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430" y="16510"/>
              <a:ext cx="10760350" cy="1235640"/>
            </a:xfrm>
            <a:custGeom>
              <a:avLst/>
              <a:gdLst/>
              <a:ahLst/>
              <a:cxnLst/>
              <a:rect l="l" t="t" r="r" b="b"/>
              <a:pathLst>
                <a:path w="10760350" h="1235640">
                  <a:moveTo>
                    <a:pt x="10760350" y="1235640"/>
                  </a:moveTo>
                  <a:lnTo>
                    <a:pt x="0" y="1228020"/>
                  </a:lnTo>
                  <a:lnTo>
                    <a:pt x="0" y="439554"/>
                  </a:lnTo>
                  <a:lnTo>
                    <a:pt x="7620" y="20320"/>
                  </a:lnTo>
                  <a:lnTo>
                    <a:pt x="5412074" y="0"/>
                  </a:lnTo>
                  <a:lnTo>
                    <a:pt x="10738760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-215" y="0"/>
              <a:ext cx="10784695" cy="1261604"/>
            </a:xfrm>
            <a:custGeom>
              <a:avLst/>
              <a:gdLst/>
              <a:ahLst/>
              <a:cxnLst/>
              <a:rect l="l" t="t" r="r" b="b"/>
              <a:pathLst>
                <a:path w="10784695" h="1261604">
                  <a:moveTo>
                    <a:pt x="10751675" y="21590"/>
                  </a:moveTo>
                  <a:cubicBezTo>
                    <a:pt x="10752945" y="34290"/>
                    <a:pt x="10752945" y="44450"/>
                    <a:pt x="10754215" y="53862"/>
                  </a:cubicBezTo>
                  <a:cubicBezTo>
                    <a:pt x="10756755" y="78487"/>
                    <a:pt x="10758025" y="104024"/>
                    <a:pt x="10760565" y="128648"/>
                  </a:cubicBezTo>
                  <a:cubicBezTo>
                    <a:pt x="10760565" y="164217"/>
                    <a:pt x="10773265" y="865562"/>
                    <a:pt x="10779615" y="901131"/>
                  </a:cubicBezTo>
                  <a:cubicBezTo>
                    <a:pt x="10785965" y="954941"/>
                    <a:pt x="10782155" y="1009662"/>
                    <a:pt x="10782155" y="1063471"/>
                  </a:cubicBezTo>
                  <a:cubicBezTo>
                    <a:pt x="10782155" y="1110896"/>
                    <a:pt x="10783425" y="1154674"/>
                    <a:pt x="10784695" y="1201350"/>
                  </a:cubicBezTo>
                  <a:lnTo>
                    <a:pt x="10784695" y="1261040"/>
                  </a:lnTo>
                  <a:cubicBezTo>
                    <a:pt x="10761836" y="1261040"/>
                    <a:pt x="10741515" y="1262310"/>
                    <a:pt x="10721195" y="1261040"/>
                  </a:cubicBezTo>
                  <a:cubicBezTo>
                    <a:pt x="10186406" y="1255960"/>
                    <a:pt x="9627087" y="1262310"/>
                    <a:pt x="9076242" y="1257230"/>
                  </a:cubicBezTo>
                  <a:cubicBezTo>
                    <a:pt x="8745735" y="1253420"/>
                    <a:pt x="8423704" y="1255960"/>
                    <a:pt x="8093197" y="1253420"/>
                  </a:cubicBezTo>
                  <a:lnTo>
                    <a:pt x="7635572" y="1249610"/>
                  </a:lnTo>
                  <a:cubicBezTo>
                    <a:pt x="7542352" y="1249610"/>
                    <a:pt x="7457607" y="1250880"/>
                    <a:pt x="7364386" y="1250880"/>
                  </a:cubicBezTo>
                  <a:cubicBezTo>
                    <a:pt x="7127100" y="1249610"/>
                    <a:pt x="6474561" y="1250880"/>
                    <a:pt x="6237274" y="1249610"/>
                  </a:cubicBezTo>
                  <a:cubicBezTo>
                    <a:pt x="6067783" y="1248340"/>
                    <a:pt x="2677970" y="1257230"/>
                    <a:pt x="2508479" y="1255960"/>
                  </a:cubicBezTo>
                  <a:cubicBezTo>
                    <a:pt x="2466106" y="1255960"/>
                    <a:pt x="2415259" y="1257230"/>
                    <a:pt x="2372886" y="1257230"/>
                  </a:cubicBezTo>
                  <a:cubicBezTo>
                    <a:pt x="2271192" y="1257230"/>
                    <a:pt x="2177972" y="1258500"/>
                    <a:pt x="2076278" y="1258500"/>
                  </a:cubicBezTo>
                  <a:cubicBezTo>
                    <a:pt x="1822042" y="1258500"/>
                    <a:pt x="1576280" y="1257230"/>
                    <a:pt x="1322044" y="1255960"/>
                  </a:cubicBezTo>
                  <a:cubicBezTo>
                    <a:pt x="1169502" y="1254690"/>
                    <a:pt x="1016961" y="1253420"/>
                    <a:pt x="872894" y="1252150"/>
                  </a:cubicBezTo>
                  <a:cubicBezTo>
                    <a:pt x="601709" y="1250880"/>
                    <a:pt x="330524" y="1249610"/>
                    <a:pt x="50864" y="1249610"/>
                  </a:cubicBezTo>
                  <a:cubicBezTo>
                    <a:pt x="34505" y="1249610"/>
                    <a:pt x="25615" y="1249610"/>
                    <a:pt x="15455" y="1248340"/>
                  </a:cubicBezTo>
                  <a:cubicBezTo>
                    <a:pt x="6565" y="1247070"/>
                    <a:pt x="1485" y="1240720"/>
                    <a:pt x="4025" y="1231830"/>
                  </a:cubicBezTo>
                  <a:cubicBezTo>
                    <a:pt x="12915" y="1200275"/>
                    <a:pt x="9105" y="1177474"/>
                    <a:pt x="7835" y="1153761"/>
                  </a:cubicBezTo>
                  <a:cubicBezTo>
                    <a:pt x="6565" y="1105424"/>
                    <a:pt x="2755" y="1057999"/>
                    <a:pt x="4025" y="1009662"/>
                  </a:cubicBezTo>
                  <a:cubicBezTo>
                    <a:pt x="1485" y="949468"/>
                    <a:pt x="-3595" y="204346"/>
                    <a:pt x="4025" y="143241"/>
                  </a:cubicBezTo>
                  <a:cubicBezTo>
                    <a:pt x="5295" y="131384"/>
                    <a:pt x="4025" y="118616"/>
                    <a:pt x="5295" y="106760"/>
                  </a:cubicBezTo>
                  <a:cubicBezTo>
                    <a:pt x="6565" y="87607"/>
                    <a:pt x="9105" y="6663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8660" y="30480"/>
                    <a:pt x="254253" y="29210"/>
                  </a:cubicBezTo>
                  <a:cubicBezTo>
                    <a:pt x="483065" y="25400"/>
                    <a:pt x="711878" y="22860"/>
                    <a:pt x="949165" y="20320"/>
                  </a:cubicBezTo>
                  <a:cubicBezTo>
                    <a:pt x="1110181" y="17780"/>
                    <a:pt x="1271197" y="16510"/>
                    <a:pt x="1423739" y="13970"/>
                  </a:cubicBezTo>
                  <a:cubicBezTo>
                    <a:pt x="1576280" y="11430"/>
                    <a:pt x="1737296" y="8890"/>
                    <a:pt x="1889838" y="8890"/>
                  </a:cubicBezTo>
                  <a:cubicBezTo>
                    <a:pt x="2059329" y="7620"/>
                    <a:pt x="2228819" y="10160"/>
                    <a:pt x="2398310" y="8890"/>
                  </a:cubicBezTo>
                  <a:cubicBezTo>
                    <a:pt x="2610173" y="8890"/>
                    <a:pt x="6449137" y="6350"/>
                    <a:pt x="6661001" y="5080"/>
                  </a:cubicBezTo>
                  <a:cubicBezTo>
                    <a:pt x="6864390" y="3810"/>
                    <a:pt x="7067778" y="2540"/>
                    <a:pt x="7279642" y="2540"/>
                  </a:cubicBezTo>
                  <a:cubicBezTo>
                    <a:pt x="7627098" y="1270"/>
                    <a:pt x="7966079" y="0"/>
                    <a:pt x="8313535" y="0"/>
                  </a:cubicBezTo>
                  <a:cubicBezTo>
                    <a:pt x="8457602" y="0"/>
                    <a:pt x="8610143" y="2540"/>
                    <a:pt x="8754210" y="2540"/>
                  </a:cubicBezTo>
                  <a:cubicBezTo>
                    <a:pt x="9152514" y="3810"/>
                    <a:pt x="9559291" y="5080"/>
                    <a:pt x="9957594" y="7620"/>
                  </a:cubicBezTo>
                  <a:cubicBezTo>
                    <a:pt x="10169458" y="8890"/>
                    <a:pt x="10381321" y="12700"/>
                    <a:pt x="10593185" y="16510"/>
                  </a:cubicBezTo>
                  <a:lnTo>
                    <a:pt x="10721195" y="16510"/>
                  </a:lnTo>
                  <a:cubicBezTo>
                    <a:pt x="10732625" y="17780"/>
                    <a:pt x="10741515" y="20320"/>
                    <a:pt x="10751675" y="21590"/>
                  </a:cubicBezTo>
                  <a:close/>
                  <a:moveTo>
                    <a:pt x="10761836" y="1244530"/>
                  </a:moveTo>
                  <a:cubicBezTo>
                    <a:pt x="10763105" y="1228020"/>
                    <a:pt x="10764375" y="1215320"/>
                    <a:pt x="10764375" y="1202620"/>
                  </a:cubicBezTo>
                  <a:cubicBezTo>
                    <a:pt x="10763105" y="1150114"/>
                    <a:pt x="10761836" y="1101776"/>
                    <a:pt x="10761836" y="1049791"/>
                  </a:cubicBezTo>
                  <a:cubicBezTo>
                    <a:pt x="10761836" y="1026078"/>
                    <a:pt x="10764375" y="1002366"/>
                    <a:pt x="10763105" y="978653"/>
                  </a:cubicBezTo>
                  <a:cubicBezTo>
                    <a:pt x="10763105" y="956765"/>
                    <a:pt x="10761836" y="933964"/>
                    <a:pt x="10760565" y="912076"/>
                  </a:cubicBezTo>
                  <a:cubicBezTo>
                    <a:pt x="10755486" y="878331"/>
                    <a:pt x="10744055" y="179722"/>
                    <a:pt x="10744055" y="145977"/>
                  </a:cubicBezTo>
                  <a:cubicBezTo>
                    <a:pt x="10741515" y="117704"/>
                    <a:pt x="10738975" y="88519"/>
                    <a:pt x="10736436" y="60247"/>
                  </a:cubicBezTo>
                  <a:cubicBezTo>
                    <a:pt x="10735165" y="44450"/>
                    <a:pt x="10733895" y="43180"/>
                    <a:pt x="10711828" y="41910"/>
                  </a:cubicBezTo>
                  <a:cubicBezTo>
                    <a:pt x="10686404" y="41910"/>
                    <a:pt x="10669455" y="41910"/>
                    <a:pt x="10644031" y="40640"/>
                  </a:cubicBezTo>
                  <a:cubicBezTo>
                    <a:pt x="10432168" y="36830"/>
                    <a:pt x="10211830" y="31750"/>
                    <a:pt x="9999967" y="30480"/>
                  </a:cubicBezTo>
                  <a:cubicBezTo>
                    <a:pt x="9483021" y="26670"/>
                    <a:pt x="8957599" y="25400"/>
                    <a:pt x="8440653" y="22860"/>
                  </a:cubicBezTo>
                  <a:lnTo>
                    <a:pt x="7830487" y="22860"/>
                  </a:lnTo>
                  <a:cubicBezTo>
                    <a:pt x="7559301" y="22860"/>
                    <a:pt x="7288116" y="22860"/>
                    <a:pt x="7025406" y="24130"/>
                  </a:cubicBezTo>
                  <a:cubicBezTo>
                    <a:pt x="6796593" y="25400"/>
                    <a:pt x="2940680" y="29210"/>
                    <a:pt x="2711868" y="29210"/>
                  </a:cubicBezTo>
                  <a:cubicBezTo>
                    <a:pt x="2338988" y="29210"/>
                    <a:pt x="1966109" y="26670"/>
                    <a:pt x="1593229" y="33020"/>
                  </a:cubicBezTo>
                  <a:cubicBezTo>
                    <a:pt x="1398315" y="36830"/>
                    <a:pt x="1211875" y="36830"/>
                    <a:pt x="1025435" y="38100"/>
                  </a:cubicBezTo>
                  <a:cubicBezTo>
                    <a:pt x="703403" y="41910"/>
                    <a:pt x="381371" y="45720"/>
                    <a:pt x="59339" y="50800"/>
                  </a:cubicBezTo>
                  <a:cubicBezTo>
                    <a:pt x="33235" y="50800"/>
                    <a:pt x="30695" y="52950"/>
                    <a:pt x="29425" y="63895"/>
                  </a:cubicBezTo>
                  <a:cubicBezTo>
                    <a:pt x="28155" y="80311"/>
                    <a:pt x="28155" y="96728"/>
                    <a:pt x="26885" y="113144"/>
                  </a:cubicBezTo>
                  <a:cubicBezTo>
                    <a:pt x="25615" y="140505"/>
                    <a:pt x="23075" y="166953"/>
                    <a:pt x="21805" y="194314"/>
                  </a:cubicBezTo>
                  <a:cubicBezTo>
                    <a:pt x="16725" y="223499"/>
                    <a:pt x="23075" y="936700"/>
                    <a:pt x="25615" y="965885"/>
                  </a:cubicBezTo>
                  <a:cubicBezTo>
                    <a:pt x="25615" y="996894"/>
                    <a:pt x="25615" y="1028815"/>
                    <a:pt x="26885" y="1059823"/>
                  </a:cubicBezTo>
                  <a:cubicBezTo>
                    <a:pt x="26885" y="1082624"/>
                    <a:pt x="29425" y="1105424"/>
                    <a:pt x="29425" y="1128225"/>
                  </a:cubicBezTo>
                  <a:cubicBezTo>
                    <a:pt x="29425" y="1152849"/>
                    <a:pt x="29425" y="1177474"/>
                    <a:pt x="28155" y="1202620"/>
                  </a:cubicBezTo>
                  <a:lnTo>
                    <a:pt x="28155" y="1212780"/>
                  </a:lnTo>
                  <a:cubicBezTo>
                    <a:pt x="28155" y="1222940"/>
                    <a:pt x="31965" y="1226750"/>
                    <a:pt x="40855" y="1226750"/>
                  </a:cubicBezTo>
                  <a:cubicBezTo>
                    <a:pt x="135609" y="1226750"/>
                    <a:pt x="254253" y="1228020"/>
                    <a:pt x="364422" y="1228020"/>
                  </a:cubicBezTo>
                  <a:cubicBezTo>
                    <a:pt x="525438" y="1228020"/>
                    <a:pt x="694929" y="1225480"/>
                    <a:pt x="855945" y="1228020"/>
                  </a:cubicBezTo>
                  <a:cubicBezTo>
                    <a:pt x="1118655" y="1231830"/>
                    <a:pt x="1381366" y="1234370"/>
                    <a:pt x="1644076" y="1233100"/>
                  </a:cubicBezTo>
                  <a:cubicBezTo>
                    <a:pt x="1813567" y="1231830"/>
                    <a:pt x="1974583" y="1234370"/>
                    <a:pt x="2144074" y="1234370"/>
                  </a:cubicBezTo>
                  <a:cubicBezTo>
                    <a:pt x="2389835" y="1234370"/>
                    <a:pt x="2635597" y="1233100"/>
                    <a:pt x="2881359" y="1234370"/>
                  </a:cubicBezTo>
                  <a:cubicBezTo>
                    <a:pt x="3245763" y="1235640"/>
                    <a:pt x="7245743" y="1225480"/>
                    <a:pt x="7618623" y="1228020"/>
                  </a:cubicBezTo>
                  <a:cubicBezTo>
                    <a:pt x="7779639" y="1229290"/>
                    <a:pt x="7940655" y="1230560"/>
                    <a:pt x="8093197" y="1230560"/>
                  </a:cubicBezTo>
                  <a:cubicBezTo>
                    <a:pt x="8372857" y="1233100"/>
                    <a:pt x="8644042" y="1229290"/>
                    <a:pt x="8923701" y="1233100"/>
                  </a:cubicBezTo>
                  <a:cubicBezTo>
                    <a:pt x="9152514" y="1235640"/>
                    <a:pt x="9381326" y="1235640"/>
                    <a:pt x="9610138" y="1238180"/>
                  </a:cubicBezTo>
                  <a:cubicBezTo>
                    <a:pt x="9949120" y="1241990"/>
                    <a:pt x="10288101" y="1244530"/>
                    <a:pt x="10627083" y="1245800"/>
                  </a:cubicBezTo>
                  <a:cubicBezTo>
                    <a:pt x="10723736" y="1245800"/>
                    <a:pt x="10741515" y="1244530"/>
                    <a:pt x="10761836" y="1244530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1" name="Freeform 11"/>
          <p:cNvSpPr/>
          <p:nvPr/>
        </p:nvSpPr>
        <p:spPr>
          <a:xfrm rot="1658374">
            <a:off x="1201043" y="2143128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3"/>
                </a:lnTo>
                <a:lnTo>
                  <a:pt x="0" y="819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860895" y="2814841"/>
            <a:ext cx="1456621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3.13.9 con framework Django 5.1.2, arquitectura monolítica y uso de Django ORM.</a:t>
            </a:r>
          </a:p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Motor de plantillas de Django con HTML, CSS y JavaScript.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49692" y="4687687"/>
            <a:ext cx="16009608" cy="1746196"/>
            <a:chOff x="0" y="0"/>
            <a:chExt cx="10771747" cy="1174893"/>
          </a:xfrm>
        </p:grpSpPr>
        <p:sp>
          <p:nvSpPr>
            <p:cNvPr id="14" name="Freeform 14"/>
            <p:cNvSpPr/>
            <p:nvPr/>
          </p:nvSpPr>
          <p:spPr>
            <a:xfrm>
              <a:off x="40133" y="45156"/>
              <a:ext cx="10731614" cy="1129032"/>
            </a:xfrm>
            <a:custGeom>
              <a:avLst/>
              <a:gdLst/>
              <a:ahLst/>
              <a:cxnLst/>
              <a:rect l="l" t="t" r="r" b="b"/>
              <a:pathLst>
                <a:path w="10731614" h="1129032">
                  <a:moveTo>
                    <a:pt x="507" y="1099257"/>
                  </a:moveTo>
                  <a:cubicBezTo>
                    <a:pt x="-2033" y="1108147"/>
                    <a:pt x="3047" y="1114497"/>
                    <a:pt x="61093" y="1115767"/>
                  </a:cubicBezTo>
                  <a:cubicBezTo>
                    <a:pt x="128575" y="1117037"/>
                    <a:pt x="187621" y="1117037"/>
                    <a:pt x="255103" y="1117037"/>
                  </a:cubicBezTo>
                  <a:cubicBezTo>
                    <a:pt x="525029" y="1118307"/>
                    <a:pt x="794955" y="1118307"/>
                    <a:pt x="1073316" y="1119577"/>
                  </a:cubicBezTo>
                  <a:cubicBezTo>
                    <a:pt x="1225149" y="1120847"/>
                    <a:pt x="1376982" y="1122117"/>
                    <a:pt x="1520381" y="1123387"/>
                  </a:cubicBezTo>
                  <a:cubicBezTo>
                    <a:pt x="1773436" y="1124657"/>
                    <a:pt x="2018056" y="1124657"/>
                    <a:pt x="2271112" y="1125927"/>
                  </a:cubicBezTo>
                  <a:cubicBezTo>
                    <a:pt x="2372334" y="1125927"/>
                    <a:pt x="2465121" y="1125927"/>
                    <a:pt x="2566344" y="1124657"/>
                  </a:cubicBezTo>
                  <a:cubicBezTo>
                    <a:pt x="2608520" y="1124657"/>
                    <a:pt x="2659131" y="1123387"/>
                    <a:pt x="2701307" y="1123387"/>
                  </a:cubicBezTo>
                  <a:cubicBezTo>
                    <a:pt x="2870010" y="1124657"/>
                    <a:pt x="6244085" y="1115767"/>
                    <a:pt x="6412789" y="1117037"/>
                  </a:cubicBezTo>
                  <a:cubicBezTo>
                    <a:pt x="6648973" y="1118307"/>
                    <a:pt x="7298483" y="1118307"/>
                    <a:pt x="7534668" y="1118307"/>
                  </a:cubicBezTo>
                  <a:cubicBezTo>
                    <a:pt x="7627456" y="1118307"/>
                    <a:pt x="7711808" y="1117037"/>
                    <a:pt x="7804594" y="1117037"/>
                  </a:cubicBezTo>
                  <a:lnTo>
                    <a:pt x="8260094" y="1120847"/>
                  </a:lnTo>
                  <a:cubicBezTo>
                    <a:pt x="8589067" y="1123387"/>
                    <a:pt x="8909604" y="1120847"/>
                    <a:pt x="9238577" y="1124657"/>
                  </a:cubicBezTo>
                  <a:cubicBezTo>
                    <a:pt x="9786863" y="1129737"/>
                    <a:pt x="10343586" y="1123387"/>
                    <a:pt x="10668114" y="1128467"/>
                  </a:cubicBezTo>
                  <a:cubicBezTo>
                    <a:pt x="10688434" y="1129737"/>
                    <a:pt x="10708754" y="1128467"/>
                    <a:pt x="10731614" y="1128467"/>
                  </a:cubicBezTo>
                  <a:lnTo>
                    <a:pt x="10731614" y="1068777"/>
                  </a:lnTo>
                  <a:cubicBezTo>
                    <a:pt x="10730344" y="1016839"/>
                    <a:pt x="10729074" y="977458"/>
                    <a:pt x="10729074" y="935615"/>
                  </a:cubicBezTo>
                  <a:cubicBezTo>
                    <a:pt x="10729074" y="887209"/>
                    <a:pt x="10732884" y="837983"/>
                    <a:pt x="10726534" y="789577"/>
                  </a:cubicBezTo>
                  <a:cubicBezTo>
                    <a:pt x="10718914" y="757579"/>
                    <a:pt x="10707484" y="126659"/>
                    <a:pt x="10707484" y="94662"/>
                  </a:cubicBezTo>
                  <a:cubicBezTo>
                    <a:pt x="10704944" y="72510"/>
                    <a:pt x="10703674" y="49537"/>
                    <a:pt x="10701134" y="27385"/>
                  </a:cubicBezTo>
                  <a:cubicBezTo>
                    <a:pt x="10701134" y="20822"/>
                    <a:pt x="10699864" y="14258"/>
                    <a:pt x="10698594" y="5644"/>
                  </a:cubicBezTo>
                  <a:cubicBezTo>
                    <a:pt x="10688434" y="3104"/>
                    <a:pt x="10679544" y="1834"/>
                    <a:pt x="10669384" y="564"/>
                  </a:cubicBezTo>
                  <a:cubicBezTo>
                    <a:pt x="10661764" y="-706"/>
                    <a:pt x="10654144" y="564"/>
                    <a:pt x="10647794" y="564"/>
                  </a:cubicBezTo>
                  <a:lnTo>
                    <a:pt x="18917" y="5644"/>
                  </a:lnTo>
                  <a:lnTo>
                    <a:pt x="507" y="109925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430" y="16510"/>
              <a:ext cx="10710787" cy="1120283"/>
            </a:xfrm>
            <a:custGeom>
              <a:avLst/>
              <a:gdLst/>
              <a:ahLst/>
              <a:cxnLst/>
              <a:rect l="l" t="t" r="r" b="b"/>
              <a:pathLst>
                <a:path w="10710787" h="1120283">
                  <a:moveTo>
                    <a:pt x="10710787" y="1120283"/>
                  </a:moveTo>
                  <a:lnTo>
                    <a:pt x="0" y="1112663"/>
                  </a:lnTo>
                  <a:lnTo>
                    <a:pt x="0" y="398976"/>
                  </a:lnTo>
                  <a:lnTo>
                    <a:pt x="7620" y="20320"/>
                  </a:lnTo>
                  <a:lnTo>
                    <a:pt x="5387094" y="0"/>
                  </a:lnTo>
                  <a:lnTo>
                    <a:pt x="10689197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-215" y="0"/>
              <a:ext cx="10735131" cy="1146248"/>
            </a:xfrm>
            <a:custGeom>
              <a:avLst/>
              <a:gdLst/>
              <a:ahLst/>
              <a:cxnLst/>
              <a:rect l="l" t="t" r="r" b="b"/>
              <a:pathLst>
                <a:path w="10735131" h="1146248">
                  <a:moveTo>
                    <a:pt x="10702112" y="21590"/>
                  </a:moveTo>
                  <a:cubicBezTo>
                    <a:pt x="10703382" y="34290"/>
                    <a:pt x="10703382" y="44450"/>
                    <a:pt x="10704652" y="53671"/>
                  </a:cubicBezTo>
                  <a:cubicBezTo>
                    <a:pt x="10707192" y="75823"/>
                    <a:pt x="10708462" y="98796"/>
                    <a:pt x="10711002" y="120948"/>
                  </a:cubicBezTo>
                  <a:cubicBezTo>
                    <a:pt x="10711002" y="152945"/>
                    <a:pt x="10723702" y="783865"/>
                    <a:pt x="10730052" y="815863"/>
                  </a:cubicBezTo>
                  <a:cubicBezTo>
                    <a:pt x="10736402" y="864269"/>
                    <a:pt x="10732592" y="913495"/>
                    <a:pt x="10732592" y="961901"/>
                  </a:cubicBezTo>
                  <a:cubicBezTo>
                    <a:pt x="10732592" y="1004564"/>
                    <a:pt x="10733862" y="1043945"/>
                    <a:pt x="10735132" y="1085993"/>
                  </a:cubicBezTo>
                  <a:lnTo>
                    <a:pt x="10735132" y="1145683"/>
                  </a:lnTo>
                  <a:cubicBezTo>
                    <a:pt x="10712272" y="1145683"/>
                    <a:pt x="10691952" y="1146953"/>
                    <a:pt x="10671632" y="1145683"/>
                  </a:cubicBezTo>
                  <a:cubicBezTo>
                    <a:pt x="10139313" y="1140603"/>
                    <a:pt x="9582591" y="1146953"/>
                    <a:pt x="9034304" y="1141873"/>
                  </a:cubicBezTo>
                  <a:cubicBezTo>
                    <a:pt x="8705332" y="1138063"/>
                    <a:pt x="8384795" y="1140603"/>
                    <a:pt x="8055823" y="1138063"/>
                  </a:cubicBezTo>
                  <a:lnTo>
                    <a:pt x="7600322" y="1134253"/>
                  </a:lnTo>
                  <a:cubicBezTo>
                    <a:pt x="7507535" y="1134253"/>
                    <a:pt x="7423184" y="1135523"/>
                    <a:pt x="7330395" y="1135523"/>
                  </a:cubicBezTo>
                  <a:cubicBezTo>
                    <a:pt x="7094211" y="1134253"/>
                    <a:pt x="6444701" y="1135523"/>
                    <a:pt x="6208516" y="1134253"/>
                  </a:cubicBezTo>
                  <a:cubicBezTo>
                    <a:pt x="6039813" y="1132983"/>
                    <a:pt x="2665738" y="1141873"/>
                    <a:pt x="2497034" y="1140603"/>
                  </a:cubicBezTo>
                  <a:cubicBezTo>
                    <a:pt x="2454858" y="1140603"/>
                    <a:pt x="2404247" y="1141873"/>
                    <a:pt x="2362071" y="1141873"/>
                  </a:cubicBezTo>
                  <a:cubicBezTo>
                    <a:pt x="2260849" y="1141873"/>
                    <a:pt x="2168062" y="1143143"/>
                    <a:pt x="2066840" y="1143143"/>
                  </a:cubicBezTo>
                  <a:cubicBezTo>
                    <a:pt x="1813784" y="1143143"/>
                    <a:pt x="1569164" y="1141873"/>
                    <a:pt x="1316108" y="1140603"/>
                  </a:cubicBezTo>
                  <a:cubicBezTo>
                    <a:pt x="1164275" y="1139333"/>
                    <a:pt x="1012441" y="1138063"/>
                    <a:pt x="869043" y="1136793"/>
                  </a:cubicBezTo>
                  <a:cubicBezTo>
                    <a:pt x="599117" y="1135523"/>
                    <a:pt x="329191" y="1134253"/>
                    <a:pt x="50830" y="1134253"/>
                  </a:cubicBezTo>
                  <a:cubicBezTo>
                    <a:pt x="34505" y="1134253"/>
                    <a:pt x="25615" y="1134253"/>
                    <a:pt x="15455" y="1132983"/>
                  </a:cubicBezTo>
                  <a:cubicBezTo>
                    <a:pt x="6565" y="1131713"/>
                    <a:pt x="1485" y="1125363"/>
                    <a:pt x="4025" y="1116473"/>
                  </a:cubicBezTo>
                  <a:cubicBezTo>
                    <a:pt x="12915" y="1084968"/>
                    <a:pt x="9105" y="1064457"/>
                    <a:pt x="7835" y="1043125"/>
                  </a:cubicBezTo>
                  <a:cubicBezTo>
                    <a:pt x="6565" y="999642"/>
                    <a:pt x="2755" y="956979"/>
                    <a:pt x="4025" y="913495"/>
                  </a:cubicBezTo>
                  <a:cubicBezTo>
                    <a:pt x="1485" y="859346"/>
                    <a:pt x="-3595" y="189044"/>
                    <a:pt x="4025" y="134075"/>
                  </a:cubicBezTo>
                  <a:cubicBezTo>
                    <a:pt x="5295" y="123409"/>
                    <a:pt x="4025" y="111923"/>
                    <a:pt x="5295" y="101257"/>
                  </a:cubicBezTo>
                  <a:cubicBezTo>
                    <a:pt x="6565" y="84028"/>
                    <a:pt x="9105" y="6515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8312" y="30480"/>
                    <a:pt x="253275" y="29210"/>
                  </a:cubicBezTo>
                  <a:cubicBezTo>
                    <a:pt x="481025" y="25400"/>
                    <a:pt x="708775" y="22860"/>
                    <a:pt x="944960" y="20320"/>
                  </a:cubicBezTo>
                  <a:cubicBezTo>
                    <a:pt x="1105229" y="17780"/>
                    <a:pt x="1265497" y="16510"/>
                    <a:pt x="1417331" y="13970"/>
                  </a:cubicBezTo>
                  <a:cubicBezTo>
                    <a:pt x="1569164" y="11430"/>
                    <a:pt x="1729432" y="8890"/>
                    <a:pt x="1881266" y="8890"/>
                  </a:cubicBezTo>
                  <a:cubicBezTo>
                    <a:pt x="2049970" y="7620"/>
                    <a:pt x="2218673" y="10160"/>
                    <a:pt x="2387377" y="8890"/>
                  </a:cubicBezTo>
                  <a:cubicBezTo>
                    <a:pt x="2598257" y="8890"/>
                    <a:pt x="6419396" y="6350"/>
                    <a:pt x="6630275" y="5080"/>
                  </a:cubicBezTo>
                  <a:cubicBezTo>
                    <a:pt x="6832720" y="3810"/>
                    <a:pt x="7035165" y="2540"/>
                    <a:pt x="7246045" y="2540"/>
                  </a:cubicBezTo>
                  <a:cubicBezTo>
                    <a:pt x="7591887" y="1270"/>
                    <a:pt x="7929295" y="0"/>
                    <a:pt x="8275137" y="0"/>
                  </a:cubicBezTo>
                  <a:cubicBezTo>
                    <a:pt x="8418535" y="0"/>
                    <a:pt x="8570369" y="2540"/>
                    <a:pt x="8713766" y="2540"/>
                  </a:cubicBezTo>
                  <a:cubicBezTo>
                    <a:pt x="9110220" y="3810"/>
                    <a:pt x="9515109" y="5080"/>
                    <a:pt x="9911564" y="7620"/>
                  </a:cubicBezTo>
                  <a:cubicBezTo>
                    <a:pt x="10122443" y="8890"/>
                    <a:pt x="10333322" y="12700"/>
                    <a:pt x="10544202" y="16510"/>
                  </a:cubicBezTo>
                  <a:lnTo>
                    <a:pt x="10671632" y="16510"/>
                  </a:lnTo>
                  <a:cubicBezTo>
                    <a:pt x="10683062" y="17780"/>
                    <a:pt x="10691952" y="20320"/>
                    <a:pt x="10702112" y="21590"/>
                  </a:cubicBezTo>
                  <a:close/>
                  <a:moveTo>
                    <a:pt x="10712272" y="1129173"/>
                  </a:moveTo>
                  <a:cubicBezTo>
                    <a:pt x="10713542" y="1112663"/>
                    <a:pt x="10714812" y="1099963"/>
                    <a:pt x="10714812" y="1087263"/>
                  </a:cubicBezTo>
                  <a:cubicBezTo>
                    <a:pt x="10713542" y="1039843"/>
                    <a:pt x="10712272" y="996360"/>
                    <a:pt x="10712272" y="949595"/>
                  </a:cubicBezTo>
                  <a:cubicBezTo>
                    <a:pt x="10712272" y="928263"/>
                    <a:pt x="10714812" y="906932"/>
                    <a:pt x="10713542" y="885600"/>
                  </a:cubicBezTo>
                  <a:cubicBezTo>
                    <a:pt x="10713542" y="865910"/>
                    <a:pt x="10712272" y="845398"/>
                    <a:pt x="10711002" y="825708"/>
                  </a:cubicBezTo>
                  <a:cubicBezTo>
                    <a:pt x="10705922" y="795352"/>
                    <a:pt x="10694492" y="166892"/>
                    <a:pt x="10694492" y="136536"/>
                  </a:cubicBezTo>
                  <a:cubicBezTo>
                    <a:pt x="10691952" y="111102"/>
                    <a:pt x="10689412" y="84848"/>
                    <a:pt x="10686872" y="59414"/>
                  </a:cubicBezTo>
                  <a:cubicBezTo>
                    <a:pt x="10685602" y="44450"/>
                    <a:pt x="10684332" y="43180"/>
                    <a:pt x="10662295" y="41910"/>
                  </a:cubicBezTo>
                  <a:cubicBezTo>
                    <a:pt x="10636989" y="41910"/>
                    <a:pt x="10620119" y="41910"/>
                    <a:pt x="10594813" y="40640"/>
                  </a:cubicBezTo>
                  <a:cubicBezTo>
                    <a:pt x="10383934" y="36830"/>
                    <a:pt x="10164619" y="31750"/>
                    <a:pt x="9953739" y="30480"/>
                  </a:cubicBezTo>
                  <a:cubicBezTo>
                    <a:pt x="9439193" y="26670"/>
                    <a:pt x="8916211" y="25400"/>
                    <a:pt x="8401665" y="22860"/>
                  </a:cubicBezTo>
                  <a:lnTo>
                    <a:pt x="7794332" y="22860"/>
                  </a:lnTo>
                  <a:cubicBezTo>
                    <a:pt x="7524405" y="22860"/>
                    <a:pt x="7254479" y="22860"/>
                    <a:pt x="6992989" y="24130"/>
                  </a:cubicBezTo>
                  <a:cubicBezTo>
                    <a:pt x="6765239" y="25400"/>
                    <a:pt x="2927229" y="29210"/>
                    <a:pt x="2699479" y="29210"/>
                  </a:cubicBezTo>
                  <a:cubicBezTo>
                    <a:pt x="2328330" y="29210"/>
                    <a:pt x="1957182" y="26670"/>
                    <a:pt x="1586034" y="33020"/>
                  </a:cubicBezTo>
                  <a:cubicBezTo>
                    <a:pt x="1392025" y="36830"/>
                    <a:pt x="1206451" y="36830"/>
                    <a:pt x="1020877" y="38100"/>
                  </a:cubicBezTo>
                  <a:cubicBezTo>
                    <a:pt x="700340" y="41910"/>
                    <a:pt x="379802" y="45720"/>
                    <a:pt x="59265" y="50800"/>
                  </a:cubicBezTo>
                  <a:cubicBezTo>
                    <a:pt x="33235" y="50800"/>
                    <a:pt x="30695" y="52851"/>
                    <a:pt x="29425" y="62696"/>
                  </a:cubicBezTo>
                  <a:cubicBezTo>
                    <a:pt x="28155" y="77464"/>
                    <a:pt x="28155" y="92232"/>
                    <a:pt x="26885" y="107000"/>
                  </a:cubicBezTo>
                  <a:cubicBezTo>
                    <a:pt x="25615" y="131613"/>
                    <a:pt x="23075" y="155406"/>
                    <a:pt x="21805" y="180019"/>
                  </a:cubicBezTo>
                  <a:cubicBezTo>
                    <a:pt x="16725" y="206274"/>
                    <a:pt x="23075" y="847860"/>
                    <a:pt x="25615" y="874114"/>
                  </a:cubicBezTo>
                  <a:cubicBezTo>
                    <a:pt x="25615" y="902009"/>
                    <a:pt x="25615" y="930724"/>
                    <a:pt x="26885" y="958619"/>
                  </a:cubicBezTo>
                  <a:cubicBezTo>
                    <a:pt x="26885" y="979131"/>
                    <a:pt x="29425" y="999642"/>
                    <a:pt x="29425" y="1020153"/>
                  </a:cubicBezTo>
                  <a:cubicBezTo>
                    <a:pt x="29425" y="1042305"/>
                    <a:pt x="29425" y="1064457"/>
                    <a:pt x="28155" y="1087263"/>
                  </a:cubicBezTo>
                  <a:lnTo>
                    <a:pt x="28155" y="1097423"/>
                  </a:lnTo>
                  <a:cubicBezTo>
                    <a:pt x="28155" y="1107583"/>
                    <a:pt x="31965" y="1111393"/>
                    <a:pt x="40855" y="1111393"/>
                  </a:cubicBezTo>
                  <a:cubicBezTo>
                    <a:pt x="135182" y="1111393"/>
                    <a:pt x="253275" y="1112663"/>
                    <a:pt x="362932" y="1112663"/>
                  </a:cubicBezTo>
                  <a:cubicBezTo>
                    <a:pt x="523201" y="1112663"/>
                    <a:pt x="691904" y="1110123"/>
                    <a:pt x="852173" y="1112663"/>
                  </a:cubicBezTo>
                  <a:cubicBezTo>
                    <a:pt x="1113664" y="1116473"/>
                    <a:pt x="1375154" y="1119013"/>
                    <a:pt x="1636645" y="1117743"/>
                  </a:cubicBezTo>
                  <a:cubicBezTo>
                    <a:pt x="1805349" y="1116473"/>
                    <a:pt x="1965618" y="1119013"/>
                    <a:pt x="2134321" y="1119013"/>
                  </a:cubicBezTo>
                  <a:cubicBezTo>
                    <a:pt x="2378942" y="1119013"/>
                    <a:pt x="2623562" y="1117743"/>
                    <a:pt x="2868183" y="1119013"/>
                  </a:cubicBezTo>
                  <a:cubicBezTo>
                    <a:pt x="3230896" y="1120283"/>
                    <a:pt x="7212303" y="1110123"/>
                    <a:pt x="7583452" y="1112663"/>
                  </a:cubicBezTo>
                  <a:cubicBezTo>
                    <a:pt x="7743721" y="1113933"/>
                    <a:pt x="7903988" y="1115203"/>
                    <a:pt x="8055823" y="1115203"/>
                  </a:cubicBezTo>
                  <a:cubicBezTo>
                    <a:pt x="8334184" y="1117743"/>
                    <a:pt x="8604109" y="1113933"/>
                    <a:pt x="8882471" y="1117743"/>
                  </a:cubicBezTo>
                  <a:cubicBezTo>
                    <a:pt x="9110220" y="1120283"/>
                    <a:pt x="9337971" y="1120283"/>
                    <a:pt x="9565721" y="1122823"/>
                  </a:cubicBezTo>
                  <a:cubicBezTo>
                    <a:pt x="9903128" y="1126633"/>
                    <a:pt x="10240536" y="1129173"/>
                    <a:pt x="10577943" y="1130443"/>
                  </a:cubicBezTo>
                  <a:cubicBezTo>
                    <a:pt x="10674172" y="1130443"/>
                    <a:pt x="10691952" y="1129173"/>
                    <a:pt x="10712272" y="1129173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Freeform 17"/>
          <p:cNvSpPr/>
          <p:nvPr/>
        </p:nvSpPr>
        <p:spPr>
          <a:xfrm rot="1658374">
            <a:off x="1274707" y="4455685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3"/>
                </a:lnTo>
                <a:lnTo>
                  <a:pt x="0" y="819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18" name="Group 18"/>
          <p:cNvGrpSpPr/>
          <p:nvPr/>
        </p:nvGrpSpPr>
        <p:grpSpPr>
          <a:xfrm>
            <a:off x="1323356" y="6920507"/>
            <a:ext cx="15935944" cy="1702495"/>
            <a:chOff x="0" y="0"/>
            <a:chExt cx="10722184" cy="1145490"/>
          </a:xfrm>
        </p:grpSpPr>
        <p:sp>
          <p:nvSpPr>
            <p:cNvPr id="19" name="Freeform 19"/>
            <p:cNvSpPr/>
            <p:nvPr/>
          </p:nvSpPr>
          <p:spPr>
            <a:xfrm>
              <a:off x="40132" y="45156"/>
              <a:ext cx="10682051" cy="1099629"/>
            </a:xfrm>
            <a:custGeom>
              <a:avLst/>
              <a:gdLst/>
              <a:ahLst/>
              <a:cxnLst/>
              <a:rect l="l" t="t" r="r" b="b"/>
              <a:pathLst>
                <a:path w="10682051" h="1099629">
                  <a:moveTo>
                    <a:pt x="508" y="1069854"/>
                  </a:moveTo>
                  <a:cubicBezTo>
                    <a:pt x="-2032" y="1078744"/>
                    <a:pt x="3048" y="1085094"/>
                    <a:pt x="60824" y="1086364"/>
                  </a:cubicBezTo>
                  <a:cubicBezTo>
                    <a:pt x="127991" y="1087634"/>
                    <a:pt x="186762" y="1087634"/>
                    <a:pt x="253929" y="1087634"/>
                  </a:cubicBezTo>
                  <a:cubicBezTo>
                    <a:pt x="522596" y="1088904"/>
                    <a:pt x="791262" y="1088904"/>
                    <a:pt x="1068325" y="1090174"/>
                  </a:cubicBezTo>
                  <a:cubicBezTo>
                    <a:pt x="1219450" y="1091444"/>
                    <a:pt x="1370575" y="1092714"/>
                    <a:pt x="1513305" y="1093984"/>
                  </a:cubicBezTo>
                  <a:cubicBezTo>
                    <a:pt x="1765180" y="1095254"/>
                    <a:pt x="2008659" y="1095254"/>
                    <a:pt x="2260534" y="1096524"/>
                  </a:cubicBezTo>
                  <a:cubicBezTo>
                    <a:pt x="2361284" y="1096524"/>
                    <a:pt x="2453638" y="1096524"/>
                    <a:pt x="2554389" y="1095254"/>
                  </a:cubicBezTo>
                  <a:cubicBezTo>
                    <a:pt x="2596368" y="1095254"/>
                    <a:pt x="2646743" y="1093984"/>
                    <a:pt x="2688722" y="1093984"/>
                  </a:cubicBezTo>
                  <a:cubicBezTo>
                    <a:pt x="2856639" y="1095254"/>
                    <a:pt x="6214975" y="1086364"/>
                    <a:pt x="6382891" y="1087634"/>
                  </a:cubicBezTo>
                  <a:cubicBezTo>
                    <a:pt x="6617974" y="1088904"/>
                    <a:pt x="7264455" y="1088904"/>
                    <a:pt x="7499537" y="1088904"/>
                  </a:cubicBezTo>
                  <a:cubicBezTo>
                    <a:pt x="7591892" y="1088904"/>
                    <a:pt x="7675851" y="1087634"/>
                    <a:pt x="7768205" y="1087634"/>
                  </a:cubicBezTo>
                  <a:lnTo>
                    <a:pt x="8221580" y="1091444"/>
                  </a:lnTo>
                  <a:cubicBezTo>
                    <a:pt x="8549018" y="1093984"/>
                    <a:pt x="8868059" y="1091444"/>
                    <a:pt x="9195497" y="1095254"/>
                  </a:cubicBezTo>
                  <a:cubicBezTo>
                    <a:pt x="9741227" y="1100334"/>
                    <a:pt x="10295352" y="1093984"/>
                    <a:pt x="10618552" y="1099064"/>
                  </a:cubicBezTo>
                  <a:cubicBezTo>
                    <a:pt x="10638872" y="1100334"/>
                    <a:pt x="10659192" y="1099064"/>
                    <a:pt x="10682052" y="1099064"/>
                  </a:cubicBezTo>
                  <a:lnTo>
                    <a:pt x="10682052" y="1039374"/>
                  </a:lnTo>
                  <a:cubicBezTo>
                    <a:pt x="10680782" y="988103"/>
                    <a:pt x="10679511" y="949842"/>
                    <a:pt x="10679511" y="909190"/>
                  </a:cubicBezTo>
                  <a:cubicBezTo>
                    <a:pt x="10679511" y="862161"/>
                    <a:pt x="10683322" y="814335"/>
                    <a:pt x="10676972" y="767306"/>
                  </a:cubicBezTo>
                  <a:cubicBezTo>
                    <a:pt x="10669352" y="736219"/>
                    <a:pt x="10657922" y="123249"/>
                    <a:pt x="10657922" y="92162"/>
                  </a:cubicBezTo>
                  <a:cubicBezTo>
                    <a:pt x="10655382" y="70640"/>
                    <a:pt x="10654111" y="48322"/>
                    <a:pt x="10651572" y="26800"/>
                  </a:cubicBezTo>
                  <a:cubicBezTo>
                    <a:pt x="10651572" y="20423"/>
                    <a:pt x="10650302" y="14046"/>
                    <a:pt x="10649032" y="5644"/>
                  </a:cubicBezTo>
                  <a:cubicBezTo>
                    <a:pt x="10638872" y="3104"/>
                    <a:pt x="10629982" y="1834"/>
                    <a:pt x="10619822" y="564"/>
                  </a:cubicBezTo>
                  <a:cubicBezTo>
                    <a:pt x="10612202" y="-706"/>
                    <a:pt x="10604582" y="564"/>
                    <a:pt x="10598232" y="564"/>
                  </a:cubicBezTo>
                  <a:lnTo>
                    <a:pt x="18845" y="5644"/>
                  </a:lnTo>
                  <a:lnTo>
                    <a:pt x="508" y="1069854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430" y="16510"/>
              <a:ext cx="10661224" cy="1090880"/>
            </a:xfrm>
            <a:custGeom>
              <a:avLst/>
              <a:gdLst/>
              <a:ahLst/>
              <a:cxnLst/>
              <a:rect l="l" t="t" r="r" b="b"/>
              <a:pathLst>
                <a:path w="10661224" h="1090880">
                  <a:moveTo>
                    <a:pt x="10661224" y="1090880"/>
                  </a:moveTo>
                  <a:lnTo>
                    <a:pt x="0" y="1083260"/>
                  </a:lnTo>
                  <a:lnTo>
                    <a:pt x="0" y="388634"/>
                  </a:lnTo>
                  <a:lnTo>
                    <a:pt x="7620" y="20320"/>
                  </a:lnTo>
                  <a:lnTo>
                    <a:pt x="5362113" y="0"/>
                  </a:lnTo>
                  <a:lnTo>
                    <a:pt x="1063963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-215" y="0"/>
              <a:ext cx="10685569" cy="1116845"/>
            </a:xfrm>
            <a:custGeom>
              <a:avLst/>
              <a:gdLst/>
              <a:ahLst/>
              <a:cxnLst/>
              <a:rect l="l" t="t" r="r" b="b"/>
              <a:pathLst>
                <a:path w="10685569" h="1116845">
                  <a:moveTo>
                    <a:pt x="10652549" y="21590"/>
                  </a:moveTo>
                  <a:cubicBezTo>
                    <a:pt x="10653819" y="34290"/>
                    <a:pt x="10653819" y="44450"/>
                    <a:pt x="10655089" y="53623"/>
                  </a:cubicBezTo>
                  <a:cubicBezTo>
                    <a:pt x="10657629" y="75144"/>
                    <a:pt x="10658899" y="97463"/>
                    <a:pt x="10661439" y="118985"/>
                  </a:cubicBezTo>
                  <a:cubicBezTo>
                    <a:pt x="10661439" y="150072"/>
                    <a:pt x="10674139" y="763042"/>
                    <a:pt x="10680489" y="794128"/>
                  </a:cubicBezTo>
                  <a:cubicBezTo>
                    <a:pt x="10686839" y="841157"/>
                    <a:pt x="10683029" y="888983"/>
                    <a:pt x="10683029" y="936012"/>
                  </a:cubicBezTo>
                  <a:cubicBezTo>
                    <a:pt x="10683029" y="977461"/>
                    <a:pt x="10684299" y="1015722"/>
                    <a:pt x="10685569" y="1056590"/>
                  </a:cubicBezTo>
                  <a:lnTo>
                    <a:pt x="10685569" y="1116280"/>
                  </a:lnTo>
                  <a:cubicBezTo>
                    <a:pt x="10662708" y="1116280"/>
                    <a:pt x="10642389" y="1117550"/>
                    <a:pt x="10622069" y="1116280"/>
                  </a:cubicBezTo>
                  <a:cubicBezTo>
                    <a:pt x="10092220" y="1111200"/>
                    <a:pt x="9538094" y="1117550"/>
                    <a:pt x="8992365" y="1112470"/>
                  </a:cubicBezTo>
                  <a:cubicBezTo>
                    <a:pt x="8664927" y="1108660"/>
                    <a:pt x="8345885" y="1111200"/>
                    <a:pt x="8018447" y="1108660"/>
                  </a:cubicBezTo>
                  <a:lnTo>
                    <a:pt x="7565072" y="1104850"/>
                  </a:lnTo>
                  <a:cubicBezTo>
                    <a:pt x="7472718" y="1104850"/>
                    <a:pt x="7388759" y="1106120"/>
                    <a:pt x="7296405" y="1106120"/>
                  </a:cubicBezTo>
                  <a:cubicBezTo>
                    <a:pt x="7061322" y="1104850"/>
                    <a:pt x="6414842" y="1106120"/>
                    <a:pt x="6179759" y="1104850"/>
                  </a:cubicBezTo>
                  <a:cubicBezTo>
                    <a:pt x="6011842" y="1103580"/>
                    <a:pt x="2653507" y="1112470"/>
                    <a:pt x="2485590" y="1111200"/>
                  </a:cubicBezTo>
                  <a:cubicBezTo>
                    <a:pt x="2443610" y="1111200"/>
                    <a:pt x="2393235" y="1112470"/>
                    <a:pt x="2351256" y="1112470"/>
                  </a:cubicBezTo>
                  <a:cubicBezTo>
                    <a:pt x="2250506" y="1112470"/>
                    <a:pt x="2158152" y="1113740"/>
                    <a:pt x="2057402" y="1113740"/>
                  </a:cubicBezTo>
                  <a:cubicBezTo>
                    <a:pt x="1805527" y="1113740"/>
                    <a:pt x="1562047" y="1112470"/>
                    <a:pt x="1310172" y="1111200"/>
                  </a:cubicBezTo>
                  <a:cubicBezTo>
                    <a:pt x="1159047" y="1109930"/>
                    <a:pt x="1007922" y="1108660"/>
                    <a:pt x="865193" y="1107390"/>
                  </a:cubicBezTo>
                  <a:cubicBezTo>
                    <a:pt x="596526" y="1106120"/>
                    <a:pt x="327859" y="1104850"/>
                    <a:pt x="50796" y="1104850"/>
                  </a:cubicBezTo>
                  <a:cubicBezTo>
                    <a:pt x="34505" y="1104850"/>
                    <a:pt x="25615" y="1104850"/>
                    <a:pt x="15455" y="1103580"/>
                  </a:cubicBezTo>
                  <a:cubicBezTo>
                    <a:pt x="6565" y="1102310"/>
                    <a:pt x="1485" y="1095960"/>
                    <a:pt x="4025" y="1087070"/>
                  </a:cubicBezTo>
                  <a:cubicBezTo>
                    <a:pt x="12915" y="1055577"/>
                    <a:pt x="9105" y="1035650"/>
                    <a:pt x="7835" y="1014925"/>
                  </a:cubicBezTo>
                  <a:cubicBezTo>
                    <a:pt x="6565" y="972679"/>
                    <a:pt x="2755" y="931230"/>
                    <a:pt x="4025" y="888983"/>
                  </a:cubicBezTo>
                  <a:cubicBezTo>
                    <a:pt x="1485" y="836375"/>
                    <a:pt x="-3595" y="185144"/>
                    <a:pt x="4025" y="131738"/>
                  </a:cubicBezTo>
                  <a:cubicBezTo>
                    <a:pt x="5295" y="121376"/>
                    <a:pt x="4025" y="110217"/>
                    <a:pt x="5295" y="99854"/>
                  </a:cubicBezTo>
                  <a:cubicBezTo>
                    <a:pt x="6565" y="83115"/>
                    <a:pt x="9105" y="6478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7963" y="30480"/>
                    <a:pt x="252297" y="29210"/>
                  </a:cubicBezTo>
                  <a:cubicBezTo>
                    <a:pt x="478984" y="25400"/>
                    <a:pt x="705672" y="22860"/>
                    <a:pt x="940755" y="20320"/>
                  </a:cubicBezTo>
                  <a:cubicBezTo>
                    <a:pt x="1100276" y="17780"/>
                    <a:pt x="1259797" y="16510"/>
                    <a:pt x="1410922" y="13970"/>
                  </a:cubicBezTo>
                  <a:cubicBezTo>
                    <a:pt x="1562047" y="11430"/>
                    <a:pt x="1721568" y="8890"/>
                    <a:pt x="1872694" y="8890"/>
                  </a:cubicBezTo>
                  <a:cubicBezTo>
                    <a:pt x="2040610" y="7620"/>
                    <a:pt x="2208527" y="10160"/>
                    <a:pt x="2376444" y="8890"/>
                  </a:cubicBezTo>
                  <a:cubicBezTo>
                    <a:pt x="2586340" y="8890"/>
                    <a:pt x="6389655" y="6350"/>
                    <a:pt x="6599551" y="5080"/>
                  </a:cubicBezTo>
                  <a:cubicBezTo>
                    <a:pt x="6801051" y="3810"/>
                    <a:pt x="7002551" y="2540"/>
                    <a:pt x="7212447" y="2540"/>
                  </a:cubicBezTo>
                  <a:cubicBezTo>
                    <a:pt x="7556676" y="1270"/>
                    <a:pt x="7892510" y="0"/>
                    <a:pt x="8236739" y="0"/>
                  </a:cubicBezTo>
                  <a:cubicBezTo>
                    <a:pt x="8379469" y="0"/>
                    <a:pt x="8530594" y="2540"/>
                    <a:pt x="8673323" y="2540"/>
                  </a:cubicBezTo>
                  <a:cubicBezTo>
                    <a:pt x="9067927" y="3810"/>
                    <a:pt x="9470928" y="5080"/>
                    <a:pt x="9865532" y="7620"/>
                  </a:cubicBezTo>
                  <a:cubicBezTo>
                    <a:pt x="10075428" y="8890"/>
                    <a:pt x="10285324" y="12700"/>
                    <a:pt x="10495220" y="16510"/>
                  </a:cubicBezTo>
                  <a:lnTo>
                    <a:pt x="10622069" y="16510"/>
                  </a:lnTo>
                  <a:cubicBezTo>
                    <a:pt x="10633499" y="17780"/>
                    <a:pt x="10642389" y="20320"/>
                    <a:pt x="10652549" y="21590"/>
                  </a:cubicBezTo>
                  <a:close/>
                  <a:moveTo>
                    <a:pt x="10662708" y="1099770"/>
                  </a:moveTo>
                  <a:cubicBezTo>
                    <a:pt x="10663979" y="1083260"/>
                    <a:pt x="10665249" y="1070560"/>
                    <a:pt x="10665249" y="1057860"/>
                  </a:cubicBezTo>
                  <a:cubicBezTo>
                    <a:pt x="10663979" y="1011737"/>
                    <a:pt x="10662708" y="969491"/>
                    <a:pt x="10662708" y="924056"/>
                  </a:cubicBezTo>
                  <a:cubicBezTo>
                    <a:pt x="10662708" y="903331"/>
                    <a:pt x="10665249" y="882607"/>
                    <a:pt x="10663979" y="861882"/>
                  </a:cubicBezTo>
                  <a:cubicBezTo>
                    <a:pt x="10663979" y="842752"/>
                    <a:pt x="10662708" y="822824"/>
                    <a:pt x="10661439" y="803694"/>
                  </a:cubicBezTo>
                  <a:cubicBezTo>
                    <a:pt x="10656358" y="774201"/>
                    <a:pt x="10644929" y="163622"/>
                    <a:pt x="10644929" y="134130"/>
                  </a:cubicBezTo>
                  <a:cubicBezTo>
                    <a:pt x="10642389" y="109420"/>
                    <a:pt x="10639849" y="83912"/>
                    <a:pt x="10637308" y="59202"/>
                  </a:cubicBezTo>
                  <a:cubicBezTo>
                    <a:pt x="10636039" y="44450"/>
                    <a:pt x="10634769" y="43180"/>
                    <a:pt x="10612762" y="41910"/>
                  </a:cubicBezTo>
                  <a:cubicBezTo>
                    <a:pt x="10587574" y="41910"/>
                    <a:pt x="10570783" y="41910"/>
                    <a:pt x="10545595" y="40640"/>
                  </a:cubicBezTo>
                  <a:cubicBezTo>
                    <a:pt x="10335699" y="36830"/>
                    <a:pt x="10117408" y="31750"/>
                    <a:pt x="9907511" y="30480"/>
                  </a:cubicBezTo>
                  <a:cubicBezTo>
                    <a:pt x="9395366" y="26670"/>
                    <a:pt x="8874823" y="25400"/>
                    <a:pt x="8362677" y="22860"/>
                  </a:cubicBezTo>
                  <a:lnTo>
                    <a:pt x="7758177" y="22860"/>
                  </a:lnTo>
                  <a:cubicBezTo>
                    <a:pt x="7489510" y="22860"/>
                    <a:pt x="7220843" y="22860"/>
                    <a:pt x="6960572" y="24130"/>
                  </a:cubicBezTo>
                  <a:cubicBezTo>
                    <a:pt x="6733884" y="25400"/>
                    <a:pt x="2913777" y="29210"/>
                    <a:pt x="2687090" y="29210"/>
                  </a:cubicBezTo>
                  <a:cubicBezTo>
                    <a:pt x="2317673" y="29210"/>
                    <a:pt x="1948256" y="26670"/>
                    <a:pt x="1578839" y="33020"/>
                  </a:cubicBezTo>
                  <a:cubicBezTo>
                    <a:pt x="1385735" y="36830"/>
                    <a:pt x="1201026" y="36830"/>
                    <a:pt x="1016318" y="38100"/>
                  </a:cubicBezTo>
                  <a:cubicBezTo>
                    <a:pt x="697276" y="41910"/>
                    <a:pt x="378234" y="45720"/>
                    <a:pt x="59192" y="50800"/>
                  </a:cubicBezTo>
                  <a:cubicBezTo>
                    <a:pt x="33235" y="50800"/>
                    <a:pt x="30695" y="52825"/>
                    <a:pt x="29425" y="62391"/>
                  </a:cubicBezTo>
                  <a:cubicBezTo>
                    <a:pt x="28155" y="76738"/>
                    <a:pt x="28155" y="91086"/>
                    <a:pt x="26885" y="105434"/>
                  </a:cubicBezTo>
                  <a:cubicBezTo>
                    <a:pt x="25615" y="129347"/>
                    <a:pt x="23075" y="152463"/>
                    <a:pt x="21805" y="176376"/>
                  </a:cubicBezTo>
                  <a:cubicBezTo>
                    <a:pt x="16725" y="201883"/>
                    <a:pt x="23075" y="825215"/>
                    <a:pt x="25615" y="850723"/>
                  </a:cubicBezTo>
                  <a:cubicBezTo>
                    <a:pt x="25615" y="877824"/>
                    <a:pt x="25615" y="905723"/>
                    <a:pt x="26885" y="932824"/>
                  </a:cubicBezTo>
                  <a:cubicBezTo>
                    <a:pt x="26885" y="952751"/>
                    <a:pt x="29425" y="972679"/>
                    <a:pt x="29425" y="992606"/>
                  </a:cubicBezTo>
                  <a:cubicBezTo>
                    <a:pt x="29425" y="1014128"/>
                    <a:pt x="29425" y="1035650"/>
                    <a:pt x="28155" y="1057860"/>
                  </a:cubicBezTo>
                  <a:lnTo>
                    <a:pt x="28155" y="1068020"/>
                  </a:lnTo>
                  <a:cubicBezTo>
                    <a:pt x="28155" y="1078180"/>
                    <a:pt x="31965" y="1081990"/>
                    <a:pt x="40855" y="1081990"/>
                  </a:cubicBezTo>
                  <a:cubicBezTo>
                    <a:pt x="134755" y="1081990"/>
                    <a:pt x="252296" y="1083260"/>
                    <a:pt x="361442" y="1083260"/>
                  </a:cubicBezTo>
                  <a:cubicBezTo>
                    <a:pt x="520963" y="1083260"/>
                    <a:pt x="688880" y="1080720"/>
                    <a:pt x="848401" y="1083260"/>
                  </a:cubicBezTo>
                  <a:cubicBezTo>
                    <a:pt x="1108672" y="1087070"/>
                    <a:pt x="1368943" y="1089610"/>
                    <a:pt x="1629214" y="1088340"/>
                  </a:cubicBezTo>
                  <a:cubicBezTo>
                    <a:pt x="1797131" y="1087070"/>
                    <a:pt x="1956652" y="1089610"/>
                    <a:pt x="2124569" y="1089610"/>
                  </a:cubicBezTo>
                  <a:cubicBezTo>
                    <a:pt x="2368048" y="1089610"/>
                    <a:pt x="2611527" y="1088340"/>
                    <a:pt x="2855007" y="1089610"/>
                  </a:cubicBezTo>
                  <a:cubicBezTo>
                    <a:pt x="3216028" y="1090880"/>
                    <a:pt x="7178864" y="1080720"/>
                    <a:pt x="7548281" y="1083260"/>
                  </a:cubicBezTo>
                  <a:cubicBezTo>
                    <a:pt x="7707802" y="1084530"/>
                    <a:pt x="7867322" y="1085800"/>
                    <a:pt x="8018447" y="1085800"/>
                  </a:cubicBezTo>
                  <a:cubicBezTo>
                    <a:pt x="8295510" y="1088340"/>
                    <a:pt x="8564178" y="1084530"/>
                    <a:pt x="8841240" y="1088340"/>
                  </a:cubicBezTo>
                  <a:cubicBezTo>
                    <a:pt x="9067927" y="1090880"/>
                    <a:pt x="9294615" y="1090880"/>
                    <a:pt x="9521303" y="1093420"/>
                  </a:cubicBezTo>
                  <a:cubicBezTo>
                    <a:pt x="9857137" y="1097230"/>
                    <a:pt x="10192970" y="1099770"/>
                    <a:pt x="10528803" y="1101040"/>
                  </a:cubicBezTo>
                  <a:cubicBezTo>
                    <a:pt x="10624608" y="1101040"/>
                    <a:pt x="10642389" y="1099770"/>
                    <a:pt x="10662708" y="1099770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5" name="Freeform 25"/>
          <p:cNvSpPr/>
          <p:nvPr/>
        </p:nvSpPr>
        <p:spPr>
          <a:xfrm rot="1658374">
            <a:off x="1348371" y="6688505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2"/>
                </a:lnTo>
                <a:lnTo>
                  <a:pt x="0" y="8196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2273749" y="5041673"/>
            <a:ext cx="1388783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Base de Datos: 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 para entorno académico y desarrollo local, con migraciones de Django.</a:t>
            </a:r>
          </a:p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 de versiones: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Git y repositorio remoto en GitHub.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73749" y="7252642"/>
            <a:ext cx="1388783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Pruebas: 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Django Test Framework (unitarias e integración), k6 (rendimiento y estrés) y OWASP ZAP (seguridad).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199" y="793909"/>
            <a:ext cx="3950416" cy="1007932"/>
            <a:chOff x="0" y="0"/>
            <a:chExt cx="5267221" cy="1343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221" cy="1343909"/>
            </a:xfrm>
            <a:custGeom>
              <a:avLst/>
              <a:gdLst/>
              <a:ahLst/>
              <a:cxnLst/>
              <a:rect l="l" t="t" r="r" b="b"/>
              <a:pathLst>
                <a:path w="5267221" h="1343909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de la solución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78961" y="753747"/>
            <a:ext cx="9646138" cy="887270"/>
            <a:chOff x="0" y="0"/>
            <a:chExt cx="4072436" cy="374590"/>
          </a:xfrm>
        </p:grpSpPr>
        <p:sp>
          <p:nvSpPr>
            <p:cNvPr id="13" name="Freeform 13"/>
            <p:cNvSpPr/>
            <p:nvPr/>
          </p:nvSpPr>
          <p:spPr>
            <a:xfrm>
              <a:off x="1956" y="0"/>
              <a:ext cx="4069073" cy="374590"/>
            </a:xfrm>
            <a:custGeom>
              <a:avLst/>
              <a:gdLst/>
              <a:ahLst/>
              <a:cxnLst/>
              <a:rect l="l" t="t" r="r" b="b"/>
              <a:pathLst>
                <a:path w="4069073" h="374590">
                  <a:moveTo>
                    <a:pt x="1254" y="0"/>
                  </a:moveTo>
                  <a:lnTo>
                    <a:pt x="3864070" y="0"/>
                  </a:lnTo>
                  <a:cubicBezTo>
                    <a:pt x="3866134" y="0"/>
                    <a:pt x="3868123" y="777"/>
                    <a:pt x="3869641" y="2176"/>
                  </a:cubicBezTo>
                  <a:lnTo>
                    <a:pt x="4068119" y="185119"/>
                  </a:lnTo>
                  <a:cubicBezTo>
                    <a:pt x="4068727" y="185680"/>
                    <a:pt x="4069073" y="186469"/>
                    <a:pt x="4069073" y="187295"/>
                  </a:cubicBezTo>
                  <a:cubicBezTo>
                    <a:pt x="4069073" y="188122"/>
                    <a:pt x="4068727" y="188911"/>
                    <a:pt x="4068119" y="189471"/>
                  </a:cubicBezTo>
                  <a:lnTo>
                    <a:pt x="3869641" y="372415"/>
                  </a:lnTo>
                  <a:cubicBezTo>
                    <a:pt x="3868123" y="373814"/>
                    <a:pt x="3866134" y="374590"/>
                    <a:pt x="3864070" y="374590"/>
                  </a:cubicBezTo>
                  <a:lnTo>
                    <a:pt x="1254" y="374590"/>
                  </a:lnTo>
                  <a:cubicBezTo>
                    <a:pt x="738" y="374590"/>
                    <a:pt x="274" y="374274"/>
                    <a:pt x="86" y="373793"/>
                  </a:cubicBezTo>
                  <a:cubicBezTo>
                    <a:pt x="-101" y="373312"/>
                    <a:pt x="25" y="372765"/>
                    <a:pt x="405" y="372415"/>
                  </a:cubicBezTo>
                  <a:lnTo>
                    <a:pt x="198883" y="189471"/>
                  </a:lnTo>
                  <a:cubicBezTo>
                    <a:pt x="199491" y="188911"/>
                    <a:pt x="199837" y="188122"/>
                    <a:pt x="199837" y="187295"/>
                  </a:cubicBezTo>
                  <a:cubicBezTo>
                    <a:pt x="199837" y="186469"/>
                    <a:pt x="199491" y="185680"/>
                    <a:pt x="198883" y="185119"/>
                  </a:cubicBezTo>
                  <a:lnTo>
                    <a:pt x="405" y="2176"/>
                  </a:lnTo>
                  <a:cubicBezTo>
                    <a:pt x="25" y="1826"/>
                    <a:pt x="-101" y="1279"/>
                    <a:pt x="86" y="798"/>
                  </a:cubicBezTo>
                  <a:cubicBezTo>
                    <a:pt x="274" y="317"/>
                    <a:pt x="738" y="0"/>
                    <a:pt x="1254" y="0"/>
                  </a:cubicBezTo>
                  <a:close/>
                </a:path>
              </a:pathLst>
            </a:custGeom>
            <a:solidFill>
              <a:srgbClr val="E5E9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3818436" cy="422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sng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  <a:hlinkClick r:id="rId6" tooltip="https://janisduoc.pythonanywhere.com/core/"/>
                </a:rPr>
                <a:t>https://janisduoc.pythonanywhere.com/core/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199" y="793909"/>
            <a:ext cx="3950416" cy="1007932"/>
            <a:chOff x="0" y="0"/>
            <a:chExt cx="5267221" cy="1343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221" cy="1343909"/>
            </a:xfrm>
            <a:custGeom>
              <a:avLst/>
              <a:gdLst/>
              <a:ahLst/>
              <a:cxnLst/>
              <a:rect l="l" t="t" r="r" b="b"/>
              <a:pathLst>
                <a:path w="5267221" h="1343909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6028" y="2141776"/>
            <a:ext cx="16083272" cy="2151001"/>
            <a:chOff x="0" y="0"/>
            <a:chExt cx="11505834" cy="1538808"/>
          </a:xfrm>
        </p:grpSpPr>
        <p:sp>
          <p:nvSpPr>
            <p:cNvPr id="13" name="Freeform 13"/>
            <p:cNvSpPr/>
            <p:nvPr/>
          </p:nvSpPr>
          <p:spPr>
            <a:xfrm>
              <a:off x="40140" y="45156"/>
              <a:ext cx="11465694" cy="1492946"/>
            </a:xfrm>
            <a:custGeom>
              <a:avLst/>
              <a:gdLst/>
              <a:ahLst/>
              <a:cxnLst/>
              <a:rect l="l" t="t" r="r" b="b"/>
              <a:pathLst>
                <a:path w="11465694" h="1492946">
                  <a:moveTo>
                    <a:pt x="500" y="1463172"/>
                  </a:moveTo>
                  <a:cubicBezTo>
                    <a:pt x="-2040" y="1472061"/>
                    <a:pt x="3040" y="1478411"/>
                    <a:pt x="65084" y="1479682"/>
                  </a:cubicBezTo>
                  <a:cubicBezTo>
                    <a:pt x="137228" y="1480951"/>
                    <a:pt x="200354" y="1480951"/>
                    <a:pt x="272498" y="1480951"/>
                  </a:cubicBezTo>
                  <a:cubicBezTo>
                    <a:pt x="561073" y="1482222"/>
                    <a:pt x="849647" y="1482222"/>
                    <a:pt x="1147240" y="1483492"/>
                  </a:cubicBezTo>
                  <a:cubicBezTo>
                    <a:pt x="1309564" y="1484761"/>
                    <a:pt x="1471887" y="1486032"/>
                    <a:pt x="1625192" y="1487301"/>
                  </a:cubicBezTo>
                  <a:cubicBezTo>
                    <a:pt x="1895731" y="1488572"/>
                    <a:pt x="2157252" y="1488572"/>
                    <a:pt x="2427791" y="1489842"/>
                  </a:cubicBezTo>
                  <a:cubicBezTo>
                    <a:pt x="2536007" y="1489842"/>
                    <a:pt x="2635204" y="1489842"/>
                    <a:pt x="2743420" y="1488572"/>
                  </a:cubicBezTo>
                  <a:cubicBezTo>
                    <a:pt x="2788510" y="1488572"/>
                    <a:pt x="2842618" y="1487301"/>
                    <a:pt x="2887708" y="1487301"/>
                  </a:cubicBezTo>
                  <a:cubicBezTo>
                    <a:pt x="3068067" y="1488572"/>
                    <a:pt x="6675253" y="1479682"/>
                    <a:pt x="6855613" y="1480951"/>
                  </a:cubicBezTo>
                  <a:cubicBezTo>
                    <a:pt x="7108115" y="1482222"/>
                    <a:pt x="7802499" y="1482222"/>
                    <a:pt x="8055002" y="1482222"/>
                  </a:cubicBezTo>
                  <a:cubicBezTo>
                    <a:pt x="8154199" y="1482222"/>
                    <a:pt x="8244379" y="1480951"/>
                    <a:pt x="8343577" y="1480951"/>
                  </a:cubicBezTo>
                  <a:lnTo>
                    <a:pt x="8830547" y="1484761"/>
                  </a:lnTo>
                  <a:cubicBezTo>
                    <a:pt x="9182247" y="1487301"/>
                    <a:pt x="9524930" y="1484761"/>
                    <a:pt x="9876631" y="1488572"/>
                  </a:cubicBezTo>
                  <a:cubicBezTo>
                    <a:pt x="10462799" y="1493651"/>
                    <a:pt x="11057984" y="1487301"/>
                    <a:pt x="11402194" y="1492382"/>
                  </a:cubicBezTo>
                  <a:cubicBezTo>
                    <a:pt x="11422514" y="1493651"/>
                    <a:pt x="11442834" y="1492382"/>
                    <a:pt x="11465694" y="1492382"/>
                  </a:cubicBezTo>
                  <a:lnTo>
                    <a:pt x="11465694" y="1432692"/>
                  </a:lnTo>
                  <a:cubicBezTo>
                    <a:pt x="11464424" y="1372507"/>
                    <a:pt x="11463154" y="1319258"/>
                    <a:pt x="11463154" y="1262682"/>
                  </a:cubicBezTo>
                  <a:cubicBezTo>
                    <a:pt x="11463154" y="1197230"/>
                    <a:pt x="11466964" y="1130669"/>
                    <a:pt x="11460614" y="1065218"/>
                  </a:cubicBezTo>
                  <a:cubicBezTo>
                    <a:pt x="11452994" y="1021953"/>
                    <a:pt x="11441564" y="168865"/>
                    <a:pt x="11441564" y="125600"/>
                  </a:cubicBezTo>
                  <a:cubicBezTo>
                    <a:pt x="11439024" y="95648"/>
                    <a:pt x="11437754" y="64586"/>
                    <a:pt x="11435214" y="34634"/>
                  </a:cubicBezTo>
                  <a:cubicBezTo>
                    <a:pt x="11435214" y="25759"/>
                    <a:pt x="11433944" y="16884"/>
                    <a:pt x="11432674" y="5644"/>
                  </a:cubicBezTo>
                  <a:cubicBezTo>
                    <a:pt x="11422514" y="3104"/>
                    <a:pt x="11413624" y="1834"/>
                    <a:pt x="11403464" y="564"/>
                  </a:cubicBezTo>
                  <a:cubicBezTo>
                    <a:pt x="11395844" y="-706"/>
                    <a:pt x="11388224" y="564"/>
                    <a:pt x="11381874" y="564"/>
                  </a:cubicBezTo>
                  <a:lnTo>
                    <a:pt x="19995" y="5644"/>
                  </a:lnTo>
                  <a:lnTo>
                    <a:pt x="500" y="1463172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430" y="16510"/>
              <a:ext cx="11444874" cy="1484198"/>
            </a:xfrm>
            <a:custGeom>
              <a:avLst/>
              <a:gdLst/>
              <a:ahLst/>
              <a:cxnLst/>
              <a:rect l="l" t="t" r="r" b="b"/>
              <a:pathLst>
                <a:path w="11444874" h="1484198">
                  <a:moveTo>
                    <a:pt x="11444874" y="1484198"/>
                  </a:moveTo>
                  <a:lnTo>
                    <a:pt x="0" y="1476578"/>
                  </a:lnTo>
                  <a:lnTo>
                    <a:pt x="0" y="526987"/>
                  </a:lnTo>
                  <a:lnTo>
                    <a:pt x="7620" y="20320"/>
                  </a:lnTo>
                  <a:lnTo>
                    <a:pt x="5757077" y="0"/>
                  </a:lnTo>
                  <a:lnTo>
                    <a:pt x="114232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-215" y="0"/>
              <a:ext cx="11469218" cy="1510162"/>
            </a:xfrm>
            <a:custGeom>
              <a:avLst/>
              <a:gdLst/>
              <a:ahLst/>
              <a:cxnLst/>
              <a:rect l="l" t="t" r="r" b="b"/>
              <a:pathLst>
                <a:path w="11469218" h="1510162">
                  <a:moveTo>
                    <a:pt x="11436199" y="21590"/>
                  </a:moveTo>
                  <a:cubicBezTo>
                    <a:pt x="11437469" y="34290"/>
                    <a:pt x="11437469" y="44450"/>
                    <a:pt x="11438739" y="54275"/>
                  </a:cubicBezTo>
                  <a:cubicBezTo>
                    <a:pt x="11441279" y="84227"/>
                    <a:pt x="11442549" y="115289"/>
                    <a:pt x="11445089" y="145241"/>
                  </a:cubicBezTo>
                  <a:cubicBezTo>
                    <a:pt x="11445089" y="188506"/>
                    <a:pt x="11457789" y="1041594"/>
                    <a:pt x="11464139" y="1084859"/>
                  </a:cubicBezTo>
                  <a:cubicBezTo>
                    <a:pt x="11470489" y="1150310"/>
                    <a:pt x="11466679" y="1216871"/>
                    <a:pt x="11466679" y="1282323"/>
                  </a:cubicBezTo>
                  <a:cubicBezTo>
                    <a:pt x="11466679" y="1340009"/>
                    <a:pt x="11467949" y="1393257"/>
                    <a:pt x="11469219" y="1449907"/>
                  </a:cubicBezTo>
                  <a:lnTo>
                    <a:pt x="11469219" y="1509598"/>
                  </a:lnTo>
                  <a:cubicBezTo>
                    <a:pt x="11446359" y="1509598"/>
                    <a:pt x="11426039" y="1510867"/>
                    <a:pt x="11405719" y="1509598"/>
                  </a:cubicBezTo>
                  <a:cubicBezTo>
                    <a:pt x="10836818" y="1504517"/>
                    <a:pt x="10241633" y="1510867"/>
                    <a:pt x="9655464" y="1505788"/>
                  </a:cubicBezTo>
                  <a:cubicBezTo>
                    <a:pt x="9303764" y="1501978"/>
                    <a:pt x="8961082" y="1504517"/>
                    <a:pt x="8609381" y="1501978"/>
                  </a:cubicBezTo>
                  <a:lnTo>
                    <a:pt x="8122411" y="1498167"/>
                  </a:lnTo>
                  <a:cubicBezTo>
                    <a:pt x="8023213" y="1498167"/>
                    <a:pt x="7933033" y="1499438"/>
                    <a:pt x="7833835" y="1499438"/>
                  </a:cubicBezTo>
                  <a:cubicBezTo>
                    <a:pt x="7581333" y="1498167"/>
                    <a:pt x="6886949" y="1499438"/>
                    <a:pt x="6634446" y="1498167"/>
                  </a:cubicBezTo>
                  <a:cubicBezTo>
                    <a:pt x="6454087" y="1496898"/>
                    <a:pt x="2846901" y="1505788"/>
                    <a:pt x="2666542" y="1504517"/>
                  </a:cubicBezTo>
                  <a:cubicBezTo>
                    <a:pt x="2621452" y="1504517"/>
                    <a:pt x="2567344" y="1505788"/>
                    <a:pt x="2522254" y="1505788"/>
                  </a:cubicBezTo>
                  <a:cubicBezTo>
                    <a:pt x="2414038" y="1505788"/>
                    <a:pt x="2314841" y="1507057"/>
                    <a:pt x="2206625" y="1507057"/>
                  </a:cubicBezTo>
                  <a:cubicBezTo>
                    <a:pt x="1936086" y="1507057"/>
                    <a:pt x="1674565" y="1505788"/>
                    <a:pt x="1404027" y="1504517"/>
                  </a:cubicBezTo>
                  <a:cubicBezTo>
                    <a:pt x="1241703" y="1503248"/>
                    <a:pt x="1079380" y="1501978"/>
                    <a:pt x="926074" y="1500707"/>
                  </a:cubicBezTo>
                  <a:cubicBezTo>
                    <a:pt x="637499" y="1499438"/>
                    <a:pt x="348924" y="1498167"/>
                    <a:pt x="51332" y="1498167"/>
                  </a:cubicBezTo>
                  <a:cubicBezTo>
                    <a:pt x="34505" y="1498167"/>
                    <a:pt x="25615" y="1498167"/>
                    <a:pt x="15455" y="1496898"/>
                  </a:cubicBezTo>
                  <a:cubicBezTo>
                    <a:pt x="6565" y="1495628"/>
                    <a:pt x="1485" y="1489278"/>
                    <a:pt x="4025" y="1480388"/>
                  </a:cubicBezTo>
                  <a:cubicBezTo>
                    <a:pt x="12915" y="1448725"/>
                    <a:pt x="9105" y="1420991"/>
                    <a:pt x="7835" y="1392148"/>
                  </a:cubicBezTo>
                  <a:cubicBezTo>
                    <a:pt x="6565" y="1333353"/>
                    <a:pt x="2755" y="1275667"/>
                    <a:pt x="4025" y="1216871"/>
                  </a:cubicBezTo>
                  <a:cubicBezTo>
                    <a:pt x="1485" y="1143654"/>
                    <a:pt x="-3595" y="237317"/>
                    <a:pt x="4025" y="162991"/>
                  </a:cubicBezTo>
                  <a:cubicBezTo>
                    <a:pt x="5295" y="148569"/>
                    <a:pt x="4025" y="133038"/>
                    <a:pt x="5295" y="118617"/>
                  </a:cubicBezTo>
                  <a:cubicBezTo>
                    <a:pt x="6565" y="95320"/>
                    <a:pt x="9105" y="6980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3475" y="30480"/>
                    <a:pt x="267763" y="29210"/>
                  </a:cubicBezTo>
                  <a:cubicBezTo>
                    <a:pt x="511248" y="25400"/>
                    <a:pt x="754733" y="22860"/>
                    <a:pt x="1007236" y="20320"/>
                  </a:cubicBezTo>
                  <a:cubicBezTo>
                    <a:pt x="1178577" y="17780"/>
                    <a:pt x="1349919" y="16510"/>
                    <a:pt x="1512242" y="13970"/>
                  </a:cubicBezTo>
                  <a:cubicBezTo>
                    <a:pt x="1674566" y="11430"/>
                    <a:pt x="1845907" y="8890"/>
                    <a:pt x="2008230" y="8890"/>
                  </a:cubicBezTo>
                  <a:cubicBezTo>
                    <a:pt x="2188590" y="7620"/>
                    <a:pt x="2368949" y="10160"/>
                    <a:pt x="2549308" y="8890"/>
                  </a:cubicBezTo>
                  <a:cubicBezTo>
                    <a:pt x="2774757" y="8890"/>
                    <a:pt x="6859896" y="6350"/>
                    <a:pt x="7085345" y="5080"/>
                  </a:cubicBezTo>
                  <a:cubicBezTo>
                    <a:pt x="7301776" y="3810"/>
                    <a:pt x="7518207" y="2540"/>
                    <a:pt x="7743656" y="2540"/>
                  </a:cubicBezTo>
                  <a:cubicBezTo>
                    <a:pt x="8113393" y="1270"/>
                    <a:pt x="8474112" y="0"/>
                    <a:pt x="8843848" y="0"/>
                  </a:cubicBezTo>
                  <a:cubicBezTo>
                    <a:pt x="8997153" y="0"/>
                    <a:pt x="9159477" y="2540"/>
                    <a:pt x="9312781" y="2540"/>
                  </a:cubicBezTo>
                  <a:cubicBezTo>
                    <a:pt x="9736627" y="3810"/>
                    <a:pt x="10169488" y="5080"/>
                    <a:pt x="10593334" y="7620"/>
                  </a:cubicBezTo>
                  <a:cubicBezTo>
                    <a:pt x="10818783" y="8890"/>
                    <a:pt x="11044232" y="12700"/>
                    <a:pt x="11269681" y="16510"/>
                  </a:cubicBezTo>
                  <a:lnTo>
                    <a:pt x="11405719" y="16510"/>
                  </a:lnTo>
                  <a:cubicBezTo>
                    <a:pt x="11417149" y="17780"/>
                    <a:pt x="11426039" y="20320"/>
                    <a:pt x="11436199" y="21590"/>
                  </a:cubicBezTo>
                  <a:close/>
                  <a:moveTo>
                    <a:pt x="11446359" y="1493088"/>
                  </a:moveTo>
                  <a:cubicBezTo>
                    <a:pt x="11447629" y="1476578"/>
                    <a:pt x="11448899" y="1463878"/>
                    <a:pt x="11448899" y="1451178"/>
                  </a:cubicBezTo>
                  <a:cubicBezTo>
                    <a:pt x="11447629" y="1387711"/>
                    <a:pt x="11446359" y="1328915"/>
                    <a:pt x="11446359" y="1265682"/>
                  </a:cubicBezTo>
                  <a:cubicBezTo>
                    <a:pt x="11446359" y="1236839"/>
                    <a:pt x="11448899" y="1207996"/>
                    <a:pt x="11447629" y="1179153"/>
                  </a:cubicBezTo>
                  <a:cubicBezTo>
                    <a:pt x="11447629" y="1152529"/>
                    <a:pt x="11446359" y="1124795"/>
                    <a:pt x="11445089" y="1098171"/>
                  </a:cubicBezTo>
                  <a:cubicBezTo>
                    <a:pt x="11440009" y="1057125"/>
                    <a:pt x="11428579" y="207365"/>
                    <a:pt x="11428579" y="166319"/>
                  </a:cubicBezTo>
                  <a:cubicBezTo>
                    <a:pt x="11426039" y="131929"/>
                    <a:pt x="11423499" y="96430"/>
                    <a:pt x="11420959" y="62040"/>
                  </a:cubicBezTo>
                  <a:cubicBezTo>
                    <a:pt x="11419689" y="44450"/>
                    <a:pt x="11418419" y="43180"/>
                    <a:pt x="11395933" y="41910"/>
                  </a:cubicBezTo>
                  <a:cubicBezTo>
                    <a:pt x="11368878" y="41910"/>
                    <a:pt x="11350842" y="41910"/>
                    <a:pt x="11323788" y="40640"/>
                  </a:cubicBezTo>
                  <a:cubicBezTo>
                    <a:pt x="11098339" y="36830"/>
                    <a:pt x="10863872" y="31750"/>
                    <a:pt x="10638423" y="30480"/>
                  </a:cubicBezTo>
                  <a:cubicBezTo>
                    <a:pt x="10088327" y="26670"/>
                    <a:pt x="9529213" y="25400"/>
                    <a:pt x="8979117" y="22860"/>
                  </a:cubicBezTo>
                  <a:lnTo>
                    <a:pt x="8329824" y="22860"/>
                  </a:lnTo>
                  <a:cubicBezTo>
                    <a:pt x="8041249" y="22860"/>
                    <a:pt x="7752674" y="22860"/>
                    <a:pt x="7473117" y="24130"/>
                  </a:cubicBezTo>
                  <a:cubicBezTo>
                    <a:pt x="7229632" y="25400"/>
                    <a:pt x="3126458" y="29210"/>
                    <a:pt x="2882973" y="29210"/>
                  </a:cubicBezTo>
                  <a:cubicBezTo>
                    <a:pt x="2486182" y="29210"/>
                    <a:pt x="2089392" y="26670"/>
                    <a:pt x="1692601" y="33020"/>
                  </a:cubicBezTo>
                  <a:cubicBezTo>
                    <a:pt x="1485188" y="36830"/>
                    <a:pt x="1286793" y="36830"/>
                    <a:pt x="1088398" y="38100"/>
                  </a:cubicBezTo>
                  <a:cubicBezTo>
                    <a:pt x="745715" y="41910"/>
                    <a:pt x="403032" y="45720"/>
                    <a:pt x="60350" y="50800"/>
                  </a:cubicBezTo>
                  <a:cubicBezTo>
                    <a:pt x="33235" y="50800"/>
                    <a:pt x="30695" y="53165"/>
                    <a:pt x="29425" y="66477"/>
                  </a:cubicBezTo>
                  <a:cubicBezTo>
                    <a:pt x="28155" y="86446"/>
                    <a:pt x="28155" y="106414"/>
                    <a:pt x="26885" y="126382"/>
                  </a:cubicBezTo>
                  <a:cubicBezTo>
                    <a:pt x="25615" y="159663"/>
                    <a:pt x="23075" y="191834"/>
                    <a:pt x="21805" y="225114"/>
                  </a:cubicBezTo>
                  <a:cubicBezTo>
                    <a:pt x="16725" y="260613"/>
                    <a:pt x="23075" y="1128123"/>
                    <a:pt x="25615" y="1163622"/>
                  </a:cubicBezTo>
                  <a:cubicBezTo>
                    <a:pt x="25615" y="1201340"/>
                    <a:pt x="25615" y="1240168"/>
                    <a:pt x="26885" y="1277885"/>
                  </a:cubicBezTo>
                  <a:cubicBezTo>
                    <a:pt x="26885" y="1305619"/>
                    <a:pt x="29425" y="1333353"/>
                    <a:pt x="29425" y="1361086"/>
                  </a:cubicBezTo>
                  <a:cubicBezTo>
                    <a:pt x="29425" y="1391039"/>
                    <a:pt x="29425" y="1420991"/>
                    <a:pt x="28155" y="1451178"/>
                  </a:cubicBezTo>
                  <a:lnTo>
                    <a:pt x="28155" y="1461338"/>
                  </a:lnTo>
                  <a:cubicBezTo>
                    <a:pt x="28155" y="1471498"/>
                    <a:pt x="31965" y="1475308"/>
                    <a:pt x="40855" y="1475308"/>
                  </a:cubicBezTo>
                  <a:cubicBezTo>
                    <a:pt x="141511" y="1475308"/>
                    <a:pt x="267763" y="1476578"/>
                    <a:pt x="384996" y="1476578"/>
                  </a:cubicBezTo>
                  <a:cubicBezTo>
                    <a:pt x="556338" y="1476578"/>
                    <a:pt x="736697" y="1474038"/>
                    <a:pt x="908038" y="1476578"/>
                  </a:cubicBezTo>
                  <a:cubicBezTo>
                    <a:pt x="1187595" y="1480388"/>
                    <a:pt x="1467152" y="1482928"/>
                    <a:pt x="1746709" y="1481658"/>
                  </a:cubicBezTo>
                  <a:cubicBezTo>
                    <a:pt x="1927069" y="1480388"/>
                    <a:pt x="2098410" y="1482928"/>
                    <a:pt x="2278769" y="1482928"/>
                  </a:cubicBezTo>
                  <a:cubicBezTo>
                    <a:pt x="2540290" y="1482928"/>
                    <a:pt x="2801811" y="1481658"/>
                    <a:pt x="3063332" y="1482928"/>
                  </a:cubicBezTo>
                  <a:cubicBezTo>
                    <a:pt x="3451105" y="1484198"/>
                    <a:pt x="7707584" y="1474038"/>
                    <a:pt x="8104375" y="1476578"/>
                  </a:cubicBezTo>
                  <a:cubicBezTo>
                    <a:pt x="8275716" y="1477848"/>
                    <a:pt x="8447058" y="1479118"/>
                    <a:pt x="8609381" y="1479118"/>
                  </a:cubicBezTo>
                  <a:cubicBezTo>
                    <a:pt x="8906974" y="1481658"/>
                    <a:pt x="9195548" y="1477848"/>
                    <a:pt x="9493142" y="1481658"/>
                  </a:cubicBezTo>
                  <a:cubicBezTo>
                    <a:pt x="9736627" y="1484198"/>
                    <a:pt x="9980111" y="1484198"/>
                    <a:pt x="10223596" y="1486738"/>
                  </a:cubicBezTo>
                  <a:cubicBezTo>
                    <a:pt x="10584315" y="1490548"/>
                    <a:pt x="10945034" y="1493088"/>
                    <a:pt x="11305753" y="1494358"/>
                  </a:cubicBezTo>
                  <a:cubicBezTo>
                    <a:pt x="11408259" y="1494358"/>
                    <a:pt x="11426039" y="1493088"/>
                    <a:pt x="11446359" y="1493088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9692" y="4559477"/>
            <a:ext cx="16009608" cy="1988707"/>
            <a:chOff x="0" y="0"/>
            <a:chExt cx="11453135" cy="1422704"/>
          </a:xfrm>
        </p:grpSpPr>
        <p:sp>
          <p:nvSpPr>
            <p:cNvPr id="17" name="Freeform 17"/>
            <p:cNvSpPr/>
            <p:nvPr/>
          </p:nvSpPr>
          <p:spPr>
            <a:xfrm>
              <a:off x="40140" y="45156"/>
              <a:ext cx="11412995" cy="1376843"/>
            </a:xfrm>
            <a:custGeom>
              <a:avLst/>
              <a:gdLst/>
              <a:ahLst/>
              <a:cxnLst/>
              <a:rect l="l" t="t" r="r" b="b"/>
              <a:pathLst>
                <a:path w="11412995" h="1376843">
                  <a:moveTo>
                    <a:pt x="500" y="1347068"/>
                  </a:moveTo>
                  <a:cubicBezTo>
                    <a:pt x="-2040" y="1355958"/>
                    <a:pt x="3040" y="1362308"/>
                    <a:pt x="64797" y="1363578"/>
                  </a:cubicBezTo>
                  <a:cubicBezTo>
                    <a:pt x="136607" y="1364848"/>
                    <a:pt x="199439" y="1364848"/>
                    <a:pt x="271248" y="1364848"/>
                  </a:cubicBezTo>
                  <a:cubicBezTo>
                    <a:pt x="558485" y="1366118"/>
                    <a:pt x="845721" y="1366118"/>
                    <a:pt x="1141933" y="1367388"/>
                  </a:cubicBezTo>
                  <a:cubicBezTo>
                    <a:pt x="1303503" y="1368658"/>
                    <a:pt x="1465073" y="1369928"/>
                    <a:pt x="1617668" y="1371198"/>
                  </a:cubicBezTo>
                  <a:cubicBezTo>
                    <a:pt x="1886952" y="1372468"/>
                    <a:pt x="2147259" y="1372468"/>
                    <a:pt x="2416543" y="1373738"/>
                  </a:cubicBezTo>
                  <a:cubicBezTo>
                    <a:pt x="2524257" y="1373738"/>
                    <a:pt x="2622994" y="1373738"/>
                    <a:pt x="2730708" y="1372468"/>
                  </a:cubicBezTo>
                  <a:cubicBezTo>
                    <a:pt x="2775588" y="1372468"/>
                    <a:pt x="2829445" y="1371198"/>
                    <a:pt x="2874326" y="1371198"/>
                  </a:cubicBezTo>
                  <a:cubicBezTo>
                    <a:pt x="3053848" y="1372468"/>
                    <a:pt x="6644300" y="1363578"/>
                    <a:pt x="6823822" y="1364848"/>
                  </a:cubicBezTo>
                  <a:cubicBezTo>
                    <a:pt x="7075154" y="1366118"/>
                    <a:pt x="7766316" y="1366118"/>
                    <a:pt x="8017647" y="1366118"/>
                  </a:cubicBezTo>
                  <a:cubicBezTo>
                    <a:pt x="8116385" y="1366118"/>
                    <a:pt x="8206147" y="1364848"/>
                    <a:pt x="8304884" y="1364848"/>
                  </a:cubicBezTo>
                  <a:lnTo>
                    <a:pt x="8789595" y="1368658"/>
                  </a:lnTo>
                  <a:cubicBezTo>
                    <a:pt x="9139664" y="1371198"/>
                    <a:pt x="9480756" y="1368658"/>
                    <a:pt x="9830826" y="1372468"/>
                  </a:cubicBezTo>
                  <a:cubicBezTo>
                    <a:pt x="10414274" y="1377548"/>
                    <a:pt x="11006698" y="1371198"/>
                    <a:pt x="11349495" y="1376278"/>
                  </a:cubicBezTo>
                  <a:cubicBezTo>
                    <a:pt x="11369815" y="1377548"/>
                    <a:pt x="11390135" y="1376278"/>
                    <a:pt x="11412995" y="1376278"/>
                  </a:cubicBezTo>
                  <a:lnTo>
                    <a:pt x="11412995" y="1316588"/>
                  </a:lnTo>
                  <a:cubicBezTo>
                    <a:pt x="11411725" y="1259034"/>
                    <a:pt x="11410456" y="1210210"/>
                    <a:pt x="11410456" y="1158334"/>
                  </a:cubicBezTo>
                  <a:cubicBezTo>
                    <a:pt x="11410456" y="1098321"/>
                    <a:pt x="11414265" y="1037290"/>
                    <a:pt x="11407915" y="977277"/>
                  </a:cubicBezTo>
                  <a:cubicBezTo>
                    <a:pt x="11400295" y="937607"/>
                    <a:pt x="11388865" y="155399"/>
                    <a:pt x="11388865" y="115729"/>
                  </a:cubicBezTo>
                  <a:cubicBezTo>
                    <a:pt x="11386325" y="88266"/>
                    <a:pt x="11385056" y="59785"/>
                    <a:pt x="11382515" y="32321"/>
                  </a:cubicBezTo>
                  <a:cubicBezTo>
                    <a:pt x="11382515" y="24184"/>
                    <a:pt x="11381245" y="16046"/>
                    <a:pt x="11379975" y="5644"/>
                  </a:cubicBezTo>
                  <a:cubicBezTo>
                    <a:pt x="11369815" y="3104"/>
                    <a:pt x="11360925" y="1834"/>
                    <a:pt x="11350765" y="564"/>
                  </a:cubicBezTo>
                  <a:cubicBezTo>
                    <a:pt x="11343145" y="-706"/>
                    <a:pt x="11335525" y="564"/>
                    <a:pt x="11329175" y="564"/>
                  </a:cubicBezTo>
                  <a:lnTo>
                    <a:pt x="19917" y="5644"/>
                  </a:lnTo>
                  <a:lnTo>
                    <a:pt x="500" y="1347068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430" y="16510"/>
              <a:ext cx="11392175" cy="1368094"/>
            </a:xfrm>
            <a:custGeom>
              <a:avLst/>
              <a:gdLst/>
              <a:ahLst/>
              <a:cxnLst/>
              <a:rect l="l" t="t" r="r" b="b"/>
              <a:pathLst>
                <a:path w="11392175" h="1368094">
                  <a:moveTo>
                    <a:pt x="11392175" y="1368094"/>
                  </a:moveTo>
                  <a:lnTo>
                    <a:pt x="0" y="1360474"/>
                  </a:lnTo>
                  <a:lnTo>
                    <a:pt x="0" y="486146"/>
                  </a:lnTo>
                  <a:lnTo>
                    <a:pt x="7620" y="20320"/>
                  </a:lnTo>
                  <a:lnTo>
                    <a:pt x="5730516" y="0"/>
                  </a:lnTo>
                  <a:lnTo>
                    <a:pt x="11370585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-215" y="0"/>
              <a:ext cx="11416520" cy="1394058"/>
            </a:xfrm>
            <a:custGeom>
              <a:avLst/>
              <a:gdLst/>
              <a:ahLst/>
              <a:cxnLst/>
              <a:rect l="l" t="t" r="r" b="b"/>
              <a:pathLst>
                <a:path w="11416520" h="1394058">
                  <a:moveTo>
                    <a:pt x="11383500" y="21590"/>
                  </a:moveTo>
                  <a:cubicBezTo>
                    <a:pt x="11384770" y="34290"/>
                    <a:pt x="11384770" y="44450"/>
                    <a:pt x="11386040" y="54082"/>
                  </a:cubicBezTo>
                  <a:cubicBezTo>
                    <a:pt x="11388580" y="81546"/>
                    <a:pt x="11389850" y="110027"/>
                    <a:pt x="11392390" y="137490"/>
                  </a:cubicBezTo>
                  <a:cubicBezTo>
                    <a:pt x="11392390" y="177160"/>
                    <a:pt x="11405090" y="959368"/>
                    <a:pt x="11411440" y="999038"/>
                  </a:cubicBezTo>
                  <a:cubicBezTo>
                    <a:pt x="11417790" y="1059051"/>
                    <a:pt x="11413980" y="1120082"/>
                    <a:pt x="11413980" y="1180095"/>
                  </a:cubicBezTo>
                  <a:cubicBezTo>
                    <a:pt x="11413980" y="1232988"/>
                    <a:pt x="11415250" y="1281812"/>
                    <a:pt x="11416520" y="1333804"/>
                  </a:cubicBezTo>
                  <a:lnTo>
                    <a:pt x="11416520" y="1393494"/>
                  </a:lnTo>
                  <a:cubicBezTo>
                    <a:pt x="11393661" y="1393494"/>
                    <a:pt x="11373340" y="1394764"/>
                    <a:pt x="11353020" y="1393494"/>
                  </a:cubicBezTo>
                  <a:cubicBezTo>
                    <a:pt x="10786746" y="1388414"/>
                    <a:pt x="10194321" y="1394764"/>
                    <a:pt x="9610873" y="1389684"/>
                  </a:cubicBezTo>
                  <a:cubicBezTo>
                    <a:pt x="9260804" y="1385874"/>
                    <a:pt x="8919711" y="1388414"/>
                    <a:pt x="8569642" y="1385874"/>
                  </a:cubicBezTo>
                  <a:lnTo>
                    <a:pt x="8084931" y="1382064"/>
                  </a:lnTo>
                  <a:cubicBezTo>
                    <a:pt x="7986193" y="1382064"/>
                    <a:pt x="7896432" y="1383334"/>
                    <a:pt x="7797694" y="1383334"/>
                  </a:cubicBezTo>
                  <a:cubicBezTo>
                    <a:pt x="7546363" y="1382064"/>
                    <a:pt x="6855201" y="1383334"/>
                    <a:pt x="6603870" y="1382064"/>
                  </a:cubicBezTo>
                  <a:cubicBezTo>
                    <a:pt x="6424347" y="1380794"/>
                    <a:pt x="2833896" y="1389684"/>
                    <a:pt x="2654373" y="1388414"/>
                  </a:cubicBezTo>
                  <a:cubicBezTo>
                    <a:pt x="2609492" y="1388414"/>
                    <a:pt x="2555636" y="1389684"/>
                    <a:pt x="2510755" y="1389684"/>
                  </a:cubicBezTo>
                  <a:cubicBezTo>
                    <a:pt x="2403041" y="1389684"/>
                    <a:pt x="2304304" y="1390954"/>
                    <a:pt x="2196590" y="1390954"/>
                  </a:cubicBezTo>
                  <a:cubicBezTo>
                    <a:pt x="1927307" y="1390954"/>
                    <a:pt x="1666999" y="1389684"/>
                    <a:pt x="1397715" y="1388414"/>
                  </a:cubicBezTo>
                  <a:cubicBezTo>
                    <a:pt x="1236145" y="1387144"/>
                    <a:pt x="1074574" y="1385874"/>
                    <a:pt x="921980" y="1384604"/>
                  </a:cubicBezTo>
                  <a:cubicBezTo>
                    <a:pt x="634744" y="1383334"/>
                    <a:pt x="347508" y="1382064"/>
                    <a:pt x="51296" y="1382064"/>
                  </a:cubicBezTo>
                  <a:cubicBezTo>
                    <a:pt x="34505" y="1382064"/>
                    <a:pt x="25615" y="1382064"/>
                    <a:pt x="15455" y="1380794"/>
                  </a:cubicBezTo>
                  <a:cubicBezTo>
                    <a:pt x="6565" y="1379524"/>
                    <a:pt x="1485" y="1373174"/>
                    <a:pt x="4025" y="1364284"/>
                  </a:cubicBezTo>
                  <a:cubicBezTo>
                    <a:pt x="12915" y="1332671"/>
                    <a:pt x="9105" y="1307242"/>
                    <a:pt x="7835" y="1280795"/>
                  </a:cubicBezTo>
                  <a:cubicBezTo>
                    <a:pt x="6565" y="1226885"/>
                    <a:pt x="2755" y="1173992"/>
                    <a:pt x="4025" y="1120082"/>
                  </a:cubicBezTo>
                  <a:cubicBezTo>
                    <a:pt x="1485" y="1052948"/>
                    <a:pt x="-3595" y="221916"/>
                    <a:pt x="4025" y="153765"/>
                  </a:cubicBezTo>
                  <a:cubicBezTo>
                    <a:pt x="5295" y="140542"/>
                    <a:pt x="4025" y="126301"/>
                    <a:pt x="5295" y="113078"/>
                  </a:cubicBezTo>
                  <a:cubicBezTo>
                    <a:pt x="6565" y="91718"/>
                    <a:pt x="9105" y="6832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3105" y="30480"/>
                    <a:pt x="266723" y="29210"/>
                  </a:cubicBezTo>
                  <a:cubicBezTo>
                    <a:pt x="509078" y="25400"/>
                    <a:pt x="751434" y="22860"/>
                    <a:pt x="1002765" y="20320"/>
                  </a:cubicBezTo>
                  <a:cubicBezTo>
                    <a:pt x="1173312" y="17780"/>
                    <a:pt x="1343858" y="16510"/>
                    <a:pt x="1505429" y="13970"/>
                  </a:cubicBezTo>
                  <a:cubicBezTo>
                    <a:pt x="1666999" y="11430"/>
                    <a:pt x="1837545" y="8890"/>
                    <a:pt x="1999116" y="8890"/>
                  </a:cubicBezTo>
                  <a:cubicBezTo>
                    <a:pt x="2178638" y="7620"/>
                    <a:pt x="2358161" y="10160"/>
                    <a:pt x="2537683" y="8890"/>
                  </a:cubicBezTo>
                  <a:cubicBezTo>
                    <a:pt x="2762087" y="8890"/>
                    <a:pt x="6828273" y="6350"/>
                    <a:pt x="7052676" y="5080"/>
                  </a:cubicBezTo>
                  <a:cubicBezTo>
                    <a:pt x="7268103" y="3810"/>
                    <a:pt x="7483530" y="2540"/>
                    <a:pt x="7707934" y="2540"/>
                  </a:cubicBezTo>
                  <a:cubicBezTo>
                    <a:pt x="8075955" y="1270"/>
                    <a:pt x="8435000" y="0"/>
                    <a:pt x="8803021" y="0"/>
                  </a:cubicBezTo>
                  <a:cubicBezTo>
                    <a:pt x="8955616" y="0"/>
                    <a:pt x="9117186" y="2540"/>
                    <a:pt x="9269779" y="2540"/>
                  </a:cubicBezTo>
                  <a:cubicBezTo>
                    <a:pt x="9691658" y="3810"/>
                    <a:pt x="10122512" y="5080"/>
                    <a:pt x="10544390" y="7620"/>
                  </a:cubicBezTo>
                  <a:cubicBezTo>
                    <a:pt x="10768793" y="8890"/>
                    <a:pt x="10993197" y="12700"/>
                    <a:pt x="11217600" y="16510"/>
                  </a:cubicBezTo>
                  <a:lnTo>
                    <a:pt x="11353020" y="16510"/>
                  </a:lnTo>
                  <a:cubicBezTo>
                    <a:pt x="11364450" y="17780"/>
                    <a:pt x="11373340" y="20320"/>
                    <a:pt x="11383500" y="21590"/>
                  </a:cubicBezTo>
                  <a:close/>
                  <a:moveTo>
                    <a:pt x="11393661" y="1376984"/>
                  </a:moveTo>
                  <a:cubicBezTo>
                    <a:pt x="11394930" y="1360474"/>
                    <a:pt x="11396200" y="1347774"/>
                    <a:pt x="11396200" y="1335074"/>
                  </a:cubicBezTo>
                  <a:cubicBezTo>
                    <a:pt x="11394930" y="1276727"/>
                    <a:pt x="11393661" y="1222816"/>
                    <a:pt x="11393661" y="1164837"/>
                  </a:cubicBezTo>
                  <a:cubicBezTo>
                    <a:pt x="11393661" y="1138391"/>
                    <a:pt x="11396200" y="1111944"/>
                    <a:pt x="11394930" y="1085498"/>
                  </a:cubicBezTo>
                  <a:cubicBezTo>
                    <a:pt x="11394930" y="1061085"/>
                    <a:pt x="11393661" y="1035656"/>
                    <a:pt x="11392390" y="1011244"/>
                  </a:cubicBezTo>
                  <a:cubicBezTo>
                    <a:pt x="11387311" y="973608"/>
                    <a:pt x="11375880" y="194452"/>
                    <a:pt x="11375880" y="156817"/>
                  </a:cubicBezTo>
                  <a:cubicBezTo>
                    <a:pt x="11373340" y="125284"/>
                    <a:pt x="11370800" y="92735"/>
                    <a:pt x="11368261" y="61202"/>
                  </a:cubicBezTo>
                  <a:cubicBezTo>
                    <a:pt x="11366990" y="44450"/>
                    <a:pt x="11365720" y="43180"/>
                    <a:pt x="11343266" y="41910"/>
                  </a:cubicBezTo>
                  <a:cubicBezTo>
                    <a:pt x="11316337" y="41910"/>
                    <a:pt x="11298385" y="41910"/>
                    <a:pt x="11271456" y="40640"/>
                  </a:cubicBezTo>
                  <a:cubicBezTo>
                    <a:pt x="11047053" y="36830"/>
                    <a:pt x="10813674" y="31750"/>
                    <a:pt x="10589271" y="30480"/>
                  </a:cubicBezTo>
                  <a:cubicBezTo>
                    <a:pt x="10041728" y="26670"/>
                    <a:pt x="9485207" y="25400"/>
                    <a:pt x="8937663" y="22860"/>
                  </a:cubicBezTo>
                  <a:lnTo>
                    <a:pt x="8291383" y="22860"/>
                  </a:lnTo>
                  <a:cubicBezTo>
                    <a:pt x="8004146" y="22860"/>
                    <a:pt x="7716910" y="22860"/>
                    <a:pt x="7438650" y="24130"/>
                  </a:cubicBezTo>
                  <a:cubicBezTo>
                    <a:pt x="7196294" y="25400"/>
                    <a:pt x="3112155" y="29210"/>
                    <a:pt x="2869800" y="29210"/>
                  </a:cubicBezTo>
                  <a:cubicBezTo>
                    <a:pt x="2474850" y="29210"/>
                    <a:pt x="2079901" y="26670"/>
                    <a:pt x="1684951" y="33020"/>
                  </a:cubicBezTo>
                  <a:cubicBezTo>
                    <a:pt x="1478500" y="36830"/>
                    <a:pt x="1281025" y="36830"/>
                    <a:pt x="1083550" y="38100"/>
                  </a:cubicBezTo>
                  <a:cubicBezTo>
                    <a:pt x="742458" y="41910"/>
                    <a:pt x="401365" y="45720"/>
                    <a:pt x="60272" y="50800"/>
                  </a:cubicBezTo>
                  <a:cubicBezTo>
                    <a:pt x="33235" y="50800"/>
                    <a:pt x="30695" y="53065"/>
                    <a:pt x="29425" y="65271"/>
                  </a:cubicBezTo>
                  <a:cubicBezTo>
                    <a:pt x="28155" y="83580"/>
                    <a:pt x="28155" y="101889"/>
                    <a:pt x="26885" y="120198"/>
                  </a:cubicBezTo>
                  <a:cubicBezTo>
                    <a:pt x="25615" y="150714"/>
                    <a:pt x="23075" y="180212"/>
                    <a:pt x="21805" y="210727"/>
                  </a:cubicBezTo>
                  <a:cubicBezTo>
                    <a:pt x="16725" y="243277"/>
                    <a:pt x="23075" y="1038708"/>
                    <a:pt x="25615" y="1071257"/>
                  </a:cubicBezTo>
                  <a:cubicBezTo>
                    <a:pt x="25615" y="1105841"/>
                    <a:pt x="25615" y="1141442"/>
                    <a:pt x="26885" y="1176026"/>
                  </a:cubicBezTo>
                  <a:cubicBezTo>
                    <a:pt x="26885" y="1201456"/>
                    <a:pt x="29425" y="1226885"/>
                    <a:pt x="29425" y="1252314"/>
                  </a:cubicBezTo>
                  <a:cubicBezTo>
                    <a:pt x="29425" y="1279778"/>
                    <a:pt x="29425" y="1307242"/>
                    <a:pt x="28155" y="1335074"/>
                  </a:cubicBezTo>
                  <a:lnTo>
                    <a:pt x="28155" y="1345234"/>
                  </a:lnTo>
                  <a:cubicBezTo>
                    <a:pt x="28155" y="1355394"/>
                    <a:pt x="31965" y="1359204"/>
                    <a:pt x="40855" y="1359204"/>
                  </a:cubicBezTo>
                  <a:cubicBezTo>
                    <a:pt x="141057" y="1359204"/>
                    <a:pt x="266723" y="1360474"/>
                    <a:pt x="383412" y="1360474"/>
                  </a:cubicBezTo>
                  <a:cubicBezTo>
                    <a:pt x="553959" y="1360474"/>
                    <a:pt x="733481" y="1357934"/>
                    <a:pt x="904028" y="1360474"/>
                  </a:cubicBezTo>
                  <a:cubicBezTo>
                    <a:pt x="1182288" y="1364284"/>
                    <a:pt x="1460548" y="1366824"/>
                    <a:pt x="1738808" y="1365554"/>
                  </a:cubicBezTo>
                  <a:cubicBezTo>
                    <a:pt x="1918331" y="1364284"/>
                    <a:pt x="2088877" y="1366824"/>
                    <a:pt x="2268400" y="1366824"/>
                  </a:cubicBezTo>
                  <a:cubicBezTo>
                    <a:pt x="2528707" y="1366824"/>
                    <a:pt x="2789015" y="1365554"/>
                    <a:pt x="3049323" y="1366824"/>
                  </a:cubicBezTo>
                  <a:cubicBezTo>
                    <a:pt x="3435296" y="1368094"/>
                    <a:pt x="7672029" y="1357934"/>
                    <a:pt x="8066979" y="1360474"/>
                  </a:cubicBezTo>
                  <a:cubicBezTo>
                    <a:pt x="8237525" y="1361744"/>
                    <a:pt x="8408072" y="1363014"/>
                    <a:pt x="8569642" y="1363014"/>
                  </a:cubicBezTo>
                  <a:cubicBezTo>
                    <a:pt x="8865854" y="1365554"/>
                    <a:pt x="9153090" y="1361744"/>
                    <a:pt x="9449303" y="1365554"/>
                  </a:cubicBezTo>
                  <a:cubicBezTo>
                    <a:pt x="9691658" y="1368094"/>
                    <a:pt x="9934013" y="1368094"/>
                    <a:pt x="10176369" y="1370634"/>
                  </a:cubicBezTo>
                  <a:cubicBezTo>
                    <a:pt x="10535415" y="1374444"/>
                    <a:pt x="10894459" y="1376984"/>
                    <a:pt x="11253505" y="1378254"/>
                  </a:cubicBezTo>
                  <a:cubicBezTo>
                    <a:pt x="11355561" y="1378254"/>
                    <a:pt x="11373340" y="1376984"/>
                    <a:pt x="11393661" y="137698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6772" y="6824408"/>
            <a:ext cx="15902528" cy="1959975"/>
            <a:chOff x="0" y="0"/>
            <a:chExt cx="11376531" cy="1402149"/>
          </a:xfrm>
        </p:grpSpPr>
        <p:sp>
          <p:nvSpPr>
            <p:cNvPr id="21" name="Freeform 21"/>
            <p:cNvSpPr/>
            <p:nvPr/>
          </p:nvSpPr>
          <p:spPr>
            <a:xfrm>
              <a:off x="40139" y="45156"/>
              <a:ext cx="11336392" cy="1356288"/>
            </a:xfrm>
            <a:custGeom>
              <a:avLst/>
              <a:gdLst/>
              <a:ahLst/>
              <a:cxnLst/>
              <a:rect l="l" t="t" r="r" b="b"/>
              <a:pathLst>
                <a:path w="11336392" h="1356288">
                  <a:moveTo>
                    <a:pt x="501" y="1326513"/>
                  </a:moveTo>
                  <a:cubicBezTo>
                    <a:pt x="-2039" y="1335403"/>
                    <a:pt x="3041" y="1341753"/>
                    <a:pt x="64381" y="1343023"/>
                  </a:cubicBezTo>
                  <a:cubicBezTo>
                    <a:pt x="135704" y="1344293"/>
                    <a:pt x="198111" y="1344293"/>
                    <a:pt x="269434" y="1344293"/>
                  </a:cubicBezTo>
                  <a:cubicBezTo>
                    <a:pt x="554724" y="1345563"/>
                    <a:pt x="840014" y="1345563"/>
                    <a:pt x="1134219" y="1346833"/>
                  </a:cubicBezTo>
                  <a:cubicBezTo>
                    <a:pt x="1294695" y="1348103"/>
                    <a:pt x="1455170" y="1349373"/>
                    <a:pt x="1606731" y="1350643"/>
                  </a:cubicBezTo>
                  <a:cubicBezTo>
                    <a:pt x="1874190" y="1351913"/>
                    <a:pt x="2132734" y="1351913"/>
                    <a:pt x="2400193" y="1353183"/>
                  </a:cubicBezTo>
                  <a:cubicBezTo>
                    <a:pt x="2507177" y="1353183"/>
                    <a:pt x="2605246" y="1353183"/>
                    <a:pt x="2712229" y="1351913"/>
                  </a:cubicBezTo>
                  <a:cubicBezTo>
                    <a:pt x="2756806" y="1351913"/>
                    <a:pt x="2810298" y="1350643"/>
                    <a:pt x="2854875" y="1350643"/>
                  </a:cubicBezTo>
                  <a:cubicBezTo>
                    <a:pt x="3033181" y="1351913"/>
                    <a:pt x="6599307" y="1343023"/>
                    <a:pt x="6777613" y="1344293"/>
                  </a:cubicBezTo>
                  <a:cubicBezTo>
                    <a:pt x="7027241" y="1345563"/>
                    <a:pt x="7713721" y="1345563"/>
                    <a:pt x="7963349" y="1345563"/>
                  </a:cubicBezTo>
                  <a:cubicBezTo>
                    <a:pt x="8061418" y="1345563"/>
                    <a:pt x="8150571" y="1344293"/>
                    <a:pt x="8248640" y="1344293"/>
                  </a:cubicBezTo>
                  <a:lnTo>
                    <a:pt x="8730067" y="1348103"/>
                  </a:lnTo>
                  <a:cubicBezTo>
                    <a:pt x="9077764" y="1350643"/>
                    <a:pt x="9416546" y="1348103"/>
                    <a:pt x="9764243" y="1351913"/>
                  </a:cubicBezTo>
                  <a:cubicBezTo>
                    <a:pt x="10343739" y="1356993"/>
                    <a:pt x="10932149" y="1350643"/>
                    <a:pt x="11272892" y="1355723"/>
                  </a:cubicBezTo>
                  <a:cubicBezTo>
                    <a:pt x="11293213" y="1356993"/>
                    <a:pt x="11313532" y="1355723"/>
                    <a:pt x="11336392" y="1355723"/>
                  </a:cubicBezTo>
                  <a:lnTo>
                    <a:pt x="11336392" y="1296033"/>
                  </a:lnTo>
                  <a:cubicBezTo>
                    <a:pt x="11335122" y="1238945"/>
                    <a:pt x="11333852" y="1190904"/>
                    <a:pt x="11333852" y="1139861"/>
                  </a:cubicBezTo>
                  <a:cubicBezTo>
                    <a:pt x="11333852" y="1080810"/>
                    <a:pt x="11337663" y="1020759"/>
                    <a:pt x="11331313" y="961708"/>
                  </a:cubicBezTo>
                  <a:cubicBezTo>
                    <a:pt x="11323692" y="922675"/>
                    <a:pt x="11312263" y="153015"/>
                    <a:pt x="11312263" y="113982"/>
                  </a:cubicBezTo>
                  <a:cubicBezTo>
                    <a:pt x="11309722" y="86959"/>
                    <a:pt x="11308452" y="58935"/>
                    <a:pt x="11305913" y="31912"/>
                  </a:cubicBezTo>
                  <a:cubicBezTo>
                    <a:pt x="11305913" y="23905"/>
                    <a:pt x="11304642" y="15898"/>
                    <a:pt x="11303372" y="5644"/>
                  </a:cubicBezTo>
                  <a:cubicBezTo>
                    <a:pt x="11293213" y="3104"/>
                    <a:pt x="11284322" y="1834"/>
                    <a:pt x="11274163" y="564"/>
                  </a:cubicBezTo>
                  <a:cubicBezTo>
                    <a:pt x="11266542" y="-706"/>
                    <a:pt x="11258922" y="564"/>
                    <a:pt x="11252572" y="564"/>
                  </a:cubicBezTo>
                  <a:lnTo>
                    <a:pt x="19805" y="5644"/>
                  </a:lnTo>
                  <a:lnTo>
                    <a:pt x="501" y="1326513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430" y="16510"/>
              <a:ext cx="11315572" cy="1347539"/>
            </a:xfrm>
            <a:custGeom>
              <a:avLst/>
              <a:gdLst/>
              <a:ahLst/>
              <a:cxnLst/>
              <a:rect l="l" t="t" r="r" b="b"/>
              <a:pathLst>
                <a:path w="11315572" h="1347539">
                  <a:moveTo>
                    <a:pt x="11315572" y="1347539"/>
                  </a:moveTo>
                  <a:lnTo>
                    <a:pt x="0" y="1339919"/>
                  </a:lnTo>
                  <a:lnTo>
                    <a:pt x="0" y="478916"/>
                  </a:lnTo>
                  <a:lnTo>
                    <a:pt x="7620" y="20320"/>
                  </a:lnTo>
                  <a:lnTo>
                    <a:pt x="5691908" y="0"/>
                  </a:lnTo>
                  <a:lnTo>
                    <a:pt x="1129398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-215" y="0"/>
              <a:ext cx="11339916" cy="1373504"/>
            </a:xfrm>
            <a:custGeom>
              <a:avLst/>
              <a:gdLst/>
              <a:ahLst/>
              <a:cxnLst/>
              <a:rect l="l" t="t" r="r" b="b"/>
              <a:pathLst>
                <a:path w="11339916" h="1373504">
                  <a:moveTo>
                    <a:pt x="11306896" y="21590"/>
                  </a:moveTo>
                  <a:cubicBezTo>
                    <a:pt x="11308167" y="34290"/>
                    <a:pt x="11308167" y="44450"/>
                    <a:pt x="11309436" y="54048"/>
                  </a:cubicBezTo>
                  <a:cubicBezTo>
                    <a:pt x="11311976" y="81071"/>
                    <a:pt x="11313246" y="109095"/>
                    <a:pt x="11315786" y="136118"/>
                  </a:cubicBezTo>
                  <a:cubicBezTo>
                    <a:pt x="11315786" y="175152"/>
                    <a:pt x="11328486" y="944811"/>
                    <a:pt x="11334836" y="983844"/>
                  </a:cubicBezTo>
                  <a:cubicBezTo>
                    <a:pt x="11341186" y="1042895"/>
                    <a:pt x="11337376" y="1102946"/>
                    <a:pt x="11337376" y="1161997"/>
                  </a:cubicBezTo>
                  <a:cubicBezTo>
                    <a:pt x="11337376" y="1214041"/>
                    <a:pt x="11338646" y="1262082"/>
                    <a:pt x="11339917" y="1313249"/>
                  </a:cubicBezTo>
                  <a:lnTo>
                    <a:pt x="11339917" y="1372939"/>
                  </a:lnTo>
                  <a:cubicBezTo>
                    <a:pt x="11317056" y="1372939"/>
                    <a:pt x="11296736" y="1374209"/>
                    <a:pt x="11276417" y="1372939"/>
                  </a:cubicBezTo>
                  <a:cubicBezTo>
                    <a:pt x="10713959" y="1367859"/>
                    <a:pt x="10125548" y="1374209"/>
                    <a:pt x="9546053" y="1369129"/>
                  </a:cubicBezTo>
                  <a:cubicBezTo>
                    <a:pt x="9198356" y="1365319"/>
                    <a:pt x="8859574" y="1367859"/>
                    <a:pt x="8511877" y="1365319"/>
                  </a:cubicBezTo>
                  <a:lnTo>
                    <a:pt x="8030450" y="1361509"/>
                  </a:lnTo>
                  <a:cubicBezTo>
                    <a:pt x="7932381" y="1361509"/>
                    <a:pt x="7843228" y="1362779"/>
                    <a:pt x="7745159" y="1362779"/>
                  </a:cubicBezTo>
                  <a:cubicBezTo>
                    <a:pt x="7495530" y="1361509"/>
                    <a:pt x="6809051" y="1362779"/>
                    <a:pt x="6559422" y="1361509"/>
                  </a:cubicBezTo>
                  <a:cubicBezTo>
                    <a:pt x="6381117" y="1360239"/>
                    <a:pt x="2814991" y="1369129"/>
                    <a:pt x="2636684" y="1367859"/>
                  </a:cubicBezTo>
                  <a:cubicBezTo>
                    <a:pt x="2592108" y="1367859"/>
                    <a:pt x="2538616" y="1369129"/>
                    <a:pt x="2494039" y="1369129"/>
                  </a:cubicBezTo>
                  <a:cubicBezTo>
                    <a:pt x="2387056" y="1369129"/>
                    <a:pt x="2288987" y="1370399"/>
                    <a:pt x="2182004" y="1370399"/>
                  </a:cubicBezTo>
                  <a:cubicBezTo>
                    <a:pt x="1914544" y="1370399"/>
                    <a:pt x="1656000" y="1369129"/>
                    <a:pt x="1388541" y="1367859"/>
                  </a:cubicBezTo>
                  <a:cubicBezTo>
                    <a:pt x="1228065" y="1366589"/>
                    <a:pt x="1067589" y="1365319"/>
                    <a:pt x="916029" y="1364049"/>
                  </a:cubicBezTo>
                  <a:cubicBezTo>
                    <a:pt x="630739" y="1362779"/>
                    <a:pt x="345449" y="1361509"/>
                    <a:pt x="51243" y="1361509"/>
                  </a:cubicBezTo>
                  <a:cubicBezTo>
                    <a:pt x="34505" y="1361509"/>
                    <a:pt x="25615" y="1361509"/>
                    <a:pt x="15455" y="1360239"/>
                  </a:cubicBezTo>
                  <a:cubicBezTo>
                    <a:pt x="6565" y="1358969"/>
                    <a:pt x="1485" y="1352619"/>
                    <a:pt x="4025" y="1343729"/>
                  </a:cubicBezTo>
                  <a:cubicBezTo>
                    <a:pt x="12915" y="1312125"/>
                    <a:pt x="9105" y="1287104"/>
                    <a:pt x="7835" y="1261082"/>
                  </a:cubicBezTo>
                  <a:cubicBezTo>
                    <a:pt x="6565" y="1208036"/>
                    <a:pt x="2755" y="1155992"/>
                    <a:pt x="4025" y="1102946"/>
                  </a:cubicBezTo>
                  <a:cubicBezTo>
                    <a:pt x="1485" y="1036890"/>
                    <a:pt x="-3595" y="219189"/>
                    <a:pt x="4025" y="152132"/>
                  </a:cubicBezTo>
                  <a:cubicBezTo>
                    <a:pt x="5295" y="139121"/>
                    <a:pt x="4025" y="125109"/>
                    <a:pt x="5295" y="112098"/>
                  </a:cubicBezTo>
                  <a:cubicBezTo>
                    <a:pt x="6565" y="91080"/>
                    <a:pt x="9105" y="680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2566" y="30480"/>
                    <a:pt x="265211" y="29210"/>
                  </a:cubicBezTo>
                  <a:cubicBezTo>
                    <a:pt x="505924" y="25400"/>
                    <a:pt x="746638" y="22860"/>
                    <a:pt x="996267" y="20320"/>
                  </a:cubicBezTo>
                  <a:cubicBezTo>
                    <a:pt x="1165658" y="17780"/>
                    <a:pt x="1335049" y="16510"/>
                    <a:pt x="1495524" y="13970"/>
                  </a:cubicBezTo>
                  <a:cubicBezTo>
                    <a:pt x="1656000" y="11430"/>
                    <a:pt x="1825391" y="8890"/>
                    <a:pt x="1985867" y="8890"/>
                  </a:cubicBezTo>
                  <a:cubicBezTo>
                    <a:pt x="2164173" y="7620"/>
                    <a:pt x="2342479" y="10160"/>
                    <a:pt x="2520786" y="8890"/>
                  </a:cubicBezTo>
                  <a:cubicBezTo>
                    <a:pt x="2743668" y="8890"/>
                    <a:pt x="6782306" y="6350"/>
                    <a:pt x="7005188" y="5080"/>
                  </a:cubicBezTo>
                  <a:cubicBezTo>
                    <a:pt x="7219156" y="3810"/>
                    <a:pt x="7433124" y="2540"/>
                    <a:pt x="7656007" y="2540"/>
                  </a:cubicBezTo>
                  <a:cubicBezTo>
                    <a:pt x="8021535" y="1270"/>
                    <a:pt x="8378147" y="0"/>
                    <a:pt x="8743674" y="0"/>
                  </a:cubicBezTo>
                  <a:cubicBezTo>
                    <a:pt x="8895236" y="0"/>
                    <a:pt x="9055710" y="2540"/>
                    <a:pt x="9207271" y="2540"/>
                  </a:cubicBezTo>
                  <a:cubicBezTo>
                    <a:pt x="9626291" y="3810"/>
                    <a:pt x="10054225" y="5080"/>
                    <a:pt x="10473246" y="7620"/>
                  </a:cubicBezTo>
                  <a:cubicBezTo>
                    <a:pt x="10696129" y="8890"/>
                    <a:pt x="10919011" y="12700"/>
                    <a:pt x="11141895" y="16510"/>
                  </a:cubicBezTo>
                  <a:lnTo>
                    <a:pt x="11276417" y="16510"/>
                  </a:lnTo>
                  <a:cubicBezTo>
                    <a:pt x="11287846" y="17780"/>
                    <a:pt x="11296736" y="20320"/>
                    <a:pt x="11306896" y="21590"/>
                  </a:cubicBezTo>
                  <a:close/>
                  <a:moveTo>
                    <a:pt x="11317056" y="1356429"/>
                  </a:moveTo>
                  <a:cubicBezTo>
                    <a:pt x="11318326" y="1339919"/>
                    <a:pt x="11319596" y="1327219"/>
                    <a:pt x="11319596" y="1314519"/>
                  </a:cubicBezTo>
                  <a:cubicBezTo>
                    <a:pt x="11318326" y="1257078"/>
                    <a:pt x="11317056" y="1204033"/>
                    <a:pt x="11317056" y="1146984"/>
                  </a:cubicBezTo>
                  <a:cubicBezTo>
                    <a:pt x="11317056" y="1120962"/>
                    <a:pt x="11319596" y="1094939"/>
                    <a:pt x="11318326" y="1068917"/>
                  </a:cubicBezTo>
                  <a:cubicBezTo>
                    <a:pt x="11318326" y="1044897"/>
                    <a:pt x="11317056" y="1019875"/>
                    <a:pt x="11315786" y="995855"/>
                  </a:cubicBezTo>
                  <a:cubicBezTo>
                    <a:pt x="11310706" y="958823"/>
                    <a:pt x="11299276" y="192166"/>
                    <a:pt x="11299276" y="155135"/>
                  </a:cubicBezTo>
                  <a:cubicBezTo>
                    <a:pt x="11296736" y="124108"/>
                    <a:pt x="11294196" y="92081"/>
                    <a:pt x="11291656" y="61054"/>
                  </a:cubicBezTo>
                  <a:cubicBezTo>
                    <a:pt x="11290386" y="44450"/>
                    <a:pt x="11289117" y="43180"/>
                    <a:pt x="11266709" y="41910"/>
                  </a:cubicBezTo>
                  <a:cubicBezTo>
                    <a:pt x="11239963" y="41910"/>
                    <a:pt x="11222132" y="41910"/>
                    <a:pt x="11195386" y="40640"/>
                  </a:cubicBezTo>
                  <a:cubicBezTo>
                    <a:pt x="10972503" y="36830"/>
                    <a:pt x="10740705" y="31750"/>
                    <a:pt x="10517823" y="30480"/>
                  </a:cubicBezTo>
                  <a:cubicBezTo>
                    <a:pt x="9973988" y="26670"/>
                    <a:pt x="9421238" y="25400"/>
                    <a:pt x="8877404" y="22860"/>
                  </a:cubicBezTo>
                  <a:lnTo>
                    <a:pt x="8235502" y="22860"/>
                  </a:lnTo>
                  <a:cubicBezTo>
                    <a:pt x="7950212" y="22860"/>
                    <a:pt x="7664922" y="22860"/>
                    <a:pt x="7388547" y="24130"/>
                  </a:cubicBezTo>
                  <a:cubicBezTo>
                    <a:pt x="7147833" y="25400"/>
                    <a:pt x="3091365" y="29210"/>
                    <a:pt x="2850652" y="29210"/>
                  </a:cubicBezTo>
                  <a:cubicBezTo>
                    <a:pt x="2458378" y="29210"/>
                    <a:pt x="2066104" y="26670"/>
                    <a:pt x="1673830" y="33020"/>
                  </a:cubicBezTo>
                  <a:cubicBezTo>
                    <a:pt x="1468778" y="36830"/>
                    <a:pt x="1272641" y="36830"/>
                    <a:pt x="1076504" y="38100"/>
                  </a:cubicBezTo>
                  <a:cubicBezTo>
                    <a:pt x="737723" y="41910"/>
                    <a:pt x="398941" y="45720"/>
                    <a:pt x="60159" y="50800"/>
                  </a:cubicBezTo>
                  <a:cubicBezTo>
                    <a:pt x="33235" y="50800"/>
                    <a:pt x="30695" y="53047"/>
                    <a:pt x="29425" y="65057"/>
                  </a:cubicBezTo>
                  <a:cubicBezTo>
                    <a:pt x="28155" y="83073"/>
                    <a:pt x="28155" y="101088"/>
                    <a:pt x="26885" y="119104"/>
                  </a:cubicBezTo>
                  <a:cubicBezTo>
                    <a:pt x="25615" y="149129"/>
                    <a:pt x="23075" y="178154"/>
                    <a:pt x="21805" y="208180"/>
                  </a:cubicBezTo>
                  <a:cubicBezTo>
                    <a:pt x="16725" y="240207"/>
                    <a:pt x="23075" y="1022878"/>
                    <a:pt x="25615" y="1054905"/>
                  </a:cubicBezTo>
                  <a:cubicBezTo>
                    <a:pt x="25615" y="1088934"/>
                    <a:pt x="25615" y="1123964"/>
                    <a:pt x="26885" y="1157993"/>
                  </a:cubicBezTo>
                  <a:cubicBezTo>
                    <a:pt x="26885" y="1183015"/>
                    <a:pt x="29425" y="1208036"/>
                    <a:pt x="29425" y="1233058"/>
                  </a:cubicBezTo>
                  <a:cubicBezTo>
                    <a:pt x="29425" y="1260081"/>
                    <a:pt x="29425" y="1287104"/>
                    <a:pt x="28155" y="1314519"/>
                  </a:cubicBezTo>
                  <a:lnTo>
                    <a:pt x="28155" y="1324679"/>
                  </a:lnTo>
                  <a:cubicBezTo>
                    <a:pt x="28155" y="1334839"/>
                    <a:pt x="31965" y="1338649"/>
                    <a:pt x="40855" y="1338649"/>
                  </a:cubicBezTo>
                  <a:cubicBezTo>
                    <a:pt x="140396" y="1338649"/>
                    <a:pt x="265211" y="1339919"/>
                    <a:pt x="381110" y="1339919"/>
                  </a:cubicBezTo>
                  <a:cubicBezTo>
                    <a:pt x="550501" y="1339919"/>
                    <a:pt x="728807" y="1337379"/>
                    <a:pt x="898198" y="1339919"/>
                  </a:cubicBezTo>
                  <a:cubicBezTo>
                    <a:pt x="1174573" y="1343729"/>
                    <a:pt x="1450948" y="1346269"/>
                    <a:pt x="1727323" y="1344999"/>
                  </a:cubicBezTo>
                  <a:cubicBezTo>
                    <a:pt x="1905629" y="1343729"/>
                    <a:pt x="2075020" y="1346269"/>
                    <a:pt x="2253326" y="1346269"/>
                  </a:cubicBezTo>
                  <a:cubicBezTo>
                    <a:pt x="2511870" y="1346269"/>
                    <a:pt x="2770414" y="1344999"/>
                    <a:pt x="3028958" y="1346269"/>
                  </a:cubicBezTo>
                  <a:cubicBezTo>
                    <a:pt x="3412317" y="1347539"/>
                    <a:pt x="7620345" y="1337379"/>
                    <a:pt x="8012619" y="1339919"/>
                  </a:cubicBezTo>
                  <a:cubicBezTo>
                    <a:pt x="8182010" y="1341189"/>
                    <a:pt x="8351401" y="1342459"/>
                    <a:pt x="8511877" y="1342459"/>
                  </a:cubicBezTo>
                  <a:cubicBezTo>
                    <a:pt x="8806082" y="1344999"/>
                    <a:pt x="9091372" y="1341189"/>
                    <a:pt x="9385578" y="1344999"/>
                  </a:cubicBezTo>
                  <a:cubicBezTo>
                    <a:pt x="9626291" y="1347539"/>
                    <a:pt x="9867004" y="1347539"/>
                    <a:pt x="10107718" y="1350079"/>
                  </a:cubicBezTo>
                  <a:cubicBezTo>
                    <a:pt x="10464331" y="1353889"/>
                    <a:pt x="10820943" y="1356429"/>
                    <a:pt x="11177556" y="1357699"/>
                  </a:cubicBezTo>
                  <a:cubicBezTo>
                    <a:pt x="11278956" y="1357699"/>
                    <a:pt x="11296736" y="1356429"/>
                    <a:pt x="11317056" y="1356429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4" name="Freeform 24"/>
          <p:cNvSpPr/>
          <p:nvPr/>
        </p:nvSpPr>
        <p:spPr>
          <a:xfrm rot="1658374">
            <a:off x="1338118" y="191680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 rot="1658374">
            <a:off x="1411782" y="4431038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 rot="1658374">
            <a:off x="1518862" y="6676920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TextBox 27"/>
          <p:cNvSpPr txBox="1"/>
          <p:nvPr/>
        </p:nvSpPr>
        <p:spPr>
          <a:xfrm>
            <a:off x="1665325" y="2951529"/>
            <a:ext cx="4178110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esultados Obtenidos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5325" y="5187760"/>
            <a:ext cx="4178110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ecciones Aprendidas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65325" y="7538648"/>
            <a:ext cx="4530183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Obstá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culos Presentados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85089" y="4838192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reforzó la importancia de una buena planificación, documentación y trazabilidad. Se adquirió experiencia en pruebas automatizadas, rendimiento y seguridad, además del valor de un modelo de datos normalizado y un esquema RBAC bien definido.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85089" y="2496043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desarrolló una plataforma funcional para gestionar vehículos, con módulos operativos estables. El sistema soportó hasta 80 usuarios concurrentes sin errores y no presentó vulnerabilidades críticas en OWASP ZAP.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5978" y="7136122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enfrentaron dificultades en roles y permisos, complejidad del inventario y errores de integración. Hubo problemas en el despliegue y no fue posible implementar PostgreSQL, por lo que se trabajó con SQLite en el entorno piloto.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8339" y="1033461"/>
            <a:ext cx="3950416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Conclusión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046923" y="3174105"/>
            <a:ext cx="14194154" cy="4519173"/>
            <a:chOff x="0" y="0"/>
            <a:chExt cx="4938659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7" y="45156"/>
              <a:ext cx="4898602" cy="1526522"/>
            </a:xfrm>
            <a:custGeom>
              <a:avLst/>
              <a:gdLst/>
              <a:ahLst/>
              <a:cxnLst/>
              <a:rect l="l" t="t" r="r" b="b"/>
              <a:pathLst>
                <a:path w="4898602" h="1526522">
                  <a:moveTo>
                    <a:pt x="583" y="1496747"/>
                  </a:moveTo>
                  <a:cubicBezTo>
                    <a:pt x="-1957" y="1505637"/>
                    <a:pt x="3123" y="1511987"/>
                    <a:pt x="29400" y="1513258"/>
                  </a:cubicBezTo>
                  <a:cubicBezTo>
                    <a:pt x="59835" y="1514527"/>
                    <a:pt x="86466" y="1514527"/>
                    <a:pt x="116901" y="1514527"/>
                  </a:cubicBezTo>
                  <a:cubicBezTo>
                    <a:pt x="238642" y="1515797"/>
                    <a:pt x="360383" y="1515797"/>
                    <a:pt x="485928" y="1517068"/>
                  </a:cubicBezTo>
                  <a:cubicBezTo>
                    <a:pt x="554407" y="1518337"/>
                    <a:pt x="622886" y="1519608"/>
                    <a:pt x="687561" y="1520877"/>
                  </a:cubicBezTo>
                  <a:cubicBezTo>
                    <a:pt x="801693" y="1522147"/>
                    <a:pt x="912020" y="1522147"/>
                    <a:pt x="1026152" y="1523418"/>
                  </a:cubicBezTo>
                  <a:cubicBezTo>
                    <a:pt x="1071805" y="1523418"/>
                    <a:pt x="1113653" y="1523418"/>
                    <a:pt x="1159306" y="1522147"/>
                  </a:cubicBezTo>
                  <a:cubicBezTo>
                    <a:pt x="1178328" y="1522147"/>
                    <a:pt x="1201155" y="1520877"/>
                    <a:pt x="1220177" y="1520877"/>
                  </a:cubicBezTo>
                  <a:cubicBezTo>
                    <a:pt x="1296265" y="1522147"/>
                    <a:pt x="2818024" y="1513258"/>
                    <a:pt x="2894112" y="1514527"/>
                  </a:cubicBezTo>
                  <a:cubicBezTo>
                    <a:pt x="3000635" y="1515797"/>
                    <a:pt x="3293574" y="1515797"/>
                    <a:pt x="3400097" y="1515797"/>
                  </a:cubicBezTo>
                  <a:cubicBezTo>
                    <a:pt x="3441946" y="1515797"/>
                    <a:pt x="3479989" y="1514527"/>
                    <a:pt x="3521838" y="1514527"/>
                  </a:cubicBezTo>
                  <a:lnTo>
                    <a:pt x="3727275" y="1518337"/>
                  </a:lnTo>
                  <a:cubicBezTo>
                    <a:pt x="3875647" y="1520877"/>
                    <a:pt x="4020214" y="1518337"/>
                    <a:pt x="4168585" y="1522147"/>
                  </a:cubicBezTo>
                  <a:cubicBezTo>
                    <a:pt x="4415871" y="1527227"/>
                    <a:pt x="4666962" y="1520877"/>
                    <a:pt x="4835102" y="1525958"/>
                  </a:cubicBezTo>
                  <a:cubicBezTo>
                    <a:pt x="4855422" y="1527227"/>
                    <a:pt x="4875742" y="1525958"/>
                    <a:pt x="4898602" y="1525958"/>
                  </a:cubicBezTo>
                  <a:lnTo>
                    <a:pt x="4898602" y="1466268"/>
                  </a:lnTo>
                  <a:cubicBezTo>
                    <a:pt x="4897332" y="1405322"/>
                    <a:pt x="4896062" y="1350794"/>
                    <a:pt x="4896062" y="1292858"/>
                  </a:cubicBezTo>
                  <a:cubicBezTo>
                    <a:pt x="4896062" y="1225834"/>
                    <a:pt x="4899872" y="1157674"/>
                    <a:pt x="4893522" y="1090649"/>
                  </a:cubicBezTo>
                  <a:cubicBezTo>
                    <a:pt x="4885902" y="1046345"/>
                    <a:pt x="4874472" y="172759"/>
                    <a:pt x="4874472" y="128455"/>
                  </a:cubicBezTo>
                  <a:cubicBezTo>
                    <a:pt x="4871932" y="97782"/>
                    <a:pt x="4870662" y="65974"/>
                    <a:pt x="4868122" y="35302"/>
                  </a:cubicBezTo>
                  <a:cubicBezTo>
                    <a:pt x="4868122" y="26214"/>
                    <a:pt x="4866852" y="17126"/>
                    <a:pt x="4865582" y="5644"/>
                  </a:cubicBezTo>
                  <a:cubicBezTo>
                    <a:pt x="4855422" y="3104"/>
                    <a:pt x="4846532" y="1834"/>
                    <a:pt x="4836372" y="564"/>
                  </a:cubicBezTo>
                  <a:cubicBezTo>
                    <a:pt x="4828752" y="-706"/>
                    <a:pt x="4821132" y="564"/>
                    <a:pt x="4814782" y="564"/>
                  </a:cubicBezTo>
                  <a:lnTo>
                    <a:pt x="10378" y="5644"/>
                  </a:lnTo>
                  <a:lnTo>
                    <a:pt x="583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4877699" cy="1517774"/>
            </a:xfrm>
            <a:custGeom>
              <a:avLst/>
              <a:gdLst/>
              <a:ahLst/>
              <a:cxnLst/>
              <a:rect l="l" t="t" r="r" b="b"/>
              <a:pathLst>
                <a:path w="4877699" h="1517774">
                  <a:moveTo>
                    <a:pt x="4877699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447189" y="0"/>
                  </a:lnTo>
                  <a:lnTo>
                    <a:pt x="4856109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4902043" cy="1543738"/>
            </a:xfrm>
            <a:custGeom>
              <a:avLst/>
              <a:gdLst/>
              <a:ahLst/>
              <a:cxnLst/>
              <a:rect l="l" t="t" r="r" b="b"/>
              <a:pathLst>
                <a:path w="4902043" h="1543738">
                  <a:moveTo>
                    <a:pt x="4869024" y="21590"/>
                  </a:moveTo>
                  <a:cubicBezTo>
                    <a:pt x="4870294" y="34290"/>
                    <a:pt x="4870294" y="44450"/>
                    <a:pt x="4871564" y="54330"/>
                  </a:cubicBezTo>
                  <a:cubicBezTo>
                    <a:pt x="4874104" y="85002"/>
                    <a:pt x="4875374" y="116810"/>
                    <a:pt x="4877914" y="147482"/>
                  </a:cubicBezTo>
                  <a:cubicBezTo>
                    <a:pt x="4877914" y="191787"/>
                    <a:pt x="4890614" y="1065373"/>
                    <a:pt x="4896964" y="1109677"/>
                  </a:cubicBezTo>
                  <a:cubicBezTo>
                    <a:pt x="4903314" y="1176701"/>
                    <a:pt x="4899504" y="1244862"/>
                    <a:pt x="4899504" y="1311886"/>
                  </a:cubicBezTo>
                  <a:cubicBezTo>
                    <a:pt x="4899504" y="1370958"/>
                    <a:pt x="4900774" y="1425486"/>
                    <a:pt x="4902044" y="1483483"/>
                  </a:cubicBezTo>
                  <a:lnTo>
                    <a:pt x="4902044" y="1543174"/>
                  </a:lnTo>
                  <a:cubicBezTo>
                    <a:pt x="4879184" y="1543174"/>
                    <a:pt x="4858864" y="1544443"/>
                    <a:pt x="4838544" y="1543174"/>
                  </a:cubicBezTo>
                  <a:cubicBezTo>
                    <a:pt x="4596906" y="1538093"/>
                    <a:pt x="4345816" y="1544443"/>
                    <a:pt x="4098530" y="1539364"/>
                  </a:cubicBezTo>
                  <a:cubicBezTo>
                    <a:pt x="3950158" y="1535553"/>
                    <a:pt x="3805591" y="1538093"/>
                    <a:pt x="3657220" y="1535553"/>
                  </a:cubicBezTo>
                  <a:lnTo>
                    <a:pt x="3451782" y="1531743"/>
                  </a:lnTo>
                  <a:cubicBezTo>
                    <a:pt x="3409934" y="1531743"/>
                    <a:pt x="3371890" y="1533014"/>
                    <a:pt x="3330041" y="1533014"/>
                  </a:cubicBezTo>
                  <a:cubicBezTo>
                    <a:pt x="3223518" y="1531743"/>
                    <a:pt x="2930579" y="1533014"/>
                    <a:pt x="2824056" y="1531743"/>
                  </a:cubicBezTo>
                  <a:cubicBezTo>
                    <a:pt x="2747968" y="1530474"/>
                    <a:pt x="1226209" y="1539364"/>
                    <a:pt x="1150121" y="1538093"/>
                  </a:cubicBezTo>
                  <a:cubicBezTo>
                    <a:pt x="1131099" y="1538093"/>
                    <a:pt x="1108273" y="1539364"/>
                    <a:pt x="1089251" y="1539364"/>
                  </a:cubicBezTo>
                  <a:cubicBezTo>
                    <a:pt x="1043598" y="1539364"/>
                    <a:pt x="1001750" y="1540633"/>
                    <a:pt x="956097" y="1540633"/>
                  </a:cubicBezTo>
                  <a:cubicBezTo>
                    <a:pt x="841965" y="1540633"/>
                    <a:pt x="731637" y="1539364"/>
                    <a:pt x="617505" y="1538093"/>
                  </a:cubicBezTo>
                  <a:cubicBezTo>
                    <a:pt x="549026" y="1536824"/>
                    <a:pt x="480547" y="1535553"/>
                    <a:pt x="415872" y="1534283"/>
                  </a:cubicBezTo>
                  <a:cubicBezTo>
                    <a:pt x="294132" y="1533014"/>
                    <a:pt x="172391" y="1531743"/>
                    <a:pt x="46846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7281" y="30480"/>
                    <a:pt x="138151" y="29210"/>
                  </a:cubicBezTo>
                  <a:cubicBezTo>
                    <a:pt x="240870" y="25400"/>
                    <a:pt x="343589" y="22860"/>
                    <a:pt x="450112" y="20320"/>
                  </a:cubicBezTo>
                  <a:cubicBezTo>
                    <a:pt x="522395" y="17780"/>
                    <a:pt x="594679" y="16510"/>
                    <a:pt x="663158" y="13970"/>
                  </a:cubicBezTo>
                  <a:cubicBezTo>
                    <a:pt x="731637" y="11430"/>
                    <a:pt x="803921" y="8890"/>
                    <a:pt x="872400" y="8890"/>
                  </a:cubicBezTo>
                  <a:cubicBezTo>
                    <a:pt x="948488" y="7620"/>
                    <a:pt x="1024576" y="10160"/>
                    <a:pt x="1100664" y="8890"/>
                  </a:cubicBezTo>
                  <a:cubicBezTo>
                    <a:pt x="1195774" y="8890"/>
                    <a:pt x="2919166" y="6350"/>
                    <a:pt x="3014276" y="5080"/>
                  </a:cubicBezTo>
                  <a:cubicBezTo>
                    <a:pt x="3105582" y="3810"/>
                    <a:pt x="3196888" y="2540"/>
                    <a:pt x="3291997" y="2540"/>
                  </a:cubicBezTo>
                  <a:cubicBezTo>
                    <a:pt x="3447978" y="1270"/>
                    <a:pt x="3600154" y="0"/>
                    <a:pt x="3756134" y="0"/>
                  </a:cubicBezTo>
                  <a:cubicBezTo>
                    <a:pt x="3820809" y="0"/>
                    <a:pt x="3889288" y="2540"/>
                    <a:pt x="3953962" y="2540"/>
                  </a:cubicBezTo>
                  <a:cubicBezTo>
                    <a:pt x="4132769" y="3810"/>
                    <a:pt x="4315380" y="5080"/>
                    <a:pt x="4494187" y="7620"/>
                  </a:cubicBezTo>
                  <a:cubicBezTo>
                    <a:pt x="4589297" y="8890"/>
                    <a:pt x="4684407" y="12700"/>
                    <a:pt x="4779517" y="16510"/>
                  </a:cubicBezTo>
                  <a:lnTo>
                    <a:pt x="4838544" y="16510"/>
                  </a:lnTo>
                  <a:cubicBezTo>
                    <a:pt x="4849974" y="17780"/>
                    <a:pt x="4858864" y="20320"/>
                    <a:pt x="4869024" y="21590"/>
                  </a:cubicBezTo>
                  <a:close/>
                  <a:moveTo>
                    <a:pt x="4879184" y="1526664"/>
                  </a:moveTo>
                  <a:cubicBezTo>
                    <a:pt x="4880454" y="1510153"/>
                    <a:pt x="4881724" y="1497453"/>
                    <a:pt x="4881724" y="1484753"/>
                  </a:cubicBezTo>
                  <a:cubicBezTo>
                    <a:pt x="4880454" y="1419806"/>
                    <a:pt x="4879184" y="1359598"/>
                    <a:pt x="4879184" y="1294846"/>
                  </a:cubicBezTo>
                  <a:cubicBezTo>
                    <a:pt x="4879184" y="1265310"/>
                    <a:pt x="4881724" y="1235774"/>
                    <a:pt x="4880454" y="1206238"/>
                  </a:cubicBezTo>
                  <a:cubicBezTo>
                    <a:pt x="4880454" y="1178973"/>
                    <a:pt x="4879184" y="1150573"/>
                    <a:pt x="4877914" y="1123309"/>
                  </a:cubicBezTo>
                  <a:cubicBezTo>
                    <a:pt x="4872834" y="1081277"/>
                    <a:pt x="4861404" y="211099"/>
                    <a:pt x="4861404" y="169067"/>
                  </a:cubicBezTo>
                  <a:cubicBezTo>
                    <a:pt x="4858864" y="133850"/>
                    <a:pt x="4856324" y="97498"/>
                    <a:pt x="4853784" y="62282"/>
                  </a:cubicBezTo>
                  <a:cubicBezTo>
                    <a:pt x="4852514" y="44450"/>
                    <a:pt x="4851244" y="43180"/>
                    <a:pt x="4832779" y="41910"/>
                  </a:cubicBezTo>
                  <a:cubicBezTo>
                    <a:pt x="4821365" y="41910"/>
                    <a:pt x="4813757" y="41910"/>
                    <a:pt x="4802344" y="40640"/>
                  </a:cubicBezTo>
                  <a:cubicBezTo>
                    <a:pt x="4707234" y="36830"/>
                    <a:pt x="4608319" y="31750"/>
                    <a:pt x="4513209" y="30480"/>
                  </a:cubicBezTo>
                  <a:cubicBezTo>
                    <a:pt x="4281141" y="26670"/>
                    <a:pt x="4045268" y="25400"/>
                    <a:pt x="3813200" y="22860"/>
                  </a:cubicBezTo>
                  <a:lnTo>
                    <a:pt x="3539283" y="22860"/>
                  </a:lnTo>
                  <a:cubicBezTo>
                    <a:pt x="3417542" y="22860"/>
                    <a:pt x="3295802" y="22860"/>
                    <a:pt x="3177866" y="24130"/>
                  </a:cubicBezTo>
                  <a:cubicBezTo>
                    <a:pt x="3075147" y="25400"/>
                    <a:pt x="1344145" y="29210"/>
                    <a:pt x="1241427" y="29210"/>
                  </a:cubicBezTo>
                  <a:cubicBezTo>
                    <a:pt x="1074033" y="29210"/>
                    <a:pt x="906640" y="26670"/>
                    <a:pt x="739246" y="33020"/>
                  </a:cubicBezTo>
                  <a:cubicBezTo>
                    <a:pt x="651745" y="36830"/>
                    <a:pt x="568048" y="36830"/>
                    <a:pt x="484351" y="38100"/>
                  </a:cubicBezTo>
                  <a:cubicBezTo>
                    <a:pt x="339784" y="41910"/>
                    <a:pt x="195217" y="45720"/>
                    <a:pt x="5065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4890" y="1508884"/>
                    <a:pt x="138151" y="1510153"/>
                    <a:pt x="187608" y="1510153"/>
                  </a:cubicBezTo>
                  <a:cubicBezTo>
                    <a:pt x="259892" y="1510153"/>
                    <a:pt x="335980" y="1507614"/>
                    <a:pt x="408264" y="1510153"/>
                  </a:cubicBezTo>
                  <a:cubicBezTo>
                    <a:pt x="526200" y="1513964"/>
                    <a:pt x="644136" y="1516503"/>
                    <a:pt x="762073" y="1515234"/>
                  </a:cubicBezTo>
                  <a:cubicBezTo>
                    <a:pt x="838161" y="1513964"/>
                    <a:pt x="910444" y="1516503"/>
                    <a:pt x="986532" y="1516503"/>
                  </a:cubicBezTo>
                  <a:cubicBezTo>
                    <a:pt x="1096860" y="1516503"/>
                    <a:pt x="1207187" y="1515234"/>
                    <a:pt x="1317515" y="1516503"/>
                  </a:cubicBezTo>
                  <a:cubicBezTo>
                    <a:pt x="1481104" y="1517774"/>
                    <a:pt x="3276780" y="1507614"/>
                    <a:pt x="3444173" y="1510153"/>
                  </a:cubicBezTo>
                  <a:cubicBezTo>
                    <a:pt x="3516457" y="1511424"/>
                    <a:pt x="3588741" y="1512694"/>
                    <a:pt x="3657220" y="1512694"/>
                  </a:cubicBezTo>
                  <a:cubicBezTo>
                    <a:pt x="3782765" y="1515234"/>
                    <a:pt x="3904506" y="1511424"/>
                    <a:pt x="4030051" y="1515234"/>
                  </a:cubicBezTo>
                  <a:cubicBezTo>
                    <a:pt x="4132769" y="1517774"/>
                    <a:pt x="4235488" y="1517774"/>
                    <a:pt x="4338207" y="1520314"/>
                  </a:cubicBezTo>
                  <a:cubicBezTo>
                    <a:pt x="4490383" y="1524124"/>
                    <a:pt x="4642559" y="1526664"/>
                    <a:pt x="4794735" y="1527934"/>
                  </a:cubicBezTo>
                  <a:cubicBezTo>
                    <a:pt x="4841084" y="1527934"/>
                    <a:pt x="4858864" y="1526664"/>
                    <a:pt x="4879184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19060" y="3818886"/>
            <a:ext cx="13049880" cy="318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plataforma desarrollada resolvió la falta de trazabilidad y control en el proceso de ingreso de vehículos en PepsiCo, centralizando la información y automatizando tareas críticas. El sistema permitió gestionar órdenes de trabajo, evidencias, estados y reportes en tiempo real, mejorando la eficiencia y reduciendo errores. Las pruebas funcionales, de rendimiento y seguridad validaron su correcto funcionamiento dentro del entorno piloto. Finalmente, este proyecto evidencia el cumplimiento del perfil de egreso al materializar una solución tecnológica real y alineada a una necesidad operativa concreta.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31981" y="6574330"/>
            <a:ext cx="9727033" cy="951060"/>
            <a:chOff x="0" y="0"/>
            <a:chExt cx="12969377" cy="1268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68859" cy="1267841"/>
            </a:xfrm>
            <a:custGeom>
              <a:avLst/>
              <a:gdLst/>
              <a:ahLst/>
              <a:cxnLst/>
              <a:rect l="l" t="t" r="r" b="b"/>
              <a:pathLst>
                <a:path w="12968859" h="1267841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-11551" y="6519928"/>
            <a:ext cx="18285113" cy="1292680"/>
            <a:chOff x="0" y="0"/>
            <a:chExt cx="24380151" cy="17235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0189" cy="1723517"/>
            </a:xfrm>
            <a:custGeom>
              <a:avLst/>
              <a:gdLst/>
              <a:ahLst/>
              <a:cxnLst/>
              <a:rect l="l" t="t" r="r" b="b"/>
              <a:pathLst>
                <a:path w="24380189" h="1723517">
                  <a:moveTo>
                    <a:pt x="0" y="0"/>
                  </a:moveTo>
                  <a:lnTo>
                    <a:pt x="24380189" y="0"/>
                  </a:lnTo>
                  <a:lnTo>
                    <a:pt x="24380189" y="1723517"/>
                  </a:lnTo>
                  <a:lnTo>
                    <a:pt x="0" y="172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01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58984" y="-1399458"/>
            <a:ext cx="4387668" cy="4387668"/>
            <a:chOff x="0" y="0"/>
            <a:chExt cx="5850225" cy="5850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0255" cy="5850255"/>
            </a:xfrm>
            <a:custGeom>
              <a:avLst/>
              <a:gdLst/>
              <a:ahLst/>
              <a:cxnLst/>
              <a:rect l="l" t="t" r="r" b="b"/>
              <a:pathLst>
                <a:path w="5850255" h="5850255">
                  <a:moveTo>
                    <a:pt x="0" y="0"/>
                  </a:moveTo>
                  <a:lnTo>
                    <a:pt x="5850255" y="0"/>
                  </a:lnTo>
                  <a:lnTo>
                    <a:pt x="5850255" y="5850255"/>
                  </a:lnTo>
                  <a:lnTo>
                    <a:pt x="0" y="585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969" b="397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97952" y="6717756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545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3473" y="6717745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545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PresentationFormat>Personalizado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33" baseType="lpstr">
      <vt:lpstr>Aristotelica Pro Semi-Bold</vt:lpstr>
      <vt:lpstr>Nunito</vt:lpstr>
      <vt:lpstr>Arial Bold</vt:lpstr>
      <vt:lpstr>Aristotelica Pro Bold</vt:lpstr>
      <vt:lpstr>Calibri (MS) Bold</vt:lpstr>
      <vt:lpstr>Raleway</vt:lpstr>
      <vt:lpstr>Comic Sans</vt:lpstr>
      <vt:lpstr>Montserrat</vt:lpstr>
      <vt:lpstr>Arial</vt:lpstr>
      <vt:lpstr>Calibri</vt:lpstr>
      <vt:lpstr>Aristotelica Pro Light</vt:lpstr>
      <vt:lpstr>Montserrat Bold</vt:lpstr>
      <vt:lpstr>Open Sans Bold</vt:lpstr>
      <vt:lpstr>Nunito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Final del proyecto (español).pptx</dc:title>
  <cp:lastModifiedBy>Night Fox</cp:lastModifiedBy>
  <cp:revision>2</cp:revision>
  <dcterms:created xsi:type="dcterms:W3CDTF">2006-08-16T00:00:00Z</dcterms:created>
  <dcterms:modified xsi:type="dcterms:W3CDTF">2025-12-06T01:39:27Z</dcterms:modified>
  <dc:identifier>DAG52-ojQik</dc:identifier>
</cp:coreProperties>
</file>